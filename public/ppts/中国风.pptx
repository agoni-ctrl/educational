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8" r:id="rId2"/>
  </p:sldMasterIdLst>
  <p:notesMasterIdLst>
    <p:notesMasterId r:id="rId27"/>
  </p:notesMasterIdLst>
  <p:handoutMasterIdLst>
    <p:handoutMasterId r:id="rId28"/>
  </p:handoutMasterIdLst>
  <p:sldIdLst>
    <p:sldId id="256" r:id="rId3"/>
    <p:sldId id="1040" r:id="rId4"/>
    <p:sldId id="259" r:id="rId5"/>
    <p:sldId id="272" r:id="rId6"/>
    <p:sldId id="271" r:id="rId7"/>
    <p:sldId id="281" r:id="rId8"/>
    <p:sldId id="282" r:id="rId9"/>
    <p:sldId id="1042" r:id="rId10"/>
    <p:sldId id="283" r:id="rId11"/>
    <p:sldId id="280" r:id="rId12"/>
    <p:sldId id="273" r:id="rId13"/>
    <p:sldId id="269" r:id="rId14"/>
    <p:sldId id="1043" r:id="rId15"/>
    <p:sldId id="274" r:id="rId16"/>
    <p:sldId id="276" r:id="rId17"/>
    <p:sldId id="275" r:id="rId18"/>
    <p:sldId id="265" r:id="rId19"/>
    <p:sldId id="1044" r:id="rId20"/>
    <p:sldId id="266" r:id="rId21"/>
    <p:sldId id="268" r:id="rId22"/>
    <p:sldId id="260" r:id="rId23"/>
    <p:sldId id="278" r:id="rId24"/>
    <p:sldId id="1041" r:id="rId25"/>
    <p:sldId id="1085" r:id="rId26"/>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6331" autoAdjust="0"/>
  </p:normalViewPr>
  <p:slideViewPr>
    <p:cSldViewPr snapToGrid="0" showGuides="1">
      <p:cViewPr varScale="1">
        <p:scale>
          <a:sx n="113" d="100"/>
          <a:sy n="113" d="100"/>
        </p:scale>
        <p:origin x="510" y="84"/>
      </p:cViewPr>
      <p:guideLst>
        <p:guide orient="horz" pos="2137"/>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2026/3/24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4B57CE-4F50-491E-995B-94AC5F1F260E}" type="datetimeFigureOut">
              <a:rPr lang="zh-CN" altLang="en-US" smtClean="0"/>
              <a:t>2026/3/24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B2005E-DEFF-43BF-B94F-6BD55E560C1B}"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模板来自于： 第一</a:t>
            </a:r>
            <a:r>
              <a:rPr lang="en-US" altLang="zh-CN"/>
              <a:t>PPT https://www.1ppt.com/</a:t>
            </a:r>
            <a:endParaRPr lang="zh-CN" altLang="en-US"/>
          </a:p>
        </p:txBody>
      </p:sp>
    </p:spTree>
    <p:extLst>
      <p:ext uri="{BB962C8B-B14F-4D97-AF65-F5344CB8AC3E}">
        <p14:creationId xmlns:p14="http://schemas.microsoft.com/office/powerpoint/2010/main" val="1338423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flipH="1">
            <a:off x="0" y="0"/>
            <a:ext cx="12192000" cy="6858000"/>
          </a:xfrm>
          <a:prstGeom prst="rect">
            <a:avLst/>
          </a:prstGeom>
        </p:spPr>
      </p:pic>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email">
            <a:extLst>
              <a:ext uri="{28A0092B-C50C-407E-A947-70E740481C1C}">
                <a14:useLocalDpi xmlns:a14="http://schemas.microsoft.com/office/drawing/2010/main"/>
              </a:ext>
            </a:extLst>
          </a:blip>
          <a:srcRect r="-151"/>
          <a:stretch>
            <a:fillRect/>
          </a:stretch>
        </p:blipFill>
        <p:spPr>
          <a:xfrm flipH="1">
            <a:off x="2827" y="0"/>
            <a:ext cx="12189173" cy="6858000"/>
          </a:xfrm>
          <a:prstGeom prst="rect">
            <a:avLst/>
          </a:prstGeom>
        </p:spPr>
      </p:pic>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41F7B65-D902-45AD-90F5-1C559E6A33B0}" type="datetimeFigureOut">
              <a:rPr lang="zh-CN" altLang="en-US" smtClean="0"/>
              <a:t>2026/3/24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CCEC0E8-6DCF-4424-BEEB-70F37A960E2D}" type="slidenum">
              <a:rPr lang="zh-CN" altLang="en-US" smtClean="0"/>
              <a:t>‹#›</a:t>
            </a:fld>
            <a:endParaRPr lang="zh-CN" altLang="en-US"/>
          </a:p>
        </p:txBody>
      </p:sp>
    </p:spTree>
  </p:cSld>
  <p:clrMapOvr>
    <a:masterClrMapping/>
  </p:clrMapOvr>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A41F7B65-D902-45AD-90F5-1C559E6A33B0}" type="datetimeFigureOut">
              <a:rPr lang="zh-CN" altLang="en-US" smtClean="0"/>
              <a:t>2026/3/24</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CCEC0E8-6DCF-4424-BEEB-70F37A960E2D}" type="slidenum">
              <a:rPr lang="zh-CN" altLang="en-US" smtClean="0"/>
              <a:t>‹#›</a:t>
            </a:fld>
            <a:endParaRPr lang="zh-CN" altLang="en-US"/>
          </a:p>
        </p:txBody>
      </p:sp>
    </p:spTree>
  </p:cSld>
  <p:clrMapOvr>
    <a:masterClrMapping/>
  </p:clrMapOvr>
  <p:transition/>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A41F7B65-D902-45AD-90F5-1C559E6A33B0}" type="datetimeFigureOut">
              <a:rPr lang="zh-CN" altLang="en-US" smtClean="0"/>
              <a:t>2026/3/24</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CCEC0E8-6DCF-4424-BEEB-70F37A960E2D}" type="slidenum">
              <a:rPr lang="zh-CN" altLang="en-US" smtClean="0"/>
              <a:t>‹#›</a:t>
            </a:fld>
            <a:endParaRPr lang="zh-CN" altLang="en-US"/>
          </a:p>
        </p:txBody>
      </p:sp>
    </p:spTree>
  </p:cSld>
  <p:clrMapOvr>
    <a:masterClrMapping/>
  </p:clrMapOvr>
  <p:transition/>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A41F7B65-D902-45AD-90F5-1C559E6A33B0}" type="datetimeFigureOut">
              <a:rPr lang="zh-CN" altLang="en-US" smtClean="0"/>
              <a:t>2026/3/24</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CCEC0E8-6DCF-4424-BEEB-70F37A960E2D}" type="slidenum">
              <a:rPr lang="zh-CN" altLang="en-US" smtClean="0"/>
              <a:t>‹#›</a:t>
            </a:fld>
            <a:endParaRPr lang="zh-CN" altLang="en-US"/>
          </a:p>
        </p:txBody>
      </p:sp>
    </p:spTree>
  </p:cSld>
  <p:clrMapOvr>
    <a:masterClrMapping/>
  </p:clrMapOvr>
  <p:transition/>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41F7B65-D902-45AD-90F5-1C559E6A33B0}" type="datetimeFigureOut">
              <a:rPr lang="zh-CN" altLang="en-US" smtClean="0"/>
              <a:t>2026/3/24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CCEC0E8-6DCF-4424-BEEB-70F37A960E2D}" type="slidenum">
              <a:rPr lang="zh-CN" altLang="en-US" smtClean="0"/>
              <a:t>‹#›</a:t>
            </a:fld>
            <a:endParaRPr lang="zh-CN" altLang="en-US"/>
          </a:p>
        </p:txBody>
      </p:sp>
    </p:spTree>
  </p:cSld>
  <p:clrMapOvr>
    <a:masterClrMapping/>
  </p:clrMapOvr>
  <p:transition/>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41F7B65-D902-45AD-90F5-1C559E6A33B0}" type="datetimeFigureOut">
              <a:rPr lang="zh-CN" altLang="en-US" smtClean="0"/>
              <a:t>2026/3/24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CCEC0E8-6DCF-4424-BEEB-70F37A960E2D}" type="slidenum">
              <a:rPr lang="zh-CN" altLang="en-US" smtClean="0"/>
              <a:t>‹#›</a:t>
            </a:fld>
            <a:endParaRPr lang="zh-CN" altLang="en-US"/>
          </a:p>
        </p:txBody>
      </p:sp>
    </p:spTree>
  </p:cSld>
  <p:clrMapOvr>
    <a:masterClrMapping/>
  </p:clrMapOvr>
  <p:transition/>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8" name="组合 7"/>
          <p:cNvGrpSpPr/>
          <p:nvPr userDrawn="1"/>
        </p:nvGrpSpPr>
        <p:grpSpPr>
          <a:xfrm>
            <a:off x="174981" y="237600"/>
            <a:ext cx="600164" cy="2467567"/>
            <a:chOff x="11406189" y="5178402"/>
            <a:chExt cx="600164" cy="2152730"/>
          </a:xfrm>
          <a:noFill/>
        </p:grpSpPr>
        <p:sp>
          <p:nvSpPr>
            <p:cNvPr id="9" name="矩形 8"/>
            <p:cNvSpPr/>
            <p:nvPr/>
          </p:nvSpPr>
          <p:spPr>
            <a:xfrm>
              <a:off x="11622721" y="5178403"/>
              <a:ext cx="202500" cy="6572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lang="zh-CN" altLang="en-US" sz="2800">
                <a:solidFill>
                  <a:schemeClr val="tx1">
                    <a:lumMod val="75000"/>
                    <a:lumOff val="25000"/>
                  </a:schemeClr>
                </a:solidFill>
              </a:endParaRPr>
            </a:p>
          </p:txBody>
        </p:sp>
        <p:sp>
          <p:nvSpPr>
            <p:cNvPr id="10" name="文本框 9"/>
            <p:cNvSpPr txBox="1"/>
            <p:nvPr/>
          </p:nvSpPr>
          <p:spPr>
            <a:xfrm>
              <a:off x="11406189" y="5178402"/>
              <a:ext cx="600164" cy="2152730"/>
            </a:xfrm>
            <a:prstGeom prst="rect">
              <a:avLst/>
            </a:prstGeom>
            <a:grpFill/>
          </p:spPr>
          <p:txBody>
            <a:bodyPr vert="eaVert" wrap="square" rtlCol="0">
              <a:spAutoFit/>
            </a:bodyPr>
            <a:lstStyle>
              <a:defPPr>
                <a:defRPr lang="zh-CN"/>
              </a:defPPr>
              <a:lvl1pPr algn="dist">
                <a:lnSpc>
                  <a:spcPct val="150000"/>
                </a:lnSpc>
                <a:defRPr spc="300">
                  <a:solidFill>
                    <a:schemeClr val="tx1">
                      <a:lumMod val="75000"/>
                      <a:lumOff val="25000"/>
                    </a:schemeClr>
                  </a:solidFill>
                  <a:latin typeface="+mj-ea"/>
                  <a:ea typeface="+mj-ea"/>
                  <a:cs typeface="+mn-ea"/>
                </a:defRPr>
              </a:lvl1pPr>
            </a:lstStyle>
            <a:p>
              <a:pPr lvl="0"/>
              <a:r>
                <a:rPr lang="en-US" altLang="zh-CN" dirty="0">
                  <a:sym typeface="思源黑体 CN Medium" panose="020B0600000000000000" pitchFamily="34" charset="-122"/>
                </a:rPr>
                <a:t>\ </a:t>
              </a:r>
              <a:r>
                <a:rPr lang="zh-CN" altLang="en-US" dirty="0">
                  <a:sym typeface="思源黑体 CN Medium" panose="020B0600000000000000" pitchFamily="34" charset="-122"/>
                </a:rPr>
                <a:t>输入标题内容一</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1" dur="5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8" name="组合 7"/>
          <p:cNvGrpSpPr/>
          <p:nvPr userDrawn="1"/>
        </p:nvGrpSpPr>
        <p:grpSpPr>
          <a:xfrm>
            <a:off x="174981" y="237600"/>
            <a:ext cx="600164" cy="2467567"/>
            <a:chOff x="11406189" y="5178402"/>
            <a:chExt cx="600164" cy="2152730"/>
          </a:xfrm>
          <a:noFill/>
        </p:grpSpPr>
        <p:sp>
          <p:nvSpPr>
            <p:cNvPr id="9" name="矩形 8"/>
            <p:cNvSpPr/>
            <p:nvPr/>
          </p:nvSpPr>
          <p:spPr>
            <a:xfrm>
              <a:off x="11622721" y="5178403"/>
              <a:ext cx="202500" cy="6572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lang="zh-CN" altLang="en-US" sz="2800">
                <a:solidFill>
                  <a:schemeClr val="tx1">
                    <a:lumMod val="75000"/>
                    <a:lumOff val="25000"/>
                  </a:schemeClr>
                </a:solidFill>
              </a:endParaRPr>
            </a:p>
          </p:txBody>
        </p:sp>
        <p:sp>
          <p:nvSpPr>
            <p:cNvPr id="10" name="文本框 9"/>
            <p:cNvSpPr txBox="1"/>
            <p:nvPr/>
          </p:nvSpPr>
          <p:spPr>
            <a:xfrm>
              <a:off x="11406189" y="5178402"/>
              <a:ext cx="600164" cy="2152730"/>
            </a:xfrm>
            <a:prstGeom prst="rect">
              <a:avLst/>
            </a:prstGeom>
            <a:grpFill/>
          </p:spPr>
          <p:txBody>
            <a:bodyPr vert="eaVert" wrap="square" rtlCol="0">
              <a:spAutoFit/>
            </a:bodyPr>
            <a:lstStyle>
              <a:defPPr>
                <a:defRPr lang="zh-CN"/>
              </a:defPPr>
              <a:lvl1pPr algn="dist">
                <a:lnSpc>
                  <a:spcPct val="150000"/>
                </a:lnSpc>
                <a:defRPr spc="300">
                  <a:solidFill>
                    <a:schemeClr val="tx1">
                      <a:lumMod val="75000"/>
                      <a:lumOff val="25000"/>
                    </a:schemeClr>
                  </a:solidFill>
                  <a:latin typeface="+mj-ea"/>
                  <a:ea typeface="+mj-ea"/>
                  <a:cs typeface="+mn-ea"/>
                </a:defRPr>
              </a:lvl1pPr>
            </a:lstStyle>
            <a:p>
              <a:pPr lvl="0"/>
              <a:r>
                <a:rPr lang="en-US" altLang="zh-CN" dirty="0">
                  <a:sym typeface="思源黑体 CN Medium" panose="020B0600000000000000" pitchFamily="34" charset="-122"/>
                </a:rPr>
                <a:t>\ </a:t>
              </a:r>
              <a:r>
                <a:rPr lang="zh-CN" altLang="en-US" dirty="0">
                  <a:sym typeface="思源黑体 CN Medium" panose="020B0600000000000000" pitchFamily="34" charset="-122"/>
                </a:rPr>
                <a:t>输入标题内容二</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1" dur="5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3" name="组合 2"/>
          <p:cNvGrpSpPr/>
          <p:nvPr userDrawn="1"/>
        </p:nvGrpSpPr>
        <p:grpSpPr>
          <a:xfrm>
            <a:off x="174981" y="237600"/>
            <a:ext cx="600164" cy="2467567"/>
            <a:chOff x="11406189" y="5178402"/>
            <a:chExt cx="600164" cy="2152730"/>
          </a:xfrm>
          <a:noFill/>
        </p:grpSpPr>
        <p:sp>
          <p:nvSpPr>
            <p:cNvPr id="4" name="矩形 3"/>
            <p:cNvSpPr/>
            <p:nvPr/>
          </p:nvSpPr>
          <p:spPr>
            <a:xfrm>
              <a:off x="11622721" y="5178403"/>
              <a:ext cx="202500" cy="6572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lang="zh-CN" altLang="en-US" sz="2800">
                <a:solidFill>
                  <a:schemeClr val="tx1">
                    <a:lumMod val="75000"/>
                    <a:lumOff val="25000"/>
                  </a:schemeClr>
                </a:solidFill>
                <a:latin typeface="+mj-ea"/>
                <a:ea typeface="+mj-ea"/>
              </a:endParaRPr>
            </a:p>
          </p:txBody>
        </p:sp>
        <p:sp>
          <p:nvSpPr>
            <p:cNvPr id="5" name="文本框 4"/>
            <p:cNvSpPr txBox="1"/>
            <p:nvPr/>
          </p:nvSpPr>
          <p:spPr>
            <a:xfrm>
              <a:off x="11406189" y="5178402"/>
              <a:ext cx="600164" cy="2152730"/>
            </a:xfrm>
            <a:prstGeom prst="rect">
              <a:avLst/>
            </a:prstGeom>
            <a:grpFill/>
          </p:spPr>
          <p:txBody>
            <a:bodyPr vert="eaVert" wrap="square" rtlCol="0">
              <a:spAutoFit/>
            </a:bodyPr>
            <a:lstStyle>
              <a:defPPr>
                <a:defRPr lang="zh-CN"/>
              </a:defPPr>
              <a:lvl1pPr algn="dist">
                <a:lnSpc>
                  <a:spcPct val="150000"/>
                </a:lnSpc>
                <a:defRPr spc="300">
                  <a:solidFill>
                    <a:schemeClr val="tx1">
                      <a:lumMod val="75000"/>
                      <a:lumOff val="25000"/>
                    </a:schemeClr>
                  </a:solidFill>
                  <a:latin typeface="+mj-ea"/>
                  <a:ea typeface="+mj-ea"/>
                  <a:cs typeface="+mn-ea"/>
                </a:defRPr>
              </a:lvl1pPr>
            </a:lstStyle>
            <a:p>
              <a:pPr lvl="0"/>
              <a:r>
                <a:rPr lang="en-US" altLang="zh-CN" dirty="0">
                  <a:sym typeface="思源黑体 CN Medium" panose="020B0600000000000000" pitchFamily="34" charset="-122"/>
                </a:rPr>
                <a:t>\ </a:t>
              </a:r>
              <a:r>
                <a:rPr lang="zh-CN" altLang="en-US" dirty="0">
                  <a:sym typeface="思源黑体 CN Medium" panose="020B0600000000000000" pitchFamily="34" charset="-122"/>
                </a:rPr>
                <a:t>输入标题内容三</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1" dur="50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3D42C266-146E-40DD-9553-3714E4FCD41E}"/>
              </a:ext>
            </a:extLst>
          </p:cNvPr>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3" name="TextBox 8">
            <a:extLst>
              <a:ext uri="{FF2B5EF4-FFF2-40B4-BE49-F238E27FC236}">
                <a16:creationId xmlns:a16="http://schemas.microsoft.com/office/drawing/2014/main" id="{8ABF0448-C2A9-4989-8E5C-58E8D06CC1AC}"/>
              </a:ext>
            </a:extLst>
          </p:cNvPr>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4" name="标题 1">
            <a:extLst>
              <a:ext uri="{FF2B5EF4-FFF2-40B4-BE49-F238E27FC236}">
                <a16:creationId xmlns:a16="http://schemas.microsoft.com/office/drawing/2014/main" id="{B58C0CB9-EC48-4663-A57D-52B6BB64C11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5" name="文本占位符 2">
            <a:extLst>
              <a:ext uri="{FF2B5EF4-FFF2-40B4-BE49-F238E27FC236}">
                <a16:creationId xmlns:a16="http://schemas.microsoft.com/office/drawing/2014/main" id="{8B476D33-15A6-46E7-A15D-86FC866CCD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3">
            <a:extLst>
              <a:ext uri="{FF2B5EF4-FFF2-40B4-BE49-F238E27FC236}">
                <a16:creationId xmlns:a16="http://schemas.microsoft.com/office/drawing/2014/main" id="{E7BC5362-962B-465C-9816-C98E2439075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文本占位符 4">
            <a:extLst>
              <a:ext uri="{FF2B5EF4-FFF2-40B4-BE49-F238E27FC236}">
                <a16:creationId xmlns:a16="http://schemas.microsoft.com/office/drawing/2014/main" id="{1F1C820A-80DB-4F70-A2B3-B76429A539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内容占位符 5">
            <a:extLst>
              <a:ext uri="{FF2B5EF4-FFF2-40B4-BE49-F238E27FC236}">
                <a16:creationId xmlns:a16="http://schemas.microsoft.com/office/drawing/2014/main" id="{34D8441D-5ACC-42AB-B892-05E6118936E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页脚占位符 7">
            <a:extLst>
              <a:ext uri="{FF2B5EF4-FFF2-40B4-BE49-F238E27FC236}">
                <a16:creationId xmlns:a16="http://schemas.microsoft.com/office/drawing/2014/main" id="{7AE7ED0D-1B32-4055-BD7E-C11E1593D9AD}"/>
              </a:ext>
            </a:extLst>
          </p:cNvPr>
          <p:cNvSpPr>
            <a:spLocks noGrp="1"/>
          </p:cNvSpPr>
          <p:nvPr>
            <p:ph type="ftr" sz="quarter" idx="11"/>
          </p:nvPr>
        </p:nvSpPr>
        <p:spPr>
          <a:xfrm>
            <a:off x="4038600" y="6356350"/>
            <a:ext cx="4114800" cy="365125"/>
          </a:xfrm>
        </p:spPr>
        <p:txBody>
          <a:bodyPr/>
          <a:lstStyle/>
          <a:p>
            <a:endParaRPr lang="zh-CN" altLang="en-US"/>
          </a:p>
        </p:txBody>
      </p:sp>
      <p:sp>
        <p:nvSpPr>
          <p:cNvPr id="10" name="灯片编号占位符 8">
            <a:extLst>
              <a:ext uri="{FF2B5EF4-FFF2-40B4-BE49-F238E27FC236}">
                <a16:creationId xmlns:a16="http://schemas.microsoft.com/office/drawing/2014/main" id="{AE41202D-A65C-4658-8915-A0231B7C730E}"/>
              </a:ext>
            </a:extLst>
          </p:cNvPr>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3" name="组合 2"/>
          <p:cNvGrpSpPr/>
          <p:nvPr userDrawn="1"/>
        </p:nvGrpSpPr>
        <p:grpSpPr>
          <a:xfrm>
            <a:off x="174981" y="237600"/>
            <a:ext cx="600164" cy="2467567"/>
            <a:chOff x="11406189" y="5178402"/>
            <a:chExt cx="600164" cy="2152730"/>
          </a:xfrm>
          <a:noFill/>
        </p:grpSpPr>
        <p:sp>
          <p:nvSpPr>
            <p:cNvPr id="4" name="矩形 3"/>
            <p:cNvSpPr/>
            <p:nvPr/>
          </p:nvSpPr>
          <p:spPr>
            <a:xfrm>
              <a:off x="11622721" y="5178403"/>
              <a:ext cx="202500" cy="65724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dist"/>
              <a:endParaRPr lang="zh-CN" altLang="en-US" sz="2800">
                <a:solidFill>
                  <a:schemeClr val="tx1">
                    <a:lumMod val="75000"/>
                    <a:lumOff val="25000"/>
                  </a:schemeClr>
                </a:solidFill>
              </a:endParaRPr>
            </a:p>
          </p:txBody>
        </p:sp>
        <p:sp>
          <p:nvSpPr>
            <p:cNvPr id="5" name="文本框 4"/>
            <p:cNvSpPr txBox="1"/>
            <p:nvPr/>
          </p:nvSpPr>
          <p:spPr>
            <a:xfrm>
              <a:off x="11406189" y="5178402"/>
              <a:ext cx="600164" cy="2152730"/>
            </a:xfrm>
            <a:prstGeom prst="rect">
              <a:avLst/>
            </a:prstGeom>
            <a:grpFill/>
          </p:spPr>
          <p:txBody>
            <a:bodyPr vert="eaVert" wrap="square" rtlCol="0">
              <a:spAutoFit/>
            </a:bodyPr>
            <a:lstStyle>
              <a:defPPr>
                <a:defRPr lang="zh-CN"/>
              </a:defPPr>
              <a:lvl1pPr algn="dist">
                <a:lnSpc>
                  <a:spcPct val="150000"/>
                </a:lnSpc>
                <a:defRPr spc="300">
                  <a:solidFill>
                    <a:schemeClr val="tx1">
                      <a:lumMod val="75000"/>
                      <a:lumOff val="25000"/>
                    </a:schemeClr>
                  </a:solidFill>
                  <a:latin typeface="+mj-ea"/>
                  <a:ea typeface="+mj-ea"/>
                  <a:cs typeface="+mn-ea"/>
                </a:defRPr>
              </a:lvl1pPr>
            </a:lstStyle>
            <a:p>
              <a:pPr lvl="0"/>
              <a:r>
                <a:rPr lang="en-US" altLang="zh-CN" dirty="0">
                  <a:sym typeface="思源黑体 CN Medium" panose="020B0600000000000000" pitchFamily="34" charset="-122"/>
                </a:rPr>
                <a:t>\ </a:t>
              </a:r>
              <a:r>
                <a:rPr lang="zh-CN" altLang="en-US" dirty="0">
                  <a:sym typeface="思源黑体 CN Medium" panose="020B0600000000000000" pitchFamily="34" charset="-122"/>
                </a:rPr>
                <a:t>输入标题内容四</a:t>
              </a:r>
            </a:p>
          </p:txBody>
        </p:sp>
      </p:grpSp>
    </p:spTree>
  </p:cSld>
  <p:clrMapOvr>
    <a:masterClrMapping/>
  </p:clrMapOvr>
  <mc:AlternateContent xmlns:mc="http://schemas.openxmlformats.org/markup-compatibility/2006" xmlns:p14="http://schemas.microsoft.com/office/powerpoint/2010/main">
    <mc:Choice Requires="p14">
      <p:transition spd="slow" p14:dur="2000" advTm="3000"/>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1" dur="50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2"/>
            <a:ext cx="10972800" cy="452596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2"/>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3AAC11-D570-4EA9-AFC0-30FB72BA45EB}" type="datetimeFigureOut">
              <a:rPr lang="zh-CN" altLang="en-US" smtClean="0">
                <a:solidFill>
                  <a:prstClr val="black"/>
                </a:solidFill>
              </a:rPr>
              <a:t>2026/3/24</a:t>
            </a:fld>
            <a:endParaRPr lang="zh-CN" altLang="en-US">
              <a:solidFill>
                <a:prstClr val="black"/>
              </a:solidFill>
            </a:endParaRPr>
          </a:p>
        </p:txBody>
      </p:sp>
      <p:sp>
        <p:nvSpPr>
          <p:cNvPr id="5" name="页脚占位符 4"/>
          <p:cNvSpPr>
            <a:spLocks noGrp="1"/>
          </p:cNvSpPr>
          <p:nvPr>
            <p:ph type="ftr" sz="quarter" idx="11"/>
          </p:nvPr>
        </p:nvSpPr>
        <p:spPr>
          <a:xfrm>
            <a:off x="4165600" y="6356352"/>
            <a:ext cx="3860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2"/>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6"/>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0"/>
            <a:ext cx="8026400" cy="585152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2"/>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3AAC11-D570-4EA9-AFC0-30FB72BA45EB}" type="datetimeFigureOut">
              <a:rPr lang="zh-CN" altLang="en-US" smtClean="0">
                <a:solidFill>
                  <a:prstClr val="black"/>
                </a:solidFill>
              </a:rPr>
              <a:t>2026/3/24</a:t>
            </a:fld>
            <a:endParaRPr lang="zh-CN" altLang="en-US">
              <a:solidFill>
                <a:prstClr val="black"/>
              </a:solidFill>
            </a:endParaRPr>
          </a:p>
        </p:txBody>
      </p:sp>
      <p:sp>
        <p:nvSpPr>
          <p:cNvPr id="5" name="页脚占位符 4"/>
          <p:cNvSpPr>
            <a:spLocks noGrp="1"/>
          </p:cNvSpPr>
          <p:nvPr>
            <p:ph type="ftr" sz="quarter" idx="11"/>
          </p:nvPr>
        </p:nvSpPr>
        <p:spPr>
          <a:xfrm>
            <a:off x="4165600" y="6356352"/>
            <a:ext cx="3860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2"/>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9" r:id="rId13"/>
    <p:sldLayoutId id="2147483661" r:id="rId14"/>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76" r:id="rId2"/>
    <p:sldLayoutId id="2147483677" r:id="rId3"/>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8.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17.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19.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email">
            <a:extLst>
              <a:ext uri="{BEBA8EAE-BF5A-486C-A8C5-ECC9F3942E4B}">
                <a14:imgProps xmlns:a14="http://schemas.microsoft.com/office/drawing/2010/main">
                  <a14:imgLayer r:embed="rId3">
                    <a14:imgEffect>
                      <a14:colorTemperature colorTemp="4700"/>
                    </a14:imgEffect>
                    <a14:imgEffect>
                      <a14:saturation sat="66000"/>
                    </a14:imgEffect>
                  </a14:imgLayer>
                </a14:imgProps>
              </a:ext>
              <a:ext uri="{28A0092B-C50C-407E-A947-70E740481C1C}">
                <a14:useLocalDpi xmlns:a14="http://schemas.microsoft.com/office/drawing/2010/main"/>
              </a:ext>
            </a:extLst>
          </a:blip>
          <a:stretch>
            <a:fillRect/>
          </a:stretch>
        </p:blipFill>
        <p:spPr>
          <a:xfrm>
            <a:off x="1599762" y="487772"/>
            <a:ext cx="5739581" cy="5739581"/>
          </a:xfrm>
          <a:prstGeom prst="rect">
            <a:avLst/>
          </a:prstGeom>
        </p:spPr>
      </p:pic>
      <p:grpSp>
        <p:nvGrpSpPr>
          <p:cNvPr id="34" name="组合 33"/>
          <p:cNvGrpSpPr/>
          <p:nvPr/>
        </p:nvGrpSpPr>
        <p:grpSpPr>
          <a:xfrm>
            <a:off x="5621472" y="4335676"/>
            <a:ext cx="3293927" cy="571501"/>
            <a:chOff x="5730876" y="4421869"/>
            <a:chExt cx="2822574" cy="571501"/>
          </a:xfrm>
        </p:grpSpPr>
        <p:grpSp>
          <p:nvGrpSpPr>
            <p:cNvPr id="35" name="组合 34"/>
            <p:cNvGrpSpPr/>
            <p:nvPr/>
          </p:nvGrpSpPr>
          <p:grpSpPr>
            <a:xfrm>
              <a:off x="5730876" y="4421869"/>
              <a:ext cx="2822574" cy="571501"/>
              <a:chOff x="7938" y="-2173288"/>
              <a:chExt cx="1933575" cy="571501"/>
            </a:xfrm>
            <a:solidFill>
              <a:srgbClr val="282C33"/>
            </a:solidFill>
          </p:grpSpPr>
          <p:sp>
            <p:nvSpPr>
              <p:cNvPr id="37" name="Freeform 692"/>
              <p:cNvSpPr/>
              <p:nvPr/>
            </p:nvSpPr>
            <p:spPr bwMode="auto">
              <a:xfrm flipH="1">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38" name="Freeform 693"/>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39" name="Freeform 699"/>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0" name="Freeform 700"/>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1" name="Freeform 701"/>
              <p:cNvSpPr>
                <a:spLocks noEditPoints="1"/>
              </p:cNvSpPr>
              <p:nvPr/>
            </p:nvSpPr>
            <p:spPr bwMode="auto">
              <a:xfrm>
                <a:off x="7938" y="-2071688"/>
                <a:ext cx="1933575" cy="46513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2" name="Freeform 702"/>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3" name="Freeform 703"/>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4" name="Freeform 704"/>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5" name="Freeform 705"/>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6" name="Freeform 706"/>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7" name="Freeform 707"/>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8" name="Freeform 708"/>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9" name="Freeform 709"/>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0" name="Freeform 710"/>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1" name="Freeform 711"/>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2" name="Freeform 712"/>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3" name="Freeform 713"/>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4" name="Freeform 714"/>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5" name="Freeform 715"/>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36" name="文本框 35"/>
            <p:cNvSpPr txBox="1"/>
            <p:nvPr/>
          </p:nvSpPr>
          <p:spPr>
            <a:xfrm>
              <a:off x="5840733" y="4574210"/>
              <a:ext cx="2218972" cy="400110"/>
            </a:xfrm>
            <a:prstGeom prst="rect">
              <a:avLst/>
            </a:prstGeom>
            <a:noFill/>
          </p:spPr>
          <p:txBody>
            <a:bodyPr wrap="square" rtlCol="0">
              <a:spAutoFit/>
            </a:bodyPr>
            <a:lstStyle/>
            <a:p>
              <a:pPr algn="dist"/>
              <a:r>
                <a:rPr lang="zh-CN" altLang="en-US" sz="2000" dirty="0">
                  <a:solidFill>
                    <a:schemeClr val="bg1"/>
                  </a:solidFill>
                  <a:cs typeface="+mn-ea"/>
                  <a:sym typeface="+mn-lt"/>
                </a:rPr>
                <a:t>中国风水彩古风背景</a:t>
              </a:r>
            </a:p>
          </p:txBody>
        </p:sp>
      </p:grpSp>
      <p:sp>
        <p:nvSpPr>
          <p:cNvPr id="56" name="文本框 55"/>
          <p:cNvSpPr txBox="1"/>
          <p:nvPr/>
        </p:nvSpPr>
        <p:spPr>
          <a:xfrm>
            <a:off x="5718906" y="4893260"/>
            <a:ext cx="3391891" cy="575927"/>
          </a:xfrm>
          <a:prstGeom prst="rect">
            <a:avLst/>
          </a:prstGeom>
          <a:noFill/>
        </p:spPr>
        <p:txBody>
          <a:bodyPr wrap="square" rtlCol="0">
            <a:spAutoFit/>
          </a:bodyPr>
          <a:lstStyle/>
          <a:p>
            <a:pPr>
              <a:lnSpc>
                <a:spcPct val="150000"/>
              </a:lnSpc>
            </a:pPr>
            <a:r>
              <a:rPr lang="en-US" altLang="zh-CN" sz="1100">
                <a:solidFill>
                  <a:schemeClr val="tx1">
                    <a:lumMod val="75000"/>
                    <a:lumOff val="25000"/>
                    <a:alpha val="69000"/>
                  </a:schemeClr>
                </a:solidFill>
                <a:cs typeface="+mn-ea"/>
                <a:sym typeface="+mn-lt"/>
              </a:rPr>
              <a:t>The average person is always waiting for an opportunity to come The average</a:t>
            </a:r>
            <a:endParaRPr lang="zh-CN" altLang="en-US" sz="1100">
              <a:solidFill>
                <a:schemeClr val="tx1">
                  <a:lumMod val="75000"/>
                  <a:lumOff val="25000"/>
                  <a:alpha val="69000"/>
                </a:schemeClr>
              </a:solidFill>
              <a:cs typeface="+mn-ea"/>
              <a:sym typeface="+mn-lt"/>
            </a:endParaRPr>
          </a:p>
        </p:txBody>
      </p:sp>
      <p:grpSp>
        <p:nvGrpSpPr>
          <p:cNvPr id="78" name="组合 77"/>
          <p:cNvGrpSpPr/>
          <p:nvPr/>
        </p:nvGrpSpPr>
        <p:grpSpPr>
          <a:xfrm>
            <a:off x="269073" y="251836"/>
            <a:ext cx="618686" cy="1786826"/>
            <a:chOff x="10936436" y="-2013487"/>
            <a:chExt cx="618686" cy="1846084"/>
          </a:xfrm>
        </p:grpSpPr>
        <p:sp>
          <p:nvSpPr>
            <p:cNvPr id="79" name="文本框 78"/>
            <p:cNvSpPr txBox="1"/>
            <p:nvPr/>
          </p:nvSpPr>
          <p:spPr>
            <a:xfrm>
              <a:off x="10936436"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白墙灰瓦雨如烟</a:t>
              </a:r>
              <a:endParaRPr lang="zh-CN" altLang="en-US" sz="1100">
                <a:solidFill>
                  <a:schemeClr val="tx1">
                    <a:lumMod val="85000"/>
                    <a:lumOff val="15000"/>
                  </a:schemeClr>
                </a:solidFill>
                <a:cs typeface="+mn-ea"/>
                <a:sym typeface="+mn-lt"/>
              </a:endParaRPr>
            </a:p>
          </p:txBody>
        </p:sp>
        <p:sp>
          <p:nvSpPr>
            <p:cNvPr id="80" name="文本框 79"/>
            <p:cNvSpPr txBox="1"/>
            <p:nvPr/>
          </p:nvSpPr>
          <p:spPr>
            <a:xfrm>
              <a:off x="11201179"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古意石桥月半弯</a:t>
              </a:r>
              <a:endParaRPr lang="zh-CN" altLang="en-US" sz="1100">
                <a:solidFill>
                  <a:schemeClr val="tx1">
                    <a:lumMod val="85000"/>
                    <a:lumOff val="15000"/>
                  </a:schemeClr>
                </a:solidFill>
                <a:cs typeface="+mn-ea"/>
                <a:sym typeface="+mn-lt"/>
              </a:endParaRPr>
            </a:p>
          </p:txBody>
        </p:sp>
      </p:grpSp>
      <p:grpSp>
        <p:nvGrpSpPr>
          <p:cNvPr id="93" name="组合 92"/>
          <p:cNvGrpSpPr/>
          <p:nvPr/>
        </p:nvGrpSpPr>
        <p:grpSpPr>
          <a:xfrm>
            <a:off x="11544688" y="5178402"/>
            <a:ext cx="461665" cy="1812947"/>
            <a:chOff x="11544688" y="5178402"/>
            <a:chExt cx="461665" cy="1812947"/>
          </a:xfrm>
        </p:grpSpPr>
        <p:sp>
          <p:nvSpPr>
            <p:cNvPr id="91" name="矩形 90"/>
            <p:cNvSpPr/>
            <p:nvPr/>
          </p:nvSpPr>
          <p:spPr>
            <a:xfrm>
              <a:off x="11622721" y="5178403"/>
              <a:ext cx="202500" cy="65724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2" name="文本框 91"/>
            <p:cNvSpPr txBox="1"/>
            <p:nvPr/>
          </p:nvSpPr>
          <p:spPr>
            <a:xfrm>
              <a:off x="11544688" y="5178402"/>
              <a:ext cx="461665" cy="1812947"/>
            </a:xfrm>
            <a:prstGeom prst="rect">
              <a:avLst/>
            </a:prstGeom>
            <a:noFill/>
          </p:spPr>
          <p:txBody>
            <a:bodyPr vert="eaVert" wrap="square" rtlCol="0">
              <a:spAutoFit/>
            </a:bodyPr>
            <a:lstStyle/>
            <a:p>
              <a:pPr>
                <a:lnSpc>
                  <a:spcPct val="150000"/>
                </a:lnSpc>
                <a:defRPr/>
              </a:pPr>
              <a:r>
                <a:rPr lang="zh-CN" altLang="en-US" sz="1200" spc="300">
                  <a:solidFill>
                    <a:schemeClr val="bg1"/>
                  </a:solidFill>
                  <a:cs typeface="+mn-ea"/>
                  <a:sym typeface="+mn-lt"/>
                </a:rPr>
                <a:t>演讲人 </a:t>
              </a:r>
              <a:r>
                <a:rPr lang="en-US" altLang="zh-CN" sz="1200" spc="300">
                  <a:solidFill>
                    <a:schemeClr val="tx1">
                      <a:lumMod val="85000"/>
                      <a:lumOff val="15000"/>
                    </a:schemeClr>
                  </a:solidFill>
                  <a:cs typeface="+mn-ea"/>
                  <a:sym typeface="+mn-lt"/>
                </a:rPr>
                <a:t>\xx\</a:t>
              </a:r>
              <a:endParaRPr lang="zh-CN" altLang="en-US" sz="1200" spc="300">
                <a:solidFill>
                  <a:schemeClr val="tx1">
                    <a:lumMod val="85000"/>
                    <a:lumOff val="15000"/>
                  </a:schemeClr>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dur="750" fill="hold" nodeType="after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up)">
                                      <p:cBhvr>
                                        <p:cTn id="7" dur="750"/>
                                        <p:tgtEl>
                                          <p:spTgt spid="78"/>
                                        </p:tgtEl>
                                      </p:cBhvr>
                                    </p:animEffect>
                                  </p:childTnLst>
                                </p:cTn>
                              </p:par>
                            </p:childTnLst>
                          </p:cTn>
                        </p:par>
                      </p:childTnLst>
                    </p:cTn>
                  </p:par>
                  <p:par>
                    <p:cTn id="8" fill="hold" nodeType="clickPar">
                      <p:stCondLst>
                        <p:cond delay="indefinite"/>
                        <p:cond evt="onBegin" delay="0">
                          <p:tn val="7"/>
                        </p:cond>
                      </p:stCondLst>
                      <p:childTnLst>
                        <p:par>
                          <p:cTn id="9" fill="hold">
                            <p:stCondLst>
                              <p:cond delay="0"/>
                            </p:stCondLst>
                            <p:childTnLst>
                              <p:par>
                                <p:cTn id="10" presetID="53" presetClass="entr" presetSubtype="16" dur="50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par>
                          <p:cTn id="15" fill="hold" nodeType="afterGroup">
                            <p:stCondLst>
                              <p:cond delay="500"/>
                            </p:stCondLst>
                            <p:childTnLst>
                              <p:par>
                                <p:cTn id="16" presetID="22" presetClass="entr" presetSubtype="8" dur="750" fill="hold" nodeType="after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ipe(left)">
                                      <p:cBhvr>
                                        <p:cTn id="18" dur="750"/>
                                        <p:tgtEl>
                                          <p:spTgt spid="34"/>
                                        </p:tgtEl>
                                      </p:cBhvr>
                                    </p:animEffect>
                                  </p:childTnLst>
                                </p:cTn>
                              </p:par>
                            </p:childTnLst>
                          </p:cTn>
                        </p:par>
                        <p:par>
                          <p:cTn id="19" fill="hold" nodeType="afterGroup">
                            <p:stCondLst>
                              <p:cond delay="1250"/>
                            </p:stCondLst>
                            <p:childTnLst>
                              <p:par>
                                <p:cTn id="20" presetID="42" presetClass="entr" presetSubtype="0" dur="750" fill="hold" grpId="0" nodeType="after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750"/>
                                        <p:tgtEl>
                                          <p:spTgt spid="56"/>
                                        </p:tgtEl>
                                      </p:cBhvr>
                                    </p:animEffect>
                                    <p:anim calcmode="lin" valueType="num">
                                      <p:cBhvr>
                                        <p:cTn id="23" dur="750" fill="hold"/>
                                        <p:tgtEl>
                                          <p:spTgt spid="56"/>
                                        </p:tgtEl>
                                        <p:attrNameLst>
                                          <p:attrName>ppt_x</p:attrName>
                                        </p:attrNameLst>
                                      </p:cBhvr>
                                      <p:tavLst>
                                        <p:tav tm="0">
                                          <p:val>
                                            <p:strVal val="#ppt_x"/>
                                          </p:val>
                                        </p:tav>
                                        <p:tav tm="100000">
                                          <p:val>
                                            <p:strVal val="#ppt_x"/>
                                          </p:val>
                                        </p:tav>
                                      </p:tavLst>
                                    </p:anim>
                                    <p:anim calcmode="lin" valueType="num">
                                      <p:cBhvr>
                                        <p:cTn id="24" dur="75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cond evt="onBegin" delay="0">
                          <p:tn val="24"/>
                        </p:cond>
                      </p:stCondLst>
                      <p:childTnLst>
                        <p:par>
                          <p:cTn id="26" fill="hold">
                            <p:stCondLst>
                              <p:cond delay="0"/>
                            </p:stCondLst>
                            <p:childTnLst>
                              <p:par>
                                <p:cTn id="27" presetID="22" presetClass="entr" presetSubtype="1" dur="500" fill="hold" nodeType="clickEffect">
                                  <p:stCondLst>
                                    <p:cond delay="0"/>
                                  </p:stCondLst>
                                  <p:childTnLst>
                                    <p:set>
                                      <p:cBhvr>
                                        <p:cTn id="28" dur="1" fill="hold">
                                          <p:stCondLst>
                                            <p:cond delay="0"/>
                                          </p:stCondLst>
                                        </p:cTn>
                                        <p:tgtEl>
                                          <p:spTgt spid="93"/>
                                        </p:tgtEl>
                                        <p:attrNameLst>
                                          <p:attrName>style.visibility</p:attrName>
                                        </p:attrNameLst>
                                      </p:cBhvr>
                                      <p:to>
                                        <p:strVal val="visible"/>
                                      </p:to>
                                    </p:set>
                                    <p:animEffect transition="in" filter="wipe(up)">
                                      <p:cBhvr>
                                        <p:cTn id="29"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黑暗中亮着的电脑绘图&#10;&#10;中度可信度描述已自动生成"/>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rot="20739897" flipH="1">
            <a:off x="2708435" y="1198379"/>
            <a:ext cx="2845014" cy="858125"/>
          </a:xfrm>
          <a:prstGeom prst="rect">
            <a:avLst/>
          </a:prstGeom>
        </p:spPr>
      </p:pic>
      <p:grpSp>
        <p:nvGrpSpPr>
          <p:cNvPr id="42" name="组合 41"/>
          <p:cNvGrpSpPr/>
          <p:nvPr/>
        </p:nvGrpSpPr>
        <p:grpSpPr>
          <a:xfrm>
            <a:off x="5354629" y="1850329"/>
            <a:ext cx="883638" cy="4453440"/>
            <a:chOff x="5354629" y="2072755"/>
            <a:chExt cx="883638" cy="4453440"/>
          </a:xfrm>
        </p:grpSpPr>
        <p:grpSp>
          <p:nvGrpSpPr>
            <p:cNvPr id="12" name="组合 11"/>
            <p:cNvGrpSpPr/>
            <p:nvPr/>
          </p:nvGrpSpPr>
          <p:grpSpPr>
            <a:xfrm>
              <a:off x="5354629" y="2072755"/>
              <a:ext cx="883638" cy="4437704"/>
              <a:chOff x="6200104" y="2738224"/>
              <a:chExt cx="883638" cy="4437704"/>
            </a:xfrm>
          </p:grpSpPr>
          <p:grpSp>
            <p:nvGrpSpPr>
              <p:cNvPr id="13" name="组合 12"/>
              <p:cNvGrpSpPr/>
              <p:nvPr/>
            </p:nvGrpSpPr>
            <p:grpSpPr>
              <a:xfrm>
                <a:off x="6254464" y="2738224"/>
                <a:ext cx="791703" cy="1527356"/>
                <a:chOff x="2852287" y="1901644"/>
                <a:chExt cx="791703" cy="1527356"/>
              </a:xfrm>
            </p:grpSpPr>
            <p:sp>
              <p:nvSpPr>
                <p:cNvPr id="16" name="文本框 15"/>
                <p:cNvSpPr txBox="1"/>
                <p:nvPr/>
              </p:nvSpPr>
              <p:spPr>
                <a:xfrm>
                  <a:off x="2852287" y="2761455"/>
                  <a:ext cx="791703" cy="667545"/>
                </a:xfrm>
                <a:prstGeom prst="rect">
                  <a:avLst/>
                </a:prstGeom>
                <a:noFill/>
              </p:spPr>
              <p:txBody>
                <a:bodyPr vert="eaVert" wrap="none" rtlCol="0">
                  <a:no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zh-CN" altLang="en-US" sz="3600" spc="600">
                      <a:cs typeface="+mn-ea"/>
                      <a:sym typeface="+mn-lt"/>
                    </a:rPr>
                    <a:t>壹</a:t>
                  </a:r>
                  <a:endParaRPr kumimoji="0" lang="zh-CN" altLang="en-US" sz="3600" b="0" i="0" u="none" strike="noStrike" kern="1200" cap="none" spc="600" normalizeH="0" baseline="0" noProof="0">
                    <a:ln>
                      <a:noFill/>
                    </a:ln>
                    <a:effectLst/>
                    <a:uLnTx/>
                    <a:uFillTx/>
                    <a:cs typeface="+mn-ea"/>
                    <a:sym typeface="+mn-lt"/>
                  </a:endParaRPr>
                </a:p>
              </p:txBody>
            </p:sp>
            <p:sp>
              <p:nvSpPr>
                <p:cNvPr id="17" name="文本框 16"/>
                <p:cNvSpPr txBox="1"/>
                <p:nvPr/>
              </p:nvSpPr>
              <p:spPr>
                <a:xfrm>
                  <a:off x="3088337" y="1901644"/>
                  <a:ext cx="365037" cy="461665"/>
                </a:xfrm>
                <a:prstGeom prst="rect">
                  <a:avLst/>
                </a:prstGeom>
                <a:noFill/>
              </p:spPr>
              <p:txBody>
                <a:bodyPr wrap="square" rtlCol="0">
                  <a:spAutoFit/>
                </a:bodyPr>
                <a:lstStyle/>
                <a:p>
                  <a:r>
                    <a:rPr lang="en-US" altLang="zh-CN" sz="2400">
                      <a:cs typeface="+mn-ea"/>
                      <a:sym typeface="+mn-lt"/>
                    </a:rPr>
                    <a:t>/</a:t>
                  </a:r>
                  <a:endParaRPr lang="zh-CN" altLang="en-US" sz="2400">
                    <a:cs typeface="+mn-ea"/>
                    <a:sym typeface="+mn-lt"/>
                  </a:endParaRPr>
                </a:p>
              </p:txBody>
            </p:sp>
          </p:grpSp>
          <p:sp>
            <p:nvSpPr>
              <p:cNvPr id="14" name="弧形 13"/>
              <p:cNvSpPr/>
              <p:nvPr/>
            </p:nvSpPr>
            <p:spPr>
              <a:xfrm>
                <a:off x="6200104" y="3404133"/>
                <a:ext cx="883638" cy="883638"/>
              </a:xfrm>
              <a:prstGeom prst="arc">
                <a:avLst>
                  <a:gd name="adj1" fmla="val 744874"/>
                  <a:gd name="adj2" fmla="val 17005075"/>
                </a:avLst>
              </a:prstGeom>
              <a:ln w="12700">
                <a:gradFill>
                  <a:gsLst>
                    <a:gs pos="3800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15" name="直接连接符 14"/>
              <p:cNvCxnSpPr/>
              <p:nvPr/>
            </p:nvCxnSpPr>
            <p:spPr>
              <a:xfrm flipH="1">
                <a:off x="6264318" y="4454328"/>
                <a:ext cx="0" cy="2721600"/>
              </a:xfrm>
              <a:prstGeom prst="line">
                <a:avLst/>
              </a:prstGeom>
              <a:ln>
                <a:gradFill>
                  <a:gsLst>
                    <a:gs pos="32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51" name="文字方塊 16"/>
            <p:cNvSpPr>
              <a:spLocks noChangeArrowheads="1"/>
            </p:cNvSpPr>
            <p:nvPr/>
          </p:nvSpPr>
          <p:spPr bwMode="auto">
            <a:xfrm>
              <a:off x="5581342" y="3756315"/>
              <a:ext cx="492443" cy="27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dist"/>
              <a:r>
                <a:rPr lang="zh-CN" altLang="en-US" sz="2000" spc="300" dirty="0">
                  <a:solidFill>
                    <a:schemeClr val="tx1">
                      <a:lumMod val="85000"/>
                      <a:lumOff val="15000"/>
                    </a:schemeClr>
                  </a:solidFill>
                  <a:latin typeface="+mn-lt"/>
                  <a:ea typeface="+mn-ea"/>
                  <a:cs typeface="+mn-ea"/>
                  <a:sym typeface="+mn-lt"/>
                </a:rPr>
                <a:t>输入标题内容一</a:t>
              </a:r>
              <a:endParaRPr lang="en-US" altLang="zh-CN" sz="2000" spc="300" dirty="0">
                <a:solidFill>
                  <a:schemeClr val="tx1">
                    <a:lumMod val="85000"/>
                    <a:lumOff val="15000"/>
                  </a:schemeClr>
                </a:solidFill>
                <a:latin typeface="+mn-lt"/>
                <a:ea typeface="+mn-ea"/>
                <a:cs typeface="+mn-ea"/>
                <a:sym typeface="+mn-lt"/>
              </a:endParaRPr>
            </a:p>
          </p:txBody>
        </p:sp>
      </p:grpSp>
      <p:grpSp>
        <p:nvGrpSpPr>
          <p:cNvPr id="41" name="组合 40"/>
          <p:cNvGrpSpPr/>
          <p:nvPr/>
        </p:nvGrpSpPr>
        <p:grpSpPr>
          <a:xfrm>
            <a:off x="6931382" y="1850329"/>
            <a:ext cx="883638" cy="4437704"/>
            <a:chOff x="6695406" y="2072755"/>
            <a:chExt cx="883638" cy="4437704"/>
          </a:xfrm>
        </p:grpSpPr>
        <p:grpSp>
          <p:nvGrpSpPr>
            <p:cNvPr id="20" name="组合 19"/>
            <p:cNvGrpSpPr/>
            <p:nvPr/>
          </p:nvGrpSpPr>
          <p:grpSpPr>
            <a:xfrm>
              <a:off x="6695406" y="2072755"/>
              <a:ext cx="883638" cy="4437704"/>
              <a:chOff x="6200104" y="2738224"/>
              <a:chExt cx="883638" cy="4437704"/>
            </a:xfrm>
          </p:grpSpPr>
          <p:grpSp>
            <p:nvGrpSpPr>
              <p:cNvPr id="21" name="组合 20"/>
              <p:cNvGrpSpPr/>
              <p:nvPr/>
            </p:nvGrpSpPr>
            <p:grpSpPr>
              <a:xfrm>
                <a:off x="6254464" y="2738224"/>
                <a:ext cx="791703" cy="1527356"/>
                <a:chOff x="2852287" y="1901644"/>
                <a:chExt cx="791703" cy="1527356"/>
              </a:xfrm>
            </p:grpSpPr>
            <p:sp>
              <p:nvSpPr>
                <p:cNvPr id="24" name="文本框 23"/>
                <p:cNvSpPr txBox="1"/>
                <p:nvPr/>
              </p:nvSpPr>
              <p:spPr>
                <a:xfrm>
                  <a:off x="2852287" y="2761455"/>
                  <a:ext cx="791703" cy="667545"/>
                </a:xfrm>
                <a:prstGeom prst="rect">
                  <a:avLst/>
                </a:prstGeom>
                <a:noFill/>
              </p:spPr>
              <p:txBody>
                <a:bodyPr vert="eaVert" wrap="none" rtlCol="0">
                  <a:noAutofit/>
                </a:bodyPr>
                <a:lstStyle>
                  <a:defPPr>
                    <a:defRPr lang="zh-CN"/>
                  </a:defPPr>
                  <a:lvl1pPr marR="0" lvl="0" indent="0" fontAlgn="auto">
                    <a:lnSpc>
                      <a:spcPct val="100000"/>
                    </a:lnSpc>
                    <a:spcBef>
                      <a:spcPct val="0"/>
                    </a:spcBef>
                    <a:spcAft>
                      <a:spcPct val="0"/>
                    </a:spcAft>
                    <a:buClrTx/>
                    <a:buSzTx/>
                    <a:buFontTx/>
                    <a:buNone/>
                    <a:defRPr sz="3600" spc="600">
                      <a:gradFill>
                        <a:gsLst>
                          <a:gs pos="0">
                            <a:srgbClr val="191932">
                              <a:alpha val="75000"/>
                            </a:srgbClr>
                          </a:gs>
                          <a:gs pos="100000">
                            <a:srgbClr val="191932"/>
                          </a:gs>
                        </a:gsLst>
                        <a:lin ang="0" scaled="0"/>
                      </a:gradFill>
                      <a:latin typeface="思源宋体 CN Heavy" panose="02020900000000000000" charset="-122"/>
                      <a:ea typeface="思源宋体 CN Heavy" panose="02020900000000000000" charset="-122"/>
                    </a:defRPr>
                  </a:lvl1pPr>
                </a:lstStyle>
                <a:p>
                  <a:r>
                    <a:rPr lang="zh-CN" altLang="en-US">
                      <a:solidFill>
                        <a:schemeClr val="tx1"/>
                      </a:solidFill>
                      <a:latin typeface="+mn-lt"/>
                      <a:ea typeface="+mn-ea"/>
                      <a:cs typeface="+mn-ea"/>
                      <a:sym typeface="+mn-lt"/>
                    </a:rPr>
                    <a:t>贰</a:t>
                  </a:r>
                </a:p>
              </p:txBody>
            </p:sp>
            <p:sp>
              <p:nvSpPr>
                <p:cNvPr id="25" name="文本框 24"/>
                <p:cNvSpPr txBox="1"/>
                <p:nvPr/>
              </p:nvSpPr>
              <p:spPr>
                <a:xfrm>
                  <a:off x="3088337" y="1901644"/>
                  <a:ext cx="365037" cy="461665"/>
                </a:xfrm>
                <a:prstGeom prst="rect">
                  <a:avLst/>
                </a:prstGeom>
                <a:noFill/>
              </p:spPr>
              <p:txBody>
                <a:bodyPr wrap="square" rtlCol="0">
                  <a:spAutoFit/>
                </a:bodyPr>
                <a:lstStyle/>
                <a:p>
                  <a:r>
                    <a:rPr lang="en-US" altLang="zh-CN" sz="2400">
                      <a:cs typeface="+mn-ea"/>
                      <a:sym typeface="+mn-lt"/>
                    </a:rPr>
                    <a:t>/</a:t>
                  </a:r>
                  <a:endParaRPr lang="zh-CN" altLang="en-US" sz="2400">
                    <a:cs typeface="+mn-ea"/>
                    <a:sym typeface="+mn-lt"/>
                  </a:endParaRPr>
                </a:p>
              </p:txBody>
            </p:sp>
          </p:grpSp>
          <p:sp>
            <p:nvSpPr>
              <p:cNvPr id="22" name="弧形 21"/>
              <p:cNvSpPr/>
              <p:nvPr/>
            </p:nvSpPr>
            <p:spPr>
              <a:xfrm>
                <a:off x="6200104" y="3404133"/>
                <a:ext cx="883638" cy="883638"/>
              </a:xfrm>
              <a:prstGeom prst="arc">
                <a:avLst>
                  <a:gd name="adj1" fmla="val 744874"/>
                  <a:gd name="adj2" fmla="val 17005075"/>
                </a:avLst>
              </a:prstGeom>
              <a:ln w="127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23" name="直接连接符 22"/>
              <p:cNvCxnSpPr/>
              <p:nvPr/>
            </p:nvCxnSpPr>
            <p:spPr>
              <a:xfrm flipH="1">
                <a:off x="6264318" y="4454328"/>
                <a:ext cx="0" cy="2721600"/>
              </a:xfrm>
              <a:prstGeom prst="line">
                <a:avLst/>
              </a:prstGeom>
              <a:ln>
                <a:gradFill>
                  <a:gsLst>
                    <a:gs pos="33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52" name="文字方塊 16"/>
            <p:cNvSpPr>
              <a:spLocks noChangeArrowheads="1"/>
            </p:cNvSpPr>
            <p:nvPr/>
          </p:nvSpPr>
          <p:spPr bwMode="auto">
            <a:xfrm>
              <a:off x="6899402" y="3756315"/>
              <a:ext cx="492443" cy="2754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p>
              <a:pPr algn="dist"/>
              <a:r>
                <a:rPr lang="zh-CN" altLang="en-US" sz="2000" spc="300">
                  <a:solidFill>
                    <a:schemeClr val="tx1">
                      <a:lumMod val="85000"/>
                      <a:lumOff val="15000"/>
                    </a:schemeClr>
                  </a:solidFill>
                  <a:cs typeface="+mn-ea"/>
                  <a:sym typeface="+mn-lt"/>
                </a:rPr>
                <a:t>输入标题内容二</a:t>
              </a:r>
              <a:endParaRPr lang="en-US" altLang="zh-CN" sz="2000" spc="300">
                <a:solidFill>
                  <a:schemeClr val="tx1">
                    <a:lumMod val="85000"/>
                    <a:lumOff val="15000"/>
                  </a:schemeClr>
                </a:solidFill>
                <a:cs typeface="+mn-ea"/>
                <a:sym typeface="+mn-lt"/>
              </a:endParaRPr>
            </a:p>
          </p:txBody>
        </p:sp>
      </p:grpSp>
      <p:grpSp>
        <p:nvGrpSpPr>
          <p:cNvPr id="40" name="组合 39"/>
          <p:cNvGrpSpPr/>
          <p:nvPr/>
        </p:nvGrpSpPr>
        <p:grpSpPr>
          <a:xfrm>
            <a:off x="8508135" y="1850329"/>
            <a:ext cx="962064" cy="4453440"/>
            <a:chOff x="8036183" y="2072755"/>
            <a:chExt cx="962064" cy="4453440"/>
          </a:xfrm>
        </p:grpSpPr>
        <p:grpSp>
          <p:nvGrpSpPr>
            <p:cNvPr id="27" name="组合 26"/>
            <p:cNvGrpSpPr/>
            <p:nvPr/>
          </p:nvGrpSpPr>
          <p:grpSpPr>
            <a:xfrm>
              <a:off x="8036183" y="2072755"/>
              <a:ext cx="883638" cy="4437704"/>
              <a:chOff x="6200104" y="2738224"/>
              <a:chExt cx="883638" cy="4437704"/>
            </a:xfrm>
          </p:grpSpPr>
          <p:grpSp>
            <p:nvGrpSpPr>
              <p:cNvPr id="28" name="组合 27"/>
              <p:cNvGrpSpPr/>
              <p:nvPr/>
            </p:nvGrpSpPr>
            <p:grpSpPr>
              <a:xfrm>
                <a:off x="6254464" y="2738224"/>
                <a:ext cx="791703" cy="1527356"/>
                <a:chOff x="2852287" y="1901644"/>
                <a:chExt cx="791703" cy="1527356"/>
              </a:xfrm>
            </p:grpSpPr>
            <p:sp>
              <p:nvSpPr>
                <p:cNvPr id="31" name="文本框 30"/>
                <p:cNvSpPr txBox="1"/>
                <p:nvPr/>
              </p:nvSpPr>
              <p:spPr>
                <a:xfrm>
                  <a:off x="2852287" y="2761455"/>
                  <a:ext cx="791703" cy="667545"/>
                </a:xfrm>
                <a:prstGeom prst="rect">
                  <a:avLst/>
                </a:prstGeom>
                <a:noFill/>
              </p:spPr>
              <p:txBody>
                <a:bodyPr vert="eaVert" wrap="none" rtlCol="0">
                  <a:noAutofit/>
                </a:bodyPr>
                <a:lstStyle>
                  <a:defPPr>
                    <a:defRPr lang="zh-CN"/>
                  </a:defPPr>
                  <a:lvl1pPr marR="0" lvl="0" indent="0" fontAlgn="auto">
                    <a:lnSpc>
                      <a:spcPct val="100000"/>
                    </a:lnSpc>
                    <a:spcBef>
                      <a:spcPct val="0"/>
                    </a:spcBef>
                    <a:spcAft>
                      <a:spcPct val="0"/>
                    </a:spcAft>
                    <a:buClrTx/>
                    <a:buSzTx/>
                    <a:buFontTx/>
                    <a:buNone/>
                    <a:defRPr sz="3600" spc="600">
                      <a:gradFill>
                        <a:gsLst>
                          <a:gs pos="0">
                            <a:srgbClr val="191932">
                              <a:alpha val="75000"/>
                            </a:srgbClr>
                          </a:gs>
                          <a:gs pos="100000">
                            <a:srgbClr val="191932"/>
                          </a:gs>
                        </a:gsLst>
                        <a:lin ang="0" scaled="0"/>
                      </a:gradFill>
                      <a:latin typeface="思源宋体 CN Heavy" panose="02020900000000000000" charset="-122"/>
                      <a:ea typeface="思源宋体 CN Heavy" panose="02020900000000000000" charset="-122"/>
                    </a:defRPr>
                  </a:lvl1pPr>
                </a:lstStyle>
                <a:p>
                  <a:r>
                    <a:rPr lang="zh-CN" altLang="en-US">
                      <a:solidFill>
                        <a:schemeClr val="tx1"/>
                      </a:solidFill>
                      <a:latin typeface="+mn-lt"/>
                      <a:ea typeface="+mn-ea"/>
                      <a:cs typeface="+mn-ea"/>
                      <a:sym typeface="+mn-lt"/>
                    </a:rPr>
                    <a:t>叁</a:t>
                  </a:r>
                </a:p>
              </p:txBody>
            </p:sp>
            <p:sp>
              <p:nvSpPr>
                <p:cNvPr id="32" name="文本框 31"/>
                <p:cNvSpPr txBox="1"/>
                <p:nvPr/>
              </p:nvSpPr>
              <p:spPr>
                <a:xfrm>
                  <a:off x="3088337" y="1901644"/>
                  <a:ext cx="365037" cy="461665"/>
                </a:xfrm>
                <a:prstGeom prst="rect">
                  <a:avLst/>
                </a:prstGeom>
                <a:noFill/>
              </p:spPr>
              <p:txBody>
                <a:bodyPr wrap="square" rtlCol="0">
                  <a:spAutoFit/>
                </a:bodyPr>
                <a:lstStyle/>
                <a:p>
                  <a:r>
                    <a:rPr lang="en-US" altLang="zh-CN" sz="2400">
                      <a:cs typeface="+mn-ea"/>
                      <a:sym typeface="+mn-lt"/>
                    </a:rPr>
                    <a:t>/</a:t>
                  </a:r>
                  <a:endParaRPr lang="zh-CN" altLang="en-US" sz="2400">
                    <a:cs typeface="+mn-ea"/>
                    <a:sym typeface="+mn-lt"/>
                  </a:endParaRPr>
                </a:p>
              </p:txBody>
            </p:sp>
          </p:grpSp>
          <p:sp>
            <p:nvSpPr>
              <p:cNvPr id="29" name="弧形 28"/>
              <p:cNvSpPr/>
              <p:nvPr/>
            </p:nvSpPr>
            <p:spPr>
              <a:xfrm>
                <a:off x="6200104" y="3404133"/>
                <a:ext cx="883638" cy="883638"/>
              </a:xfrm>
              <a:prstGeom prst="arc">
                <a:avLst>
                  <a:gd name="adj1" fmla="val 744874"/>
                  <a:gd name="adj2" fmla="val 17005075"/>
                </a:avLst>
              </a:prstGeom>
              <a:ln w="127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30" name="直接连接符 29"/>
              <p:cNvCxnSpPr/>
              <p:nvPr/>
            </p:nvCxnSpPr>
            <p:spPr>
              <a:xfrm flipH="1">
                <a:off x="6297771" y="4454328"/>
                <a:ext cx="0" cy="2721600"/>
              </a:xfrm>
              <a:prstGeom prst="line">
                <a:avLst/>
              </a:prstGeom>
              <a:ln>
                <a:gradFill>
                  <a:gsLst>
                    <a:gs pos="33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53" name="文字方塊 16"/>
            <p:cNvSpPr>
              <a:spLocks noChangeArrowheads="1"/>
            </p:cNvSpPr>
            <p:nvPr/>
          </p:nvSpPr>
          <p:spPr bwMode="auto">
            <a:xfrm>
              <a:off x="8505804" y="3756315"/>
              <a:ext cx="492443" cy="27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p>
              <a:pPr algn="dist"/>
              <a:r>
                <a:rPr lang="zh-CN" altLang="en-US" sz="2000" spc="300">
                  <a:solidFill>
                    <a:schemeClr val="tx1">
                      <a:lumMod val="85000"/>
                      <a:lumOff val="15000"/>
                    </a:schemeClr>
                  </a:solidFill>
                  <a:cs typeface="+mn-ea"/>
                  <a:sym typeface="+mn-lt"/>
                </a:rPr>
                <a:t>输入标题内容三</a:t>
              </a:r>
              <a:endParaRPr lang="en-US" altLang="zh-CN" sz="2000" spc="300">
                <a:solidFill>
                  <a:schemeClr val="tx1">
                    <a:lumMod val="85000"/>
                    <a:lumOff val="15000"/>
                  </a:schemeClr>
                </a:solidFill>
                <a:cs typeface="+mn-ea"/>
                <a:sym typeface="+mn-lt"/>
              </a:endParaRPr>
            </a:p>
          </p:txBody>
        </p:sp>
      </p:grpSp>
      <p:grpSp>
        <p:nvGrpSpPr>
          <p:cNvPr id="33" name="组合 32"/>
          <p:cNvGrpSpPr/>
          <p:nvPr/>
        </p:nvGrpSpPr>
        <p:grpSpPr>
          <a:xfrm>
            <a:off x="10084888" y="1850329"/>
            <a:ext cx="964528" cy="4466625"/>
            <a:chOff x="9376960" y="2072755"/>
            <a:chExt cx="964528" cy="4466625"/>
          </a:xfrm>
        </p:grpSpPr>
        <p:grpSp>
          <p:nvGrpSpPr>
            <p:cNvPr id="34" name="组合 33"/>
            <p:cNvGrpSpPr/>
            <p:nvPr/>
          </p:nvGrpSpPr>
          <p:grpSpPr>
            <a:xfrm>
              <a:off x="9376960" y="2072755"/>
              <a:ext cx="883638" cy="4437704"/>
              <a:chOff x="6200104" y="2738224"/>
              <a:chExt cx="883638" cy="4437704"/>
            </a:xfrm>
          </p:grpSpPr>
          <p:grpSp>
            <p:nvGrpSpPr>
              <p:cNvPr id="35" name="组合 34"/>
              <p:cNvGrpSpPr/>
              <p:nvPr/>
            </p:nvGrpSpPr>
            <p:grpSpPr>
              <a:xfrm>
                <a:off x="6254464" y="2738224"/>
                <a:ext cx="791703" cy="1527356"/>
                <a:chOff x="2852287" y="1901644"/>
                <a:chExt cx="791703" cy="1527356"/>
              </a:xfrm>
            </p:grpSpPr>
            <p:sp>
              <p:nvSpPr>
                <p:cNvPr id="38" name="文本框 37"/>
                <p:cNvSpPr txBox="1"/>
                <p:nvPr/>
              </p:nvSpPr>
              <p:spPr>
                <a:xfrm>
                  <a:off x="2852287" y="2761455"/>
                  <a:ext cx="791703" cy="667545"/>
                </a:xfrm>
                <a:prstGeom prst="rect">
                  <a:avLst/>
                </a:prstGeom>
                <a:noFill/>
              </p:spPr>
              <p:txBody>
                <a:bodyPr vert="eaVert" wrap="none" rtlCol="0">
                  <a:noAutofit/>
                </a:bodyPr>
                <a:lstStyle>
                  <a:defPPr>
                    <a:defRPr lang="zh-CN"/>
                  </a:defPPr>
                  <a:lvl1pPr marR="0" lvl="0" indent="0" fontAlgn="auto">
                    <a:lnSpc>
                      <a:spcPct val="100000"/>
                    </a:lnSpc>
                    <a:spcBef>
                      <a:spcPct val="0"/>
                    </a:spcBef>
                    <a:spcAft>
                      <a:spcPct val="0"/>
                    </a:spcAft>
                    <a:buClrTx/>
                    <a:buSzTx/>
                    <a:buFontTx/>
                    <a:buNone/>
                    <a:defRPr sz="3600" spc="600">
                      <a:gradFill>
                        <a:gsLst>
                          <a:gs pos="0">
                            <a:srgbClr val="191932">
                              <a:alpha val="75000"/>
                            </a:srgbClr>
                          </a:gs>
                          <a:gs pos="100000">
                            <a:srgbClr val="191932"/>
                          </a:gs>
                        </a:gsLst>
                        <a:lin ang="0" scaled="0"/>
                      </a:gradFill>
                      <a:latin typeface="思源宋体 CN Heavy" panose="02020900000000000000" charset="-122"/>
                      <a:ea typeface="思源宋体 CN Heavy" panose="02020900000000000000" charset="-122"/>
                    </a:defRPr>
                  </a:lvl1pPr>
                </a:lstStyle>
                <a:p>
                  <a:r>
                    <a:rPr lang="zh-CN" altLang="en-US">
                      <a:solidFill>
                        <a:schemeClr val="tx1"/>
                      </a:solidFill>
                      <a:latin typeface="+mn-lt"/>
                      <a:ea typeface="+mn-ea"/>
                      <a:cs typeface="+mn-ea"/>
                      <a:sym typeface="+mn-lt"/>
                    </a:rPr>
                    <a:t>肆</a:t>
                  </a:r>
                </a:p>
              </p:txBody>
            </p:sp>
            <p:sp>
              <p:nvSpPr>
                <p:cNvPr id="39" name="文本框 38"/>
                <p:cNvSpPr txBox="1"/>
                <p:nvPr/>
              </p:nvSpPr>
              <p:spPr>
                <a:xfrm>
                  <a:off x="3088337" y="1901644"/>
                  <a:ext cx="365037" cy="461665"/>
                </a:xfrm>
                <a:prstGeom prst="rect">
                  <a:avLst/>
                </a:prstGeom>
                <a:noFill/>
              </p:spPr>
              <p:txBody>
                <a:bodyPr wrap="square" rtlCol="0">
                  <a:spAutoFit/>
                </a:bodyPr>
                <a:lstStyle/>
                <a:p>
                  <a:r>
                    <a:rPr lang="en-US" altLang="zh-CN" sz="2400">
                      <a:cs typeface="+mn-ea"/>
                      <a:sym typeface="+mn-lt"/>
                    </a:rPr>
                    <a:t>/</a:t>
                  </a:r>
                  <a:endParaRPr lang="zh-CN" altLang="en-US" sz="2400">
                    <a:cs typeface="+mn-ea"/>
                    <a:sym typeface="+mn-lt"/>
                  </a:endParaRPr>
                </a:p>
              </p:txBody>
            </p:sp>
          </p:grpSp>
          <p:sp>
            <p:nvSpPr>
              <p:cNvPr id="36" name="弧形 35"/>
              <p:cNvSpPr/>
              <p:nvPr/>
            </p:nvSpPr>
            <p:spPr>
              <a:xfrm>
                <a:off x="6200104" y="3404133"/>
                <a:ext cx="883638" cy="883638"/>
              </a:xfrm>
              <a:prstGeom prst="arc">
                <a:avLst>
                  <a:gd name="adj1" fmla="val 744874"/>
                  <a:gd name="adj2" fmla="val 17005075"/>
                </a:avLst>
              </a:prstGeom>
              <a:ln w="1270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cxnSp>
            <p:nvCxnSpPr>
              <p:cNvPr id="37" name="直接连接符 36"/>
              <p:cNvCxnSpPr/>
              <p:nvPr/>
            </p:nvCxnSpPr>
            <p:spPr>
              <a:xfrm flipH="1">
                <a:off x="6342375" y="4454328"/>
                <a:ext cx="0" cy="2721600"/>
              </a:xfrm>
              <a:prstGeom prst="line">
                <a:avLst/>
              </a:prstGeom>
              <a:ln>
                <a:gradFill>
                  <a:gsLst>
                    <a:gs pos="33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54" name="文字方塊 16"/>
            <p:cNvSpPr>
              <a:spLocks noChangeArrowheads="1"/>
            </p:cNvSpPr>
            <p:nvPr/>
          </p:nvSpPr>
          <p:spPr bwMode="auto">
            <a:xfrm>
              <a:off x="9849045" y="3756315"/>
              <a:ext cx="492443" cy="2783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p>
              <a:pPr algn="dist"/>
              <a:r>
                <a:rPr lang="zh-CN" altLang="en-US" sz="2000" spc="300">
                  <a:solidFill>
                    <a:schemeClr val="tx1">
                      <a:lumMod val="85000"/>
                      <a:lumOff val="15000"/>
                    </a:schemeClr>
                  </a:solidFill>
                  <a:cs typeface="+mn-ea"/>
                  <a:sym typeface="+mn-lt"/>
                </a:rPr>
                <a:t>输入标题内容四</a:t>
              </a:r>
              <a:endParaRPr lang="en-US" altLang="zh-CN" sz="2000" spc="300">
                <a:solidFill>
                  <a:schemeClr val="tx1">
                    <a:lumMod val="85000"/>
                    <a:lumOff val="15000"/>
                  </a:schemeClr>
                </a:solidFill>
                <a:cs typeface="+mn-ea"/>
                <a:sym typeface="+mn-lt"/>
              </a:endParaRPr>
            </a:p>
          </p:txBody>
        </p:sp>
      </p:grpSp>
      <p:pic>
        <p:nvPicPr>
          <p:cNvPr id="58" name="图片 57"/>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5146873" y="727013"/>
            <a:ext cx="1455245" cy="1600211"/>
          </a:xfrm>
          <a:prstGeom prst="rect">
            <a:avLst/>
          </a:prstGeom>
        </p:spPr>
      </p:pic>
      <p:grpSp>
        <p:nvGrpSpPr>
          <p:cNvPr id="18" name="组合 17"/>
          <p:cNvGrpSpPr/>
          <p:nvPr/>
        </p:nvGrpSpPr>
        <p:grpSpPr>
          <a:xfrm>
            <a:off x="565218" y="651815"/>
            <a:ext cx="2857181" cy="2857181"/>
            <a:chOff x="565218" y="651815"/>
            <a:chExt cx="2857181" cy="2857181"/>
          </a:xfrm>
        </p:grpSpPr>
        <p:grpSp>
          <p:nvGrpSpPr>
            <p:cNvPr id="2" name="组合 1"/>
            <p:cNvGrpSpPr/>
            <p:nvPr/>
          </p:nvGrpSpPr>
          <p:grpSpPr>
            <a:xfrm>
              <a:off x="565218" y="651815"/>
              <a:ext cx="2857181" cy="2857181"/>
              <a:chOff x="565218" y="651815"/>
              <a:chExt cx="2857181" cy="2857181"/>
            </a:xfrm>
          </p:grpSpPr>
          <p:sp>
            <p:nvSpPr>
              <p:cNvPr id="9" name="文本框 8"/>
              <p:cNvSpPr txBox="1"/>
              <p:nvPr/>
            </p:nvSpPr>
            <p:spPr>
              <a:xfrm>
                <a:off x="2993162" y="2627946"/>
                <a:ext cx="26617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ECE7E5"/>
                  </a:solidFill>
                  <a:effectLst/>
                  <a:uLnTx/>
                  <a:uFillTx/>
                  <a:cs typeface="+mn-ea"/>
                  <a:sym typeface="+mn-lt"/>
                </a:endParaRPr>
              </a:p>
            </p:txBody>
          </p:sp>
          <p:sp>
            <p:nvSpPr>
              <p:cNvPr id="10" name="文本框 9"/>
              <p:cNvSpPr txBox="1"/>
              <p:nvPr/>
            </p:nvSpPr>
            <p:spPr>
              <a:xfrm>
                <a:off x="1261635" y="1141111"/>
                <a:ext cx="952997" cy="939295"/>
              </a:xfrm>
              <a:prstGeom prst="rect">
                <a:avLst/>
              </a:prstGeom>
              <a:noFill/>
            </p:spPr>
            <p:txBody>
              <a:bodyPr vert="eaVert" wrap="none" rtlCol="0">
                <a:no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7200" b="0" i="0" u="none" strike="noStrike" kern="1200" cap="none" spc="600" normalizeH="0" baseline="0" noProof="0">
                    <a:ln>
                      <a:noFill/>
                    </a:ln>
                    <a:solidFill>
                      <a:schemeClr val="tx1">
                        <a:lumMod val="95000"/>
                        <a:lumOff val="5000"/>
                      </a:schemeClr>
                    </a:solidFill>
                    <a:effectLst/>
                    <a:uLnTx/>
                    <a:uFillTx/>
                    <a:cs typeface="+mn-ea"/>
                    <a:sym typeface="+mn-lt"/>
                  </a:rPr>
                  <a:t>目</a:t>
                </a:r>
              </a:p>
            </p:txBody>
          </p:sp>
          <p:sp>
            <p:nvSpPr>
              <p:cNvPr id="11" name="文本框 10"/>
              <p:cNvSpPr txBox="1"/>
              <p:nvPr/>
            </p:nvSpPr>
            <p:spPr>
              <a:xfrm>
                <a:off x="1471962" y="2170122"/>
                <a:ext cx="1452778" cy="919621"/>
              </a:xfrm>
              <a:prstGeom prst="rect">
                <a:avLst/>
              </a:prstGeom>
              <a:noFill/>
            </p:spPr>
            <p:txBody>
              <a:bodyPr vert="eaVert" wrap="none" rtlCol="0">
                <a:noAutofit/>
              </a:bodyPr>
              <a:lstStyle>
                <a:defPPr>
                  <a:defRPr lang="zh-CN"/>
                </a:defPPr>
                <a:lvl1pPr marR="0" lvl="0" indent="0" fontAlgn="auto">
                  <a:lnSpc>
                    <a:spcPct val="100000"/>
                  </a:lnSpc>
                  <a:spcBef>
                    <a:spcPct val="0"/>
                  </a:spcBef>
                  <a:spcAft>
                    <a:spcPct val="0"/>
                  </a:spcAft>
                  <a:buClrTx/>
                  <a:buSzTx/>
                  <a:buFontTx/>
                  <a:buNone/>
                  <a:defRPr kumimoji="0" sz="7200" b="0" i="0" u="none" strike="noStrike" cap="none" spc="600" normalizeH="0" baseline="0">
                    <a:ln>
                      <a:noFill/>
                    </a:ln>
                    <a:gradFill>
                      <a:gsLst>
                        <a:gs pos="0">
                          <a:srgbClr val="191932">
                            <a:alpha val="75000"/>
                          </a:srgbClr>
                        </a:gs>
                        <a:gs pos="100000">
                          <a:srgbClr val="191932"/>
                        </a:gs>
                      </a:gsLst>
                      <a:lin ang="0" scaled="0"/>
                    </a:gradFill>
                    <a:effectLst/>
                    <a:uLnTx/>
                    <a:uFillTx/>
                    <a:latin typeface="思源宋体 CN Heavy" panose="02020900000000000000" charset="-122"/>
                    <a:ea typeface="思源宋体 CN Heavy" panose="02020900000000000000" charset="-122"/>
                  </a:defRPr>
                </a:lvl1pPr>
              </a:lstStyle>
              <a:p>
                <a:r>
                  <a:rPr lang="zh-CN" altLang="en-US">
                    <a:solidFill>
                      <a:schemeClr val="tx1">
                        <a:lumMod val="95000"/>
                        <a:lumOff val="5000"/>
                      </a:schemeClr>
                    </a:solidFill>
                    <a:latin typeface="+mn-lt"/>
                    <a:ea typeface="+mn-ea"/>
                    <a:cs typeface="+mn-ea"/>
                    <a:sym typeface="+mn-lt"/>
                  </a:rPr>
                  <a:t>录</a:t>
                </a:r>
              </a:p>
            </p:txBody>
          </p:sp>
          <p:sp>
            <p:nvSpPr>
              <p:cNvPr id="19" name="弧形 18"/>
              <p:cNvSpPr/>
              <p:nvPr/>
            </p:nvSpPr>
            <p:spPr>
              <a:xfrm>
                <a:off x="565218" y="651815"/>
                <a:ext cx="2857181" cy="2857181"/>
              </a:xfrm>
              <a:prstGeom prst="arc">
                <a:avLst>
                  <a:gd name="adj1" fmla="val 744874"/>
                  <a:gd name="adj2" fmla="val 18047382"/>
                </a:avLst>
              </a:prstGeom>
              <a:ln w="19050">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sp>
          <p:nvSpPr>
            <p:cNvPr id="3" name="文本框 2"/>
            <p:cNvSpPr txBox="1"/>
            <p:nvPr/>
          </p:nvSpPr>
          <p:spPr>
            <a:xfrm>
              <a:off x="1921674" y="1239624"/>
              <a:ext cx="461665" cy="627778"/>
            </a:xfrm>
            <a:prstGeom prst="rect">
              <a:avLst/>
            </a:prstGeom>
            <a:noFill/>
          </p:spPr>
          <p:txBody>
            <a:bodyPr vert="eaVert" wrap="square" rtlCol="0">
              <a:spAutoFit/>
            </a:bodyPr>
            <a:lstStyle/>
            <a:p>
              <a:pPr algn="dist"/>
              <a:r>
                <a:rPr lang="en-US" altLang="zh-CN">
                  <a:cs typeface="+mn-ea"/>
                  <a:sym typeface="+mn-lt"/>
                </a:rPr>
                <a:t>MU</a:t>
              </a:r>
              <a:endParaRPr lang="zh-CN" altLang="en-US">
                <a:cs typeface="+mn-ea"/>
                <a:sym typeface="+mn-lt"/>
              </a:endParaRPr>
            </a:p>
          </p:txBody>
        </p:sp>
        <p:sp>
          <p:nvSpPr>
            <p:cNvPr id="5" name="文本框 4"/>
            <p:cNvSpPr txBox="1"/>
            <p:nvPr/>
          </p:nvSpPr>
          <p:spPr>
            <a:xfrm>
              <a:off x="1370119" y="2232376"/>
              <a:ext cx="461665" cy="627778"/>
            </a:xfrm>
            <a:prstGeom prst="rect">
              <a:avLst/>
            </a:prstGeom>
            <a:noFill/>
          </p:spPr>
          <p:txBody>
            <a:bodyPr vert="eaVert" wrap="square" rtlCol="0">
              <a:spAutoFit/>
            </a:bodyPr>
            <a:lstStyle/>
            <a:p>
              <a:pPr algn="dist"/>
              <a:r>
                <a:rPr lang="en-US" altLang="zh-CN">
                  <a:cs typeface="+mn-ea"/>
                  <a:sym typeface="+mn-lt"/>
                </a:rPr>
                <a:t>LU</a:t>
              </a:r>
              <a:endParaRPr lang="zh-CN" altLang="en-US">
                <a:cs typeface="+mn-ea"/>
                <a:sym typeface="+mn-lt"/>
              </a:endParaRPr>
            </a:p>
          </p:txBody>
        </p:sp>
      </p:grpSp>
      <p:pic>
        <p:nvPicPr>
          <p:cNvPr id="60" name="图片 59"/>
          <p:cNvPicPr>
            <a:picLocks noChangeAspect="1"/>
          </p:cNvPicPr>
          <p:nvPr/>
        </p:nvPicPr>
        <p:blipFill>
          <a:blip r:embed="rId5" cstate="email">
            <a:extLst>
              <a:ext uri="{BEBA8EAE-BF5A-486C-A8C5-ECC9F3942E4B}">
                <a14:imgProps xmlns:a14="http://schemas.microsoft.com/office/drawing/2010/main">
                  <a14:imgLayer r:embed="rId6">
                    <a14:imgEffect>
                      <a14:colorTemperature colorTemp="4700"/>
                    </a14:imgEffect>
                    <a14:imgEffect>
                      <a14:saturation sat="66000"/>
                    </a14:imgEffect>
                  </a14:imgLayer>
                </a14:imgProps>
              </a:ext>
              <a:ext uri="{28A0092B-C50C-407E-A947-70E740481C1C}">
                <a14:useLocalDpi xmlns:a14="http://schemas.microsoft.com/office/drawing/2010/main"/>
              </a:ext>
            </a:extLst>
          </a:blip>
          <a:srcRect/>
          <a:stretch>
            <a:fillRect/>
          </a:stretch>
        </p:blipFill>
        <p:spPr>
          <a:xfrm>
            <a:off x="2924739" y="2645568"/>
            <a:ext cx="206605" cy="3209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9" presetClass="entr" presetSubtype="0" dur="50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par>
                          <p:cTn id="8" fill="hold" nodeType="afterGroup">
                            <p:stCondLst>
                              <p:cond delay="500"/>
                            </p:stCondLst>
                            <p:childTnLst>
                              <p:par>
                                <p:cTn id="9" presetID="29" presetClass="entr" presetSubtype="0" dur="100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p:cTn id="11" dur="1000" fill="hold"/>
                                        <p:tgtEl>
                                          <p:spTgt spid="33"/>
                                        </p:tgtEl>
                                        <p:attrNameLst>
                                          <p:attrName>ppt_x</p:attrName>
                                        </p:attrNameLst>
                                      </p:cBhvr>
                                      <p:tavLst>
                                        <p:tav tm="0">
                                          <p:val>
                                            <p:strVal val="#ppt_x-.2"/>
                                          </p:val>
                                        </p:tav>
                                        <p:tav tm="100000">
                                          <p:val>
                                            <p:strVal val="#ppt_x"/>
                                          </p:val>
                                        </p:tav>
                                      </p:tavLst>
                                    </p:anim>
                                    <p:anim calcmode="lin" valueType="num">
                                      <p:cBhvr>
                                        <p:cTn id="12" dur="1000" fill="hold"/>
                                        <p:tgtEl>
                                          <p:spTgt spid="33"/>
                                        </p:tgtEl>
                                        <p:attrNameLst>
                                          <p:attrName>ppt_y</p:attrName>
                                        </p:attrNameLst>
                                      </p:cBhvr>
                                      <p:tavLst>
                                        <p:tav tm="0">
                                          <p:val>
                                            <p:strVal val="#ppt_y"/>
                                          </p:val>
                                        </p:tav>
                                        <p:tav tm="100000">
                                          <p:val>
                                            <p:strVal val="#ppt_y"/>
                                          </p:val>
                                        </p:tav>
                                      </p:tavLst>
                                    </p:anim>
                                    <p:animEffect transition="in" filter="wipe(right)" prLst="gradientSize: 0.1">
                                      <p:cBhvr>
                                        <p:cTn id="13" dur="1000"/>
                                        <p:tgtEl>
                                          <p:spTgt spid="33"/>
                                        </p:tgtEl>
                                      </p:cBhvr>
                                    </p:animEffect>
                                  </p:childTnLst>
                                </p:cTn>
                              </p:par>
                            </p:childTnLst>
                          </p:cTn>
                        </p:par>
                        <p:par>
                          <p:cTn id="14" fill="hold" nodeType="afterGroup">
                            <p:stCondLst>
                              <p:cond delay="1500"/>
                            </p:stCondLst>
                            <p:childTnLst>
                              <p:par>
                                <p:cTn id="15" presetID="29" presetClass="entr" presetSubtype="0" dur="1000" fill="hold" nodeType="afterEffect">
                                  <p:stCondLst>
                                    <p:cond delay="0"/>
                                  </p:stCondLst>
                                  <p:childTnLst>
                                    <p:set>
                                      <p:cBhvr>
                                        <p:cTn id="16" dur="1" fill="hold">
                                          <p:stCondLst>
                                            <p:cond delay="0"/>
                                          </p:stCondLst>
                                        </p:cTn>
                                        <p:tgtEl>
                                          <p:spTgt spid="40"/>
                                        </p:tgtEl>
                                        <p:attrNameLst>
                                          <p:attrName>style.visibility</p:attrName>
                                        </p:attrNameLst>
                                      </p:cBhvr>
                                      <p:to>
                                        <p:strVal val="visible"/>
                                      </p:to>
                                    </p:set>
                                    <p:anim calcmode="lin" valueType="num">
                                      <p:cBhvr>
                                        <p:cTn id="17" dur="1000" fill="hold"/>
                                        <p:tgtEl>
                                          <p:spTgt spid="40"/>
                                        </p:tgtEl>
                                        <p:attrNameLst>
                                          <p:attrName>ppt_x</p:attrName>
                                        </p:attrNameLst>
                                      </p:cBhvr>
                                      <p:tavLst>
                                        <p:tav tm="0">
                                          <p:val>
                                            <p:strVal val="#ppt_x-.2"/>
                                          </p:val>
                                        </p:tav>
                                        <p:tav tm="100000">
                                          <p:val>
                                            <p:strVal val="#ppt_x"/>
                                          </p:val>
                                        </p:tav>
                                      </p:tavLst>
                                    </p:anim>
                                    <p:anim calcmode="lin" valueType="num">
                                      <p:cBhvr>
                                        <p:cTn id="18" dur="1000" fill="hold"/>
                                        <p:tgtEl>
                                          <p:spTgt spid="40"/>
                                        </p:tgtEl>
                                        <p:attrNameLst>
                                          <p:attrName>ppt_y</p:attrName>
                                        </p:attrNameLst>
                                      </p:cBhvr>
                                      <p:tavLst>
                                        <p:tav tm="0">
                                          <p:val>
                                            <p:strVal val="#ppt_y"/>
                                          </p:val>
                                        </p:tav>
                                        <p:tav tm="100000">
                                          <p:val>
                                            <p:strVal val="#ppt_y"/>
                                          </p:val>
                                        </p:tav>
                                      </p:tavLst>
                                    </p:anim>
                                    <p:animEffect transition="in" filter="wipe(right)" prLst="gradientSize: 0.1">
                                      <p:cBhvr>
                                        <p:cTn id="19" dur="1000"/>
                                        <p:tgtEl>
                                          <p:spTgt spid="40"/>
                                        </p:tgtEl>
                                      </p:cBhvr>
                                    </p:animEffect>
                                  </p:childTnLst>
                                </p:cTn>
                              </p:par>
                            </p:childTnLst>
                          </p:cTn>
                        </p:par>
                        <p:par>
                          <p:cTn id="20" fill="hold" nodeType="afterGroup">
                            <p:stCondLst>
                              <p:cond delay="2500"/>
                            </p:stCondLst>
                            <p:childTnLst>
                              <p:par>
                                <p:cTn id="21" presetID="29" presetClass="entr" presetSubtype="0" dur="1000"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p:cTn id="23" dur="1000" fill="hold"/>
                                        <p:tgtEl>
                                          <p:spTgt spid="41"/>
                                        </p:tgtEl>
                                        <p:attrNameLst>
                                          <p:attrName>ppt_x</p:attrName>
                                        </p:attrNameLst>
                                      </p:cBhvr>
                                      <p:tavLst>
                                        <p:tav tm="0">
                                          <p:val>
                                            <p:strVal val="#ppt_x-.2"/>
                                          </p:val>
                                        </p:tav>
                                        <p:tav tm="100000">
                                          <p:val>
                                            <p:strVal val="#ppt_x"/>
                                          </p:val>
                                        </p:tav>
                                      </p:tavLst>
                                    </p:anim>
                                    <p:anim calcmode="lin" valueType="num">
                                      <p:cBhvr>
                                        <p:cTn id="24" dur="1000" fill="hold"/>
                                        <p:tgtEl>
                                          <p:spTgt spid="41"/>
                                        </p:tgtEl>
                                        <p:attrNameLst>
                                          <p:attrName>ppt_y</p:attrName>
                                        </p:attrNameLst>
                                      </p:cBhvr>
                                      <p:tavLst>
                                        <p:tav tm="0">
                                          <p:val>
                                            <p:strVal val="#ppt_y"/>
                                          </p:val>
                                        </p:tav>
                                        <p:tav tm="100000">
                                          <p:val>
                                            <p:strVal val="#ppt_y"/>
                                          </p:val>
                                        </p:tav>
                                      </p:tavLst>
                                    </p:anim>
                                    <p:animEffect transition="in" filter="wipe(right)" prLst="gradientSize: 0.1">
                                      <p:cBhvr>
                                        <p:cTn id="25" dur="1000"/>
                                        <p:tgtEl>
                                          <p:spTgt spid="41"/>
                                        </p:tgtEl>
                                      </p:cBhvr>
                                    </p:animEffect>
                                  </p:childTnLst>
                                </p:cTn>
                              </p:par>
                            </p:childTnLst>
                          </p:cTn>
                        </p:par>
                        <p:par>
                          <p:cTn id="26" fill="hold" nodeType="afterGroup">
                            <p:stCondLst>
                              <p:cond delay="3500"/>
                            </p:stCondLst>
                            <p:childTnLst>
                              <p:par>
                                <p:cTn id="27" presetID="29" presetClass="entr" presetSubtype="0" dur="1000" fill="hold" nodeType="afterEffect">
                                  <p:stCondLst>
                                    <p:cond delay="0"/>
                                  </p:stCondLst>
                                  <p:childTnLst>
                                    <p:set>
                                      <p:cBhvr>
                                        <p:cTn id="28" dur="1" fill="hold">
                                          <p:stCondLst>
                                            <p:cond delay="0"/>
                                          </p:stCondLst>
                                        </p:cTn>
                                        <p:tgtEl>
                                          <p:spTgt spid="42"/>
                                        </p:tgtEl>
                                        <p:attrNameLst>
                                          <p:attrName>style.visibility</p:attrName>
                                        </p:attrNameLst>
                                      </p:cBhvr>
                                      <p:to>
                                        <p:strVal val="visible"/>
                                      </p:to>
                                    </p:set>
                                    <p:anim calcmode="lin" valueType="num">
                                      <p:cBhvr>
                                        <p:cTn id="29" dur="1000" fill="hold"/>
                                        <p:tgtEl>
                                          <p:spTgt spid="42"/>
                                        </p:tgtEl>
                                        <p:attrNameLst>
                                          <p:attrName>ppt_x</p:attrName>
                                        </p:attrNameLst>
                                      </p:cBhvr>
                                      <p:tavLst>
                                        <p:tav tm="0">
                                          <p:val>
                                            <p:strVal val="#ppt_x-.2"/>
                                          </p:val>
                                        </p:tav>
                                        <p:tav tm="100000">
                                          <p:val>
                                            <p:strVal val="#ppt_x"/>
                                          </p:val>
                                        </p:tav>
                                      </p:tavLst>
                                    </p:anim>
                                    <p:anim calcmode="lin" valueType="num">
                                      <p:cBhvr>
                                        <p:cTn id="30" dur="1000" fill="hold"/>
                                        <p:tgtEl>
                                          <p:spTgt spid="42"/>
                                        </p:tgtEl>
                                        <p:attrNameLst>
                                          <p:attrName>ppt_y</p:attrName>
                                        </p:attrNameLst>
                                      </p:cBhvr>
                                      <p:tavLst>
                                        <p:tav tm="0">
                                          <p:val>
                                            <p:strVal val="#ppt_y"/>
                                          </p:val>
                                        </p:tav>
                                        <p:tav tm="100000">
                                          <p:val>
                                            <p:strVal val="#ppt_y"/>
                                          </p:val>
                                        </p:tav>
                                      </p:tavLst>
                                    </p:anim>
                                    <p:animEffect transition="in" filter="wipe(right)" prLst="gradientSize: 0.1">
                                      <p:cBhvr>
                                        <p:cTn id="31" dur="1000"/>
                                        <p:tgtEl>
                                          <p:spTgt spid="42"/>
                                        </p:tgtEl>
                                      </p:cBhvr>
                                    </p:animEffect>
                                  </p:childTnLst>
                                </p:cTn>
                              </p:par>
                            </p:childTnLst>
                          </p:cTn>
                        </p:par>
                      </p:childTnLst>
                    </p:cTn>
                  </p:par>
                  <p:par>
                    <p:cTn id="32" fill="hold" nodeType="clickPar">
                      <p:stCondLst>
                        <p:cond delay="indefinite"/>
                        <p:cond evt="onBegin" delay="0">
                          <p:tn val="31"/>
                        </p:cond>
                      </p:stCondLst>
                      <p:childTnLst>
                        <p:par>
                          <p:cTn id="33" fill="hold">
                            <p:stCondLst>
                              <p:cond delay="0"/>
                            </p:stCondLst>
                            <p:childTnLst>
                              <p:par>
                                <p:cTn id="34" presetID="53" presetClass="entr" presetSubtype="16" dur="500" fill="hold" nodeType="clickEffect">
                                  <p:stCondLst>
                                    <p:cond delay="0"/>
                                  </p:stCondLst>
                                  <p:childTnLst>
                                    <p:set>
                                      <p:cBhvr>
                                        <p:cTn id="35" dur="1" fill="hold">
                                          <p:stCondLst>
                                            <p:cond delay="0"/>
                                          </p:stCondLst>
                                        </p:cTn>
                                        <p:tgtEl>
                                          <p:spTgt spid="60"/>
                                        </p:tgtEl>
                                        <p:attrNameLst>
                                          <p:attrName>style.visibility</p:attrName>
                                        </p:attrNameLst>
                                      </p:cBhvr>
                                      <p:to>
                                        <p:strVal val="visible"/>
                                      </p:to>
                                    </p:set>
                                    <p:anim calcmode="lin" valueType="num">
                                      <p:cBhvr>
                                        <p:cTn id="36" dur="500" fill="hold"/>
                                        <p:tgtEl>
                                          <p:spTgt spid="60"/>
                                        </p:tgtEl>
                                        <p:attrNameLst>
                                          <p:attrName>ppt_w</p:attrName>
                                        </p:attrNameLst>
                                      </p:cBhvr>
                                      <p:tavLst>
                                        <p:tav tm="0">
                                          <p:val>
                                            <p:fltVal val="0"/>
                                          </p:val>
                                        </p:tav>
                                        <p:tav tm="100000">
                                          <p:val>
                                            <p:strVal val="#ppt_w"/>
                                          </p:val>
                                        </p:tav>
                                      </p:tavLst>
                                    </p:anim>
                                    <p:anim calcmode="lin" valueType="num">
                                      <p:cBhvr>
                                        <p:cTn id="37" dur="500" fill="hold"/>
                                        <p:tgtEl>
                                          <p:spTgt spid="60"/>
                                        </p:tgtEl>
                                        <p:attrNameLst>
                                          <p:attrName>ppt_h</p:attrName>
                                        </p:attrNameLst>
                                      </p:cBhvr>
                                      <p:tavLst>
                                        <p:tav tm="0">
                                          <p:val>
                                            <p:fltVal val="0"/>
                                          </p:val>
                                        </p:tav>
                                        <p:tav tm="100000">
                                          <p:val>
                                            <p:strVal val="#ppt_h"/>
                                          </p:val>
                                        </p:tav>
                                      </p:tavLst>
                                    </p:anim>
                                    <p:animEffect transition="in" filter="fade">
                                      <p:cBhvr>
                                        <p:cTn id="38"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3" name="组合 2"/>
          <p:cNvGrpSpPr/>
          <p:nvPr/>
        </p:nvGrpSpPr>
        <p:grpSpPr>
          <a:xfrm>
            <a:off x="269073" y="251836"/>
            <a:ext cx="618686" cy="1786826"/>
            <a:chOff x="10936436" y="-2013487"/>
            <a:chExt cx="618686" cy="1846084"/>
          </a:xfrm>
        </p:grpSpPr>
        <p:sp>
          <p:nvSpPr>
            <p:cNvPr id="4" name="文本框 3"/>
            <p:cNvSpPr txBox="1"/>
            <p:nvPr/>
          </p:nvSpPr>
          <p:spPr>
            <a:xfrm>
              <a:off x="10936436"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白墙灰瓦雨如烟</a:t>
              </a:r>
              <a:endParaRPr lang="zh-CN" altLang="en-US" sz="1100">
                <a:solidFill>
                  <a:schemeClr val="tx1">
                    <a:lumMod val="85000"/>
                    <a:lumOff val="15000"/>
                  </a:schemeClr>
                </a:solidFill>
                <a:cs typeface="+mn-ea"/>
                <a:sym typeface="+mn-lt"/>
              </a:endParaRPr>
            </a:p>
          </p:txBody>
        </p:sp>
        <p:sp>
          <p:nvSpPr>
            <p:cNvPr id="5" name="文本框 4"/>
            <p:cNvSpPr txBox="1"/>
            <p:nvPr/>
          </p:nvSpPr>
          <p:spPr>
            <a:xfrm>
              <a:off x="11201179"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古意石桥月半弯</a:t>
              </a:r>
              <a:endParaRPr lang="zh-CN" altLang="en-US" sz="1100">
                <a:solidFill>
                  <a:schemeClr val="tx1">
                    <a:lumMod val="85000"/>
                    <a:lumOff val="15000"/>
                  </a:schemeClr>
                </a:solidFill>
                <a:cs typeface="+mn-ea"/>
                <a:sym typeface="+mn-lt"/>
              </a:endParaRPr>
            </a:p>
          </p:txBody>
        </p:sp>
      </p:grpSp>
      <p:sp>
        <p:nvSpPr>
          <p:cNvPr id="6" name="文本框 5"/>
          <p:cNvSpPr txBox="1"/>
          <p:nvPr/>
        </p:nvSpPr>
        <p:spPr>
          <a:xfrm>
            <a:off x="3939630" y="814566"/>
            <a:ext cx="1109486" cy="4508927"/>
          </a:xfrm>
          <a:prstGeom prst="rect">
            <a:avLst/>
          </a:prstGeom>
          <a:noFill/>
        </p:spPr>
        <p:txBody>
          <a:bodyPr wrap="square" rtlCol="0">
            <a:spAutoFit/>
          </a:bodyPr>
          <a:lstStyle/>
          <a:p>
            <a:pPr algn="dist"/>
            <a:r>
              <a:rPr lang="zh-CN" altLang="en-US" sz="28700">
                <a:gradFill>
                  <a:gsLst>
                    <a:gs pos="29000">
                      <a:srgbClr val="282C33">
                        <a:alpha val="91000"/>
                      </a:srgbClr>
                    </a:gs>
                    <a:gs pos="60000">
                      <a:srgbClr val="282C33">
                        <a:alpha val="0"/>
                      </a:srgbClr>
                    </a:gs>
                  </a:gsLst>
                  <a:lin ang="5400000" scaled="1"/>
                </a:gradFill>
                <a:cs typeface="+mn-ea"/>
                <a:sym typeface="+mn-lt"/>
              </a:rPr>
              <a:t>壹</a:t>
            </a:r>
          </a:p>
        </p:txBody>
      </p:sp>
      <p:grpSp>
        <p:nvGrpSpPr>
          <p:cNvPr id="7" name="组合 6"/>
          <p:cNvGrpSpPr/>
          <p:nvPr/>
        </p:nvGrpSpPr>
        <p:grpSpPr>
          <a:xfrm>
            <a:off x="2745423" y="3116537"/>
            <a:ext cx="6955350" cy="1733346"/>
            <a:chOff x="2936201" y="2850518"/>
            <a:chExt cx="6955350" cy="1733346"/>
          </a:xfrm>
        </p:grpSpPr>
        <p:grpSp>
          <p:nvGrpSpPr>
            <p:cNvPr id="8" name="组合 7"/>
            <p:cNvGrpSpPr/>
            <p:nvPr/>
          </p:nvGrpSpPr>
          <p:grpSpPr>
            <a:xfrm rot="21417380">
              <a:off x="2936201" y="2850518"/>
              <a:ext cx="6955350" cy="1733346"/>
              <a:chOff x="-15230" y="-2173288"/>
              <a:chExt cx="2171456" cy="571501"/>
            </a:xfrm>
            <a:solidFill>
              <a:srgbClr val="282C33"/>
            </a:solidFill>
          </p:grpSpPr>
          <p:sp>
            <p:nvSpPr>
              <p:cNvPr id="10" name="Freeform 692"/>
              <p:cNvSpPr/>
              <p:nvPr/>
            </p:nvSpPr>
            <p:spPr bwMode="auto">
              <a:xfrm flipH="1">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1" name="Freeform 693"/>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2" name="Freeform 699"/>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4" name="Freeform 700"/>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5" name="Freeform 701"/>
              <p:cNvSpPr>
                <a:spLocks noEditPoints="1"/>
              </p:cNvSpPr>
              <p:nvPr/>
            </p:nvSpPr>
            <p:spPr bwMode="auto">
              <a:xfrm rot="15140">
                <a:off x="-15230" y="-2018784"/>
                <a:ext cx="2171456" cy="37612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6" name="Freeform 702"/>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7" name="Freeform 703"/>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8" name="Freeform 704"/>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9" name="Freeform 705"/>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0" name="Freeform 706"/>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1" name="Freeform 707"/>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2" name="Freeform 708"/>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3" name="Freeform 709"/>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4" name="Freeform 710"/>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5" name="Freeform 711"/>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6" name="Freeform 712"/>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7" name="Freeform 713"/>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8" name="Freeform 714"/>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9" name="Freeform 715"/>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9" name="文本框 8"/>
            <p:cNvSpPr txBox="1"/>
            <p:nvPr/>
          </p:nvSpPr>
          <p:spPr>
            <a:xfrm>
              <a:off x="3214635" y="3489470"/>
              <a:ext cx="5354012" cy="923330"/>
            </a:xfrm>
            <a:prstGeom prst="rect">
              <a:avLst/>
            </a:prstGeom>
            <a:noFill/>
          </p:spPr>
          <p:txBody>
            <a:bodyPr wrap="square" rtlCol="0">
              <a:spAutoFit/>
            </a:bodyPr>
            <a:lstStyle/>
            <a:p>
              <a:pPr algn="dist"/>
              <a:r>
                <a:rPr lang="zh-CN" altLang="en-US" sz="5400" spc="300">
                  <a:solidFill>
                    <a:schemeClr val="bg1"/>
                  </a:solidFill>
                  <a:cs typeface="+mn-ea"/>
                  <a:sym typeface="+mn-lt"/>
                </a:rPr>
                <a:t>输入标题内容一</a:t>
              </a:r>
              <a:endParaRPr lang="en-US" altLang="zh-CN" sz="5400" spc="300">
                <a:solidFill>
                  <a:schemeClr val="bg1"/>
                </a:solidFill>
                <a:cs typeface="+mn-ea"/>
                <a:sym typeface="+mn-lt"/>
              </a:endParaRPr>
            </a:p>
          </p:txBody>
        </p:sp>
      </p:grpSp>
      <p:sp>
        <p:nvSpPr>
          <p:cNvPr id="30" name="文本框 29"/>
          <p:cNvSpPr txBox="1"/>
          <p:nvPr/>
        </p:nvSpPr>
        <p:spPr>
          <a:xfrm>
            <a:off x="2443759" y="4969318"/>
            <a:ext cx="7245496" cy="619913"/>
          </a:xfrm>
          <a:prstGeom prst="rect">
            <a:avLst/>
          </a:prstGeom>
          <a:noFill/>
        </p:spPr>
        <p:txBody>
          <a:bodyPr wrap="square" rtlCol="0">
            <a:spAutoFit/>
          </a:bodyPr>
          <a:lstStyle/>
          <a:p>
            <a:pPr algn="ctr">
              <a:lnSpc>
                <a:spcPct val="150000"/>
              </a:lnSpc>
            </a:pPr>
            <a:r>
              <a:rPr lang="en-US" altLang="zh-CN" sz="1200" b="1">
                <a:solidFill>
                  <a:schemeClr val="tx1">
                    <a:lumMod val="65000"/>
                    <a:lumOff val="35000"/>
                    <a:alpha val="69000"/>
                  </a:schemeClr>
                </a:solidFill>
                <a:cs typeface="+mn-ea"/>
                <a:sym typeface="+mn-lt"/>
              </a:rPr>
              <a:t>The average person is always waiting for an opportunity to come The average person is always waiting for an The average for an The average</a:t>
            </a:r>
            <a:endParaRPr lang="zh-CN" altLang="en-US" sz="1200" b="1">
              <a:solidFill>
                <a:schemeClr val="tx1">
                  <a:lumMod val="65000"/>
                  <a:lumOff val="35000"/>
                  <a:alpha val="69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dur="75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par>
                          <p:cTn id="8" fill="hold" nodeType="afterGroup">
                            <p:stCondLst>
                              <p:cond delay="750"/>
                            </p:stCondLst>
                            <p:childTnLst>
                              <p:par>
                                <p:cTn id="9" presetID="42" presetClass="entr" presetSubtype="0" dur="75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750"/>
                                        <p:tgtEl>
                                          <p:spTgt spid="6"/>
                                        </p:tgtEl>
                                      </p:cBhvr>
                                    </p:animEffect>
                                    <p:anim calcmode="lin" valueType="num">
                                      <p:cBhvr>
                                        <p:cTn id="12" dur="750" fill="hold"/>
                                        <p:tgtEl>
                                          <p:spTgt spid="6"/>
                                        </p:tgtEl>
                                        <p:attrNameLst>
                                          <p:attrName>ppt_x</p:attrName>
                                        </p:attrNameLst>
                                      </p:cBhvr>
                                      <p:tavLst>
                                        <p:tav tm="0">
                                          <p:val>
                                            <p:strVal val="#ppt_x"/>
                                          </p:val>
                                        </p:tav>
                                        <p:tav tm="100000">
                                          <p:val>
                                            <p:strVal val="#ppt_x"/>
                                          </p:val>
                                        </p:tav>
                                      </p:tavLst>
                                    </p:anim>
                                    <p:anim calcmode="lin" valueType="num">
                                      <p:cBhvr>
                                        <p:cTn id="13" dur="750" fill="hold"/>
                                        <p:tgtEl>
                                          <p:spTgt spid="6"/>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16" presetClass="entr" presetSubtype="21" dur="75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750"/>
                                        <p:tgtEl>
                                          <p:spTgt spid="7"/>
                                        </p:tgtEl>
                                      </p:cBhvr>
                                    </p:animEffect>
                                  </p:childTnLst>
                                </p:cTn>
                              </p:par>
                            </p:childTnLst>
                          </p:cTn>
                        </p:par>
                        <p:par>
                          <p:cTn id="18" fill="hold" nodeType="afterGroup">
                            <p:stCondLst>
                              <p:cond delay="2250"/>
                            </p:stCondLst>
                            <p:childTnLst>
                              <p:par>
                                <p:cTn id="19" presetID="42" presetClass="entr" presetSubtype="0" dur="75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750"/>
                                        <p:tgtEl>
                                          <p:spTgt spid="30"/>
                                        </p:tgtEl>
                                      </p:cBhvr>
                                    </p:animEffect>
                                    <p:anim calcmode="lin" valueType="num">
                                      <p:cBhvr>
                                        <p:cTn id="22" dur="750" fill="hold"/>
                                        <p:tgtEl>
                                          <p:spTgt spid="30"/>
                                        </p:tgtEl>
                                        <p:attrNameLst>
                                          <p:attrName>ppt_x</p:attrName>
                                        </p:attrNameLst>
                                      </p:cBhvr>
                                      <p:tavLst>
                                        <p:tav tm="0">
                                          <p:val>
                                            <p:strVal val="#ppt_x"/>
                                          </p:val>
                                        </p:tav>
                                        <p:tav tm="100000">
                                          <p:val>
                                            <p:strVal val="#ppt_x"/>
                                          </p:val>
                                        </p:tav>
                                      </p:tavLst>
                                    </p:anim>
                                    <p:anim calcmode="lin" valueType="num">
                                      <p:cBhvr>
                                        <p:cTn id="23" dur="7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îsḻîḍe"/>
          <p:cNvSpPr txBox="1"/>
          <p:nvPr>
            <p:custDataLst>
              <p:tags r:id="rId1"/>
            </p:custDataLst>
          </p:nvPr>
        </p:nvSpPr>
        <p:spPr>
          <a:xfrm>
            <a:off x="9185957" y="2366608"/>
            <a:ext cx="1730374" cy="400110"/>
          </a:xfrm>
          <a:prstGeom prst="rect">
            <a:avLst/>
          </a:prstGeom>
          <a:noFill/>
        </p:spPr>
        <p:txBody>
          <a:bodyPr wrap="square" rtlCol="0">
            <a:spAutoFit/>
          </a:bodyPr>
          <a:lstStyle/>
          <a:p>
            <a:r>
              <a:rPr lang="zh-CN" altLang="en-US" sz="2000" b="1">
                <a:solidFill>
                  <a:srgbClr val="595959"/>
                </a:solidFill>
                <a:cs typeface="+mn-ea"/>
                <a:sym typeface="+mn-lt"/>
              </a:rPr>
              <a:t>添加标题</a:t>
            </a:r>
            <a:endParaRPr lang="en-US" altLang="zh-CN" sz="2000" b="1">
              <a:solidFill>
                <a:srgbClr val="595959"/>
              </a:solidFill>
              <a:cs typeface="+mn-ea"/>
              <a:sym typeface="+mn-lt"/>
            </a:endParaRPr>
          </a:p>
        </p:txBody>
      </p:sp>
      <p:sp>
        <p:nvSpPr>
          <p:cNvPr id="5" name="PA-íṩ1îḍê"/>
          <p:cNvSpPr txBox="1"/>
          <p:nvPr>
            <p:custDataLst>
              <p:tags r:id="rId2"/>
            </p:custDataLst>
          </p:nvPr>
        </p:nvSpPr>
        <p:spPr>
          <a:xfrm>
            <a:off x="1162628" y="1808204"/>
            <a:ext cx="4477350" cy="584775"/>
          </a:xfrm>
          <a:prstGeom prst="rect">
            <a:avLst/>
          </a:prstGeom>
          <a:noFill/>
        </p:spPr>
        <p:txBody>
          <a:bodyPr wrap="square">
            <a:spAutoFit/>
          </a:bodyPr>
          <a:lstStyle/>
          <a:p>
            <a:r>
              <a:rPr lang="zh-CN" altLang="en-US" sz="3200">
                <a:solidFill>
                  <a:srgbClr val="595959"/>
                </a:solidFill>
                <a:cs typeface="+mn-ea"/>
                <a:sym typeface="+mn-lt"/>
              </a:rPr>
              <a:t>点击在此添加标题</a:t>
            </a:r>
            <a:endParaRPr lang="en-US" altLang="zh-CN" sz="3200">
              <a:solidFill>
                <a:srgbClr val="595959"/>
              </a:solidFill>
              <a:cs typeface="+mn-ea"/>
              <a:sym typeface="+mn-lt"/>
            </a:endParaRPr>
          </a:p>
        </p:txBody>
      </p:sp>
      <p:grpSp>
        <p:nvGrpSpPr>
          <p:cNvPr id="6" name="组合 5"/>
          <p:cNvGrpSpPr/>
          <p:nvPr/>
        </p:nvGrpSpPr>
        <p:grpSpPr>
          <a:xfrm>
            <a:off x="923780" y="2706337"/>
            <a:ext cx="4274207" cy="1201949"/>
            <a:chOff x="894750" y="3305432"/>
            <a:chExt cx="4274207" cy="1201949"/>
          </a:xfrm>
        </p:grpSpPr>
        <p:sp>
          <p:nvSpPr>
            <p:cNvPr id="7" name="iṣľíde"/>
            <p:cNvSpPr/>
            <p:nvPr/>
          </p:nvSpPr>
          <p:spPr>
            <a:xfrm>
              <a:off x="894750" y="3305432"/>
              <a:ext cx="4274207" cy="1175333"/>
            </a:xfrm>
            <a:prstGeom prst="roundRect">
              <a:avLst>
                <a:gd name="adj" fmla="val 7400"/>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a:solidFill>
                  <a:srgbClr val="FFFFFF"/>
                </a:solidFill>
                <a:cs typeface="+mn-ea"/>
                <a:sym typeface="+mn-lt"/>
              </a:endParaRPr>
            </a:p>
          </p:txBody>
        </p:sp>
        <p:sp>
          <p:nvSpPr>
            <p:cNvPr id="8" name="islïḋe"/>
            <p:cNvSpPr txBox="1"/>
            <p:nvPr/>
          </p:nvSpPr>
          <p:spPr>
            <a:xfrm>
              <a:off x="1236541" y="3430163"/>
              <a:ext cx="2000863" cy="369332"/>
            </a:xfrm>
            <a:prstGeom prst="rect">
              <a:avLst/>
            </a:prstGeom>
            <a:noFill/>
          </p:spPr>
          <p:txBody>
            <a:bodyPr wrap="square" rtlCol="0">
              <a:spAutoFit/>
            </a:bodyPr>
            <a:lstStyle/>
            <a:p>
              <a:r>
                <a:rPr lang="zh-CN" altLang="en-US" b="1">
                  <a:solidFill>
                    <a:srgbClr val="FFFFFF"/>
                  </a:solidFill>
                  <a:cs typeface="+mn-ea"/>
                  <a:sym typeface="+mn-lt"/>
                </a:rPr>
                <a:t>添加标题</a:t>
              </a:r>
              <a:endParaRPr lang="en-US" altLang="zh-CN" b="1">
                <a:solidFill>
                  <a:srgbClr val="FFFFFF"/>
                </a:solidFill>
                <a:cs typeface="+mn-ea"/>
                <a:sym typeface="+mn-lt"/>
              </a:endParaRPr>
            </a:p>
          </p:txBody>
        </p:sp>
        <p:sp>
          <p:nvSpPr>
            <p:cNvPr id="9" name="íšľîdê"/>
            <p:cNvSpPr txBox="1"/>
            <p:nvPr/>
          </p:nvSpPr>
          <p:spPr>
            <a:xfrm>
              <a:off x="1236542" y="3799495"/>
              <a:ext cx="3124200" cy="707886"/>
            </a:xfrm>
            <a:prstGeom prst="rect">
              <a:avLst/>
            </a:prstGeom>
            <a:noFill/>
          </p:spPr>
          <p:txBody>
            <a:bodyPr wrap="square" rtlCol="0">
              <a:spAutoFit/>
            </a:bodyPr>
            <a:lstStyle/>
            <a:p>
              <a:pPr>
                <a:lnSpc>
                  <a:spcPct val="150000"/>
                </a:lnSpc>
              </a:pPr>
              <a:r>
                <a:rPr lang="zh-CN" altLang="en-US" sz="1400">
                  <a:solidFill>
                    <a:srgbClr val="FFFFFF"/>
                  </a:solidFill>
                  <a:cs typeface="+mn-ea"/>
                  <a:sym typeface="+mn-lt"/>
                </a:rPr>
                <a:t>点击在此输入说文本点击在此输入说明文本点击在此输入说明文本</a:t>
              </a:r>
              <a:endParaRPr lang="en-US" altLang="zh-CN" sz="1400">
                <a:solidFill>
                  <a:srgbClr val="FFFFFF"/>
                </a:solidFill>
                <a:cs typeface="+mn-ea"/>
                <a:sym typeface="+mn-lt"/>
              </a:endParaRPr>
            </a:p>
          </p:txBody>
        </p:sp>
        <p:sp>
          <p:nvSpPr>
            <p:cNvPr id="10" name="iṧľíďe"/>
            <p:cNvSpPr txBox="1"/>
            <p:nvPr/>
          </p:nvSpPr>
          <p:spPr>
            <a:xfrm>
              <a:off x="4154734" y="3308250"/>
              <a:ext cx="892251" cy="769441"/>
            </a:xfrm>
            <a:prstGeom prst="rect">
              <a:avLst/>
            </a:prstGeom>
            <a:noFill/>
          </p:spPr>
          <p:txBody>
            <a:bodyPr wrap="square" rtlCol="0">
              <a:spAutoFit/>
            </a:bodyPr>
            <a:lstStyle/>
            <a:p>
              <a:r>
                <a:rPr lang="en-US" altLang="zh-CN" sz="4400" b="1">
                  <a:solidFill>
                    <a:srgbClr val="FFFFFF"/>
                  </a:solidFill>
                  <a:cs typeface="+mn-ea"/>
                  <a:sym typeface="+mn-lt"/>
                </a:rPr>
                <a:t>0</a:t>
              </a:r>
              <a:r>
                <a:rPr lang="en-US" altLang="zh-CN" sz="100" b="1">
                  <a:solidFill>
                    <a:srgbClr val="FFFFFF"/>
                  </a:solidFill>
                  <a:cs typeface="+mn-ea"/>
                  <a:sym typeface="+mn-lt"/>
                </a:rPr>
                <a:t> </a:t>
              </a:r>
              <a:r>
                <a:rPr lang="en-US" altLang="zh-CN" sz="4400" b="1">
                  <a:solidFill>
                    <a:srgbClr val="FFFFFF"/>
                  </a:solidFill>
                  <a:cs typeface="+mn-ea"/>
                  <a:sym typeface="+mn-lt"/>
                </a:rPr>
                <a:t>1</a:t>
              </a:r>
            </a:p>
          </p:txBody>
        </p:sp>
      </p:grpSp>
      <p:grpSp>
        <p:nvGrpSpPr>
          <p:cNvPr id="11" name="组合 10"/>
          <p:cNvGrpSpPr/>
          <p:nvPr/>
        </p:nvGrpSpPr>
        <p:grpSpPr>
          <a:xfrm>
            <a:off x="923780" y="4191675"/>
            <a:ext cx="4274207" cy="1201949"/>
            <a:chOff x="894751" y="4790770"/>
            <a:chExt cx="4041530" cy="1201949"/>
          </a:xfrm>
        </p:grpSpPr>
        <p:sp>
          <p:nvSpPr>
            <p:cNvPr id="12" name="ïŝľiḑe"/>
            <p:cNvSpPr/>
            <p:nvPr/>
          </p:nvSpPr>
          <p:spPr>
            <a:xfrm>
              <a:off x="894751" y="4790770"/>
              <a:ext cx="4041530" cy="1175333"/>
            </a:xfrm>
            <a:prstGeom prst="roundRect">
              <a:avLst>
                <a:gd name="adj" fmla="val 7400"/>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a:solidFill>
                  <a:srgbClr val="FFFFFF"/>
                </a:solidFill>
                <a:cs typeface="+mn-ea"/>
                <a:sym typeface="+mn-lt"/>
              </a:endParaRPr>
            </a:p>
          </p:txBody>
        </p:sp>
        <p:sp>
          <p:nvSpPr>
            <p:cNvPr id="13" name="íšliḓê"/>
            <p:cNvSpPr txBox="1"/>
            <p:nvPr/>
          </p:nvSpPr>
          <p:spPr>
            <a:xfrm>
              <a:off x="1236541" y="4915501"/>
              <a:ext cx="2000863" cy="369332"/>
            </a:xfrm>
            <a:prstGeom prst="rect">
              <a:avLst/>
            </a:prstGeom>
            <a:noFill/>
          </p:spPr>
          <p:txBody>
            <a:bodyPr wrap="square" rtlCol="0">
              <a:spAutoFit/>
            </a:bodyPr>
            <a:lstStyle/>
            <a:p>
              <a:r>
                <a:rPr lang="zh-CN" altLang="en-US" b="1">
                  <a:solidFill>
                    <a:srgbClr val="FFFFFF"/>
                  </a:solidFill>
                  <a:cs typeface="+mn-ea"/>
                  <a:sym typeface="+mn-lt"/>
                </a:rPr>
                <a:t>添加标题</a:t>
              </a:r>
              <a:endParaRPr lang="en-US" altLang="zh-CN" b="1">
                <a:solidFill>
                  <a:srgbClr val="FFFFFF"/>
                </a:solidFill>
                <a:cs typeface="+mn-ea"/>
                <a:sym typeface="+mn-lt"/>
              </a:endParaRPr>
            </a:p>
          </p:txBody>
        </p:sp>
        <p:sp>
          <p:nvSpPr>
            <p:cNvPr id="14" name="ïsḻîḍè"/>
            <p:cNvSpPr txBox="1"/>
            <p:nvPr/>
          </p:nvSpPr>
          <p:spPr>
            <a:xfrm>
              <a:off x="1236542" y="5284833"/>
              <a:ext cx="2880083" cy="707886"/>
            </a:xfrm>
            <a:prstGeom prst="rect">
              <a:avLst/>
            </a:prstGeom>
            <a:noFill/>
          </p:spPr>
          <p:txBody>
            <a:bodyPr wrap="square" rtlCol="0">
              <a:spAutoFit/>
            </a:bodyPr>
            <a:lstStyle/>
            <a:p>
              <a:pPr>
                <a:lnSpc>
                  <a:spcPct val="150000"/>
                </a:lnSpc>
              </a:pPr>
              <a:r>
                <a:rPr lang="zh-CN" altLang="en-US" sz="1400">
                  <a:solidFill>
                    <a:srgbClr val="FFFFFF"/>
                  </a:solidFill>
                  <a:cs typeface="+mn-ea"/>
                  <a:sym typeface="+mn-lt"/>
                </a:rPr>
                <a:t>点击在此输入说文本点击在此输入说明文本点击在此输入说明文本</a:t>
              </a:r>
              <a:endParaRPr lang="en-US" altLang="zh-CN" sz="1400">
                <a:solidFill>
                  <a:srgbClr val="FFFFFF"/>
                </a:solidFill>
                <a:cs typeface="+mn-ea"/>
                <a:sym typeface="+mn-lt"/>
              </a:endParaRPr>
            </a:p>
          </p:txBody>
        </p:sp>
        <p:sp>
          <p:nvSpPr>
            <p:cNvPr id="15" name="ïsľîďe"/>
            <p:cNvSpPr txBox="1"/>
            <p:nvPr/>
          </p:nvSpPr>
          <p:spPr>
            <a:xfrm>
              <a:off x="3992175" y="4793588"/>
              <a:ext cx="892251" cy="769441"/>
            </a:xfrm>
            <a:prstGeom prst="rect">
              <a:avLst/>
            </a:prstGeom>
            <a:noFill/>
          </p:spPr>
          <p:txBody>
            <a:bodyPr wrap="square" rtlCol="0">
              <a:spAutoFit/>
            </a:bodyPr>
            <a:lstStyle/>
            <a:p>
              <a:r>
                <a:rPr lang="en-US" altLang="zh-CN" sz="4400" b="1">
                  <a:solidFill>
                    <a:srgbClr val="FFFFFF"/>
                  </a:solidFill>
                  <a:cs typeface="+mn-ea"/>
                  <a:sym typeface="+mn-lt"/>
                </a:rPr>
                <a:t>0</a:t>
              </a:r>
              <a:r>
                <a:rPr lang="en-US" altLang="zh-CN" sz="100" b="1">
                  <a:solidFill>
                    <a:srgbClr val="FFFFFF"/>
                  </a:solidFill>
                  <a:cs typeface="+mn-ea"/>
                  <a:sym typeface="+mn-lt"/>
                </a:rPr>
                <a:t> </a:t>
              </a:r>
              <a:r>
                <a:rPr lang="en-US" altLang="zh-CN" sz="4400" b="1">
                  <a:solidFill>
                    <a:srgbClr val="FFFFFF"/>
                  </a:solidFill>
                  <a:cs typeface="+mn-ea"/>
                  <a:sym typeface="+mn-lt"/>
                </a:rPr>
                <a:t>2</a:t>
              </a:r>
            </a:p>
          </p:txBody>
        </p:sp>
      </p:grpSp>
      <p:sp>
        <p:nvSpPr>
          <p:cNvPr id="16" name="íšľîdê"/>
          <p:cNvSpPr txBox="1"/>
          <p:nvPr/>
        </p:nvSpPr>
        <p:spPr>
          <a:xfrm>
            <a:off x="9191964" y="2773542"/>
            <a:ext cx="2103838" cy="1526187"/>
          </a:xfrm>
          <a:prstGeom prst="rect">
            <a:avLst/>
          </a:prstGeom>
          <a:noFill/>
        </p:spPr>
        <p:txBody>
          <a:bodyPr wrap="square" rtlCol="0">
            <a:spAutoFit/>
          </a:bodyPr>
          <a:lstStyle/>
          <a:p>
            <a:pPr>
              <a:lnSpc>
                <a:spcPct val="150000"/>
              </a:lnSpc>
            </a:pPr>
            <a:r>
              <a:rPr lang="zh-CN" altLang="en-US" sz="1600">
                <a:solidFill>
                  <a:srgbClr val="595959"/>
                </a:solidFill>
                <a:cs typeface="+mn-ea"/>
                <a:sym typeface="+mn-lt"/>
              </a:rPr>
              <a:t>点击在此输入说文本点击在此输入说明文本点击在此输入说明文本</a:t>
            </a:r>
            <a:endParaRPr lang="en-US" altLang="zh-CN" sz="1600">
              <a:solidFill>
                <a:srgbClr val="595959"/>
              </a:solidFill>
              <a:cs typeface="+mn-ea"/>
              <a:sym typeface="+mn-lt"/>
            </a:endParaRPr>
          </a:p>
        </p:txBody>
      </p:sp>
      <p:pic>
        <p:nvPicPr>
          <p:cNvPr id="20" name="图片 1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076015" y="440996"/>
            <a:ext cx="4397325" cy="62186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0" presetClass="entr" presetSubtype="0" dur="500" fill="hold" grpId="0" nodeType="after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to="" calcmode="lin" valueType="num">
                                      <p:cBhvr>
                                        <p:cTn id="7" dur="500" fill="hold">
                                          <p:stCondLst>
                                            <p:cond delay="0"/>
                                          </p:stCondLst>
                                        </p:cTn>
                                        <p:tgtEl>
                                          <p:spTgt spid="5"/>
                                        </p:tgtEl>
                                        <p:attrNameLst>
                                          <p:attrName>ppt_x</p:attrName>
                                        </p:attrNameLst>
                                      </p:cBhvr>
                                      <p:tavLst>
                                        <p:tav tm="0" fmla="#ppt_x-(-#ppt_w/2*cos(ppt_r/180*pi))*((1.5-1.5*$)^2-(1.5-1.5*$)^3)">
                                          <p:val>
                                            <p:fltVal val="0"/>
                                          </p:val>
                                        </p:tav>
                                        <p:tav tm="100000">
                                          <p:val>
                                            <p:fltVal val="1"/>
                                          </p:val>
                                        </p:tav>
                                      </p:tavLst>
                                    </p:anim>
                                    <p:anim to="" calcmode="lin" valueType="num">
                                      <p:cBhvr>
                                        <p:cTn id="8" dur="500" fill="hold">
                                          <p:stCondLst>
                                            <p:cond delay="0"/>
                                          </p:stCondLst>
                                        </p:cTn>
                                        <p:tgtEl>
                                          <p:spTgt spid="5"/>
                                        </p:tgtEl>
                                        <p:attrNameLst>
                                          <p:attrName>ppt_y</p:attrName>
                                        </p:attrNameLst>
                                      </p:cBhvr>
                                      <p:tavLst>
                                        <p:tav tm="0" fmla="#ppt_y+(-#ppt_h/2*cos(ppt_r/180*pi))*((1.5-1.5*$)^2-(1.5-1.5*$)^3)">
                                          <p:val>
                                            <p:fltVal val="0"/>
                                          </p:val>
                                        </p:tav>
                                        <p:tav tm="100000">
                                          <p:val>
                                            <p:fltVal val="1"/>
                                          </p:val>
                                        </p:tav>
                                      </p:tavLst>
                                    </p:anim>
                                    <p:anim to="" calcmode="lin" valueType="num">
                                      <p:cBhvr>
                                        <p:cTn id="9" dur="500" fill="hold">
                                          <p:stCondLst>
                                            <p:cond delay="0"/>
                                          </p:stCondLst>
                                        </p:cTn>
                                        <p:tgtEl>
                                          <p:spTgt spid="5"/>
                                        </p:tgtEl>
                                        <p:attrNameLst>
                                          <p:attrName>ppt_h</p:attrName>
                                        </p:attrNameLst>
                                      </p:cBhvr>
                                      <p:tavLst>
                                        <p:tav tm="0" fmla="#ppt_h-(-#ppt_h)*((1.5-1.5*$)^2-(1.5-1.5*$)^3)">
                                          <p:val>
                                            <p:fltVal val="0"/>
                                          </p:val>
                                        </p:tav>
                                        <p:tav tm="100000">
                                          <p:val>
                                            <p:fltVal val="1"/>
                                          </p:val>
                                        </p:tav>
                                      </p:tavLst>
                                    </p:anim>
                                    <p:anim to="" calcmode="lin" valueType="num">
                                      <p:cBhvr>
                                        <p:cTn id="10" dur="500" fill="hold">
                                          <p:stCondLst>
                                            <p:cond delay="0"/>
                                          </p:stCondLst>
                                        </p:cTn>
                                        <p:tgtEl>
                                          <p:spTgt spid="5"/>
                                        </p:tgtEl>
                                        <p:attrNameLst>
                                          <p:attrName>ppt_w</p:attrName>
                                        </p:attrNameLst>
                                      </p:cBhvr>
                                      <p:tavLst>
                                        <p:tav tm="0" fmla="#ppt_w-(-#ppt_w)*((1.5-1.5*$)^2-(1.5-1.5*$)^3)">
                                          <p:val>
                                            <p:fltVal val="0"/>
                                          </p:val>
                                        </p:tav>
                                        <p:tav tm="100000">
                                          <p:val>
                                            <p:fltVal val="1"/>
                                          </p:val>
                                        </p:tav>
                                      </p:tavLst>
                                    </p:anim>
                                  </p:childTnLst>
                                </p:cTn>
                              </p:par>
                            </p:childTnLst>
                          </p:cTn>
                        </p:par>
                        <p:par>
                          <p:cTn id="11" fill="hold" nodeType="afterGroup">
                            <p:stCondLst>
                              <p:cond delay="500"/>
                            </p:stCondLst>
                            <p:childTnLst>
                              <p:par>
                                <p:cTn id="12" presetID="12" presetClass="entr" presetSubtype="8" dur="50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p:tgtEl>
                                          <p:spTgt spid="6"/>
                                        </p:tgtEl>
                                        <p:attrNameLst>
                                          <p:attrName>ppt_x</p:attrName>
                                        </p:attrNameLst>
                                      </p:cBhvr>
                                      <p:tavLst>
                                        <p:tav tm="0">
                                          <p:val>
                                            <p:strVal val="#ppt_x-#ppt_w*1.125000"/>
                                          </p:val>
                                        </p:tav>
                                        <p:tav tm="100000">
                                          <p:val>
                                            <p:strVal val="#ppt_x"/>
                                          </p:val>
                                        </p:tav>
                                      </p:tavLst>
                                    </p:anim>
                                    <p:animEffect transition="in" filter="wipe(right)">
                                      <p:cBhvr>
                                        <p:cTn id="15" dur="500"/>
                                        <p:tgtEl>
                                          <p:spTgt spid="6"/>
                                        </p:tgtEl>
                                      </p:cBhvr>
                                    </p:animEffect>
                                  </p:childTnLst>
                                </p:cTn>
                              </p:par>
                            </p:childTnLst>
                          </p:cTn>
                        </p:par>
                        <p:par>
                          <p:cTn id="16" fill="hold" nodeType="afterGroup">
                            <p:stCondLst>
                              <p:cond delay="1000"/>
                            </p:stCondLst>
                            <p:childTnLst>
                              <p:par>
                                <p:cTn id="17" presetID="12" presetClass="entr" presetSubtype="8" dur="50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p:tgtEl>
                                          <p:spTgt spid="11"/>
                                        </p:tgtEl>
                                        <p:attrNameLst>
                                          <p:attrName>ppt_x</p:attrName>
                                        </p:attrNameLst>
                                      </p:cBhvr>
                                      <p:tavLst>
                                        <p:tav tm="0">
                                          <p:val>
                                            <p:strVal val="#ppt_x-#ppt_w*1.125000"/>
                                          </p:val>
                                        </p:tav>
                                        <p:tav tm="100000">
                                          <p:val>
                                            <p:strVal val="#ppt_x"/>
                                          </p:val>
                                        </p:tav>
                                      </p:tavLst>
                                    </p:anim>
                                    <p:animEffect transition="in" filter="wipe(right)">
                                      <p:cBhvr>
                                        <p:cTn id="20" dur="500"/>
                                        <p:tgtEl>
                                          <p:spTgt spid="11"/>
                                        </p:tgtEl>
                                      </p:cBhvr>
                                    </p:animEffect>
                                  </p:childTnLst>
                                </p:cTn>
                              </p:par>
                            </p:childTnLst>
                          </p:cTn>
                        </p:par>
                        <p:par>
                          <p:cTn id="21" fill="hold" nodeType="afterGroup">
                            <p:stCondLst>
                              <p:cond delay="1500"/>
                            </p:stCondLst>
                            <p:childTnLst>
                              <p:par>
                                <p:cTn id="22" presetID="0" presetClass="entr" presetSubtype="0" dur="500" fill="hold" grpId="0" nodeType="afterEffect">
                                  <p:stCondLst>
                                    <p:cond delay="0"/>
                                  </p:stCondLst>
                                  <p:iterate type="lt">
                                    <p:tmPct val="10000"/>
                                  </p:iterate>
                                  <p:childTnLst>
                                    <p:set>
                                      <p:cBhvr>
                                        <p:cTn id="23" dur="1" fill="hold">
                                          <p:stCondLst>
                                            <p:cond delay="0"/>
                                          </p:stCondLst>
                                        </p:cTn>
                                        <p:tgtEl>
                                          <p:spTgt spid="4"/>
                                        </p:tgtEl>
                                        <p:attrNameLst>
                                          <p:attrName>style.visibility</p:attrName>
                                        </p:attrNameLst>
                                      </p:cBhvr>
                                      <p:to>
                                        <p:strVal val="visible"/>
                                      </p:to>
                                    </p:set>
                                    <p:anim to="" calcmode="lin" valueType="num">
                                      <p:cBhvr>
                                        <p:cTn id="24" dur="500" fill="hold">
                                          <p:stCondLst>
                                            <p:cond delay="0"/>
                                          </p:stCondLst>
                                        </p:cTn>
                                        <p:tgtEl>
                                          <p:spTgt spid="4"/>
                                        </p:tgtEl>
                                        <p:attrNameLst>
                                          <p:attrName>ppt_x</p:attrName>
                                        </p:attrNameLst>
                                      </p:cBhvr>
                                      <p:tavLst>
                                        <p:tav tm="0" fmla="#ppt_x-(-#ppt_w/2*cos(ppt_r/180*pi))*((1.5-1.5*$)^2-(1.5-1.5*$)^3)">
                                          <p:val>
                                            <p:fltVal val="0"/>
                                          </p:val>
                                        </p:tav>
                                        <p:tav tm="100000">
                                          <p:val>
                                            <p:fltVal val="1"/>
                                          </p:val>
                                        </p:tav>
                                      </p:tavLst>
                                    </p:anim>
                                    <p:anim to="" calcmode="lin" valueType="num">
                                      <p:cBhvr>
                                        <p:cTn id="25" dur="500" fill="hold">
                                          <p:stCondLst>
                                            <p:cond delay="0"/>
                                          </p:stCondLst>
                                        </p:cTn>
                                        <p:tgtEl>
                                          <p:spTgt spid="4"/>
                                        </p:tgtEl>
                                        <p:attrNameLst>
                                          <p:attrName>ppt_y</p:attrName>
                                        </p:attrNameLst>
                                      </p:cBhvr>
                                      <p:tavLst>
                                        <p:tav tm="0" fmla="#ppt_y+(-#ppt_h/2*cos(ppt_r/180*pi))*((1.5-1.5*$)^2-(1.5-1.5*$)^3)">
                                          <p:val>
                                            <p:fltVal val="0"/>
                                          </p:val>
                                        </p:tav>
                                        <p:tav tm="100000">
                                          <p:val>
                                            <p:fltVal val="1"/>
                                          </p:val>
                                        </p:tav>
                                      </p:tavLst>
                                    </p:anim>
                                    <p:anim to="" calcmode="lin" valueType="num">
                                      <p:cBhvr>
                                        <p:cTn id="26" dur="500" fill="hold">
                                          <p:stCondLst>
                                            <p:cond delay="0"/>
                                          </p:stCondLst>
                                        </p:cTn>
                                        <p:tgtEl>
                                          <p:spTgt spid="4"/>
                                        </p:tgtEl>
                                        <p:attrNameLst>
                                          <p:attrName>ppt_h</p:attrName>
                                        </p:attrNameLst>
                                      </p:cBhvr>
                                      <p:tavLst>
                                        <p:tav tm="0" fmla="#ppt_h-(-#ppt_h)*((1.5-1.5*$)^2-(1.5-1.5*$)^3)">
                                          <p:val>
                                            <p:fltVal val="0"/>
                                          </p:val>
                                        </p:tav>
                                        <p:tav tm="100000">
                                          <p:val>
                                            <p:fltVal val="1"/>
                                          </p:val>
                                        </p:tav>
                                      </p:tavLst>
                                    </p:anim>
                                    <p:anim to="" calcmode="lin" valueType="num">
                                      <p:cBhvr>
                                        <p:cTn id="27" dur="500" fill="hold">
                                          <p:stCondLst>
                                            <p:cond delay="0"/>
                                          </p:stCondLst>
                                        </p:cTn>
                                        <p:tgtEl>
                                          <p:spTgt spid="4"/>
                                        </p:tgtEl>
                                        <p:attrNameLst>
                                          <p:attrName>ppt_w</p:attrName>
                                        </p:attrNameLst>
                                      </p:cBhvr>
                                      <p:tavLst>
                                        <p:tav tm="0" fmla="#ppt_w-(-#ppt_w)*((1.5-1.5*$)^2-(1.5-1.5*$)^3)">
                                          <p:val>
                                            <p:fltVal val="0"/>
                                          </p:val>
                                        </p:tav>
                                        <p:tav tm="100000">
                                          <p:val>
                                            <p:fltVal val="1"/>
                                          </p:val>
                                        </p:tav>
                                      </p:tavLst>
                                    </p:anim>
                                  </p:childTnLst>
                                </p:cTn>
                              </p:par>
                            </p:childTnLst>
                          </p:cTn>
                        </p:par>
                        <p:par>
                          <p:cTn id="28" fill="hold" nodeType="afterGroup">
                            <p:stCondLst>
                              <p:cond delay="2000"/>
                            </p:stCondLst>
                            <p:childTnLst>
                              <p:par>
                                <p:cTn id="29" presetID="18" presetClass="entr" presetSubtype="6" dur="50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strips(downRight)">
                                      <p:cBhvr>
                                        <p:cTn id="3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4"/>
          <p:cNvSpPr txBox="1"/>
          <p:nvPr/>
        </p:nvSpPr>
        <p:spPr>
          <a:xfrm>
            <a:off x="1199487" y="4118561"/>
            <a:ext cx="2338962" cy="369332"/>
          </a:xfrm>
          <a:prstGeom prst="rect">
            <a:avLst/>
          </a:prstGeom>
        </p:spPr>
        <p:txBody>
          <a:bodyPr wrap="square" lIns="0" tIns="0" rIns="0" bIns="0" anchor="ctr">
            <a:spAutoFit/>
          </a:bodyPr>
          <a:lstStyle>
            <a:lvl1pPr marL="273050" indent="-273050" algn="l" defTabSz="913765" rtl="0" eaLnBrk="1" latinLnBrk="0" hangingPunct="1">
              <a:lnSpc>
                <a:spcPct val="90000"/>
              </a:lnSpc>
              <a:spcBef>
                <a:spcPct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ct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ct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ct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ct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ctr" defTabSz="914400">
              <a:lnSpc>
                <a:spcPct val="100000"/>
              </a:lnSpc>
              <a:spcAft>
                <a:spcPct val="0"/>
              </a:spcAft>
              <a:buNone/>
            </a:pPr>
            <a:r>
              <a:rPr lang="zh-CN" altLang="en-US" sz="2400" b="1">
                <a:solidFill>
                  <a:srgbClr val="404040"/>
                </a:solidFill>
                <a:latin typeface="+mn-lt"/>
                <a:cs typeface="+mn-ea"/>
                <a:sym typeface="+mn-lt"/>
              </a:rPr>
              <a:t>点击添加标题</a:t>
            </a:r>
          </a:p>
        </p:txBody>
      </p:sp>
      <p:sp>
        <p:nvSpPr>
          <p:cNvPr id="3" name="Inhaltsplatzhalter 4"/>
          <p:cNvSpPr txBox="1"/>
          <p:nvPr/>
        </p:nvSpPr>
        <p:spPr>
          <a:xfrm>
            <a:off x="4864531" y="4089532"/>
            <a:ext cx="2384922" cy="369332"/>
          </a:xfrm>
          <a:prstGeom prst="rect">
            <a:avLst/>
          </a:prstGeom>
        </p:spPr>
        <p:txBody>
          <a:bodyPr wrap="square" lIns="0" tIns="0" rIns="0" bIns="0" anchor="ctr">
            <a:spAutoFit/>
          </a:bodyPr>
          <a:lstStyle>
            <a:lvl1pPr marL="273050" indent="-273050" algn="l" defTabSz="913765" rtl="0" eaLnBrk="1" latinLnBrk="0" hangingPunct="1">
              <a:lnSpc>
                <a:spcPct val="90000"/>
              </a:lnSpc>
              <a:spcBef>
                <a:spcPct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ct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ct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ct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ct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ctr" defTabSz="914400">
              <a:lnSpc>
                <a:spcPct val="100000"/>
              </a:lnSpc>
              <a:spcAft>
                <a:spcPct val="0"/>
              </a:spcAft>
              <a:buNone/>
            </a:pPr>
            <a:r>
              <a:rPr lang="zh-CN" altLang="en-US" sz="2400" b="1">
                <a:solidFill>
                  <a:srgbClr val="404040"/>
                </a:solidFill>
                <a:latin typeface="+mn-lt"/>
                <a:cs typeface="+mn-ea"/>
                <a:sym typeface="+mn-lt"/>
              </a:rPr>
              <a:t>点击添加标题</a:t>
            </a:r>
          </a:p>
        </p:txBody>
      </p:sp>
      <p:sp>
        <p:nvSpPr>
          <p:cNvPr id="4" name="Inhaltsplatzhalter 4"/>
          <p:cNvSpPr txBox="1"/>
          <p:nvPr/>
        </p:nvSpPr>
        <p:spPr>
          <a:xfrm flipH="1">
            <a:off x="8679090" y="4045989"/>
            <a:ext cx="2419350" cy="369332"/>
          </a:xfrm>
          <a:prstGeom prst="rect">
            <a:avLst/>
          </a:prstGeom>
        </p:spPr>
        <p:txBody>
          <a:bodyPr wrap="square" lIns="0" tIns="0" rIns="0" bIns="0" anchor="ctr">
            <a:spAutoFit/>
          </a:bodyPr>
          <a:lstStyle>
            <a:lvl1pPr marL="273050" indent="-273050" algn="l" defTabSz="913765" rtl="0" eaLnBrk="1" latinLnBrk="0" hangingPunct="1">
              <a:lnSpc>
                <a:spcPct val="90000"/>
              </a:lnSpc>
              <a:spcBef>
                <a:spcPct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ct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ct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ct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ct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ctr" defTabSz="914400">
              <a:lnSpc>
                <a:spcPct val="100000"/>
              </a:lnSpc>
              <a:spcAft>
                <a:spcPct val="0"/>
              </a:spcAft>
              <a:buNone/>
            </a:pPr>
            <a:r>
              <a:rPr lang="zh-CN" altLang="en-US" sz="2400" b="1">
                <a:solidFill>
                  <a:srgbClr val="404040"/>
                </a:solidFill>
                <a:latin typeface="+mn-lt"/>
                <a:cs typeface="+mn-ea"/>
                <a:sym typeface="+mn-lt"/>
              </a:rPr>
              <a:t>点击添加标题</a:t>
            </a:r>
          </a:p>
        </p:txBody>
      </p:sp>
      <p:grpSp>
        <p:nvGrpSpPr>
          <p:cNvPr id="5" name="Group 18"/>
          <p:cNvGrpSpPr/>
          <p:nvPr/>
        </p:nvGrpSpPr>
        <p:grpSpPr>
          <a:xfrm>
            <a:off x="5731066" y="3109970"/>
            <a:ext cx="720490" cy="720488"/>
            <a:chOff x="2580800" y="853659"/>
            <a:chExt cx="1087631" cy="1087631"/>
          </a:xfrm>
        </p:grpSpPr>
        <p:grpSp>
          <p:nvGrpSpPr>
            <p:cNvPr id="6" name="Group 19"/>
            <p:cNvGrpSpPr/>
            <p:nvPr/>
          </p:nvGrpSpPr>
          <p:grpSpPr>
            <a:xfrm>
              <a:off x="2580800" y="853659"/>
              <a:ext cx="1087631" cy="1087631"/>
              <a:chOff x="912987" y="3985306"/>
              <a:chExt cx="1332461" cy="1332461"/>
            </a:xfrm>
          </p:grpSpPr>
          <p:sp>
            <p:nvSpPr>
              <p:cNvPr id="14" name="Oval 27"/>
              <p:cNvSpPr/>
              <p:nvPr/>
            </p:nvSpPr>
            <p:spPr>
              <a:xfrm>
                <a:off x="912987" y="3985306"/>
                <a:ext cx="1332461" cy="1332461"/>
              </a:xfrm>
              <a:prstGeom prst="ellipse">
                <a:avLst/>
              </a:prstGeom>
              <a:solidFill>
                <a:schemeClr val="accent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5">
                  <a:solidFill>
                    <a:srgbClr val="404040"/>
                  </a:solidFill>
                  <a:cs typeface="+mn-ea"/>
                  <a:sym typeface="+mn-lt"/>
                </a:endParaRPr>
              </a:p>
            </p:txBody>
          </p:sp>
          <p:sp>
            <p:nvSpPr>
              <p:cNvPr id="15" name="Oval 28"/>
              <p:cNvSpPr/>
              <p:nvPr/>
            </p:nvSpPr>
            <p:spPr>
              <a:xfrm>
                <a:off x="1008481" y="4080800"/>
                <a:ext cx="1141474" cy="1141474"/>
              </a:xfrm>
              <a:prstGeom prst="ellipse">
                <a:avLst/>
              </a:prstGeom>
              <a:solidFill>
                <a:schemeClr val="accent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5">
                  <a:solidFill>
                    <a:srgbClr val="404040"/>
                  </a:solidFill>
                  <a:cs typeface="+mn-ea"/>
                  <a:sym typeface="+mn-lt"/>
                </a:endParaRPr>
              </a:p>
            </p:txBody>
          </p:sp>
          <p:sp>
            <p:nvSpPr>
              <p:cNvPr id="16" name="Oval 29"/>
              <p:cNvSpPr/>
              <p:nvPr/>
            </p:nvSpPr>
            <p:spPr>
              <a:xfrm>
                <a:off x="1108900" y="4181219"/>
                <a:ext cx="940635" cy="9406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a:solidFill>
                    <a:srgbClr val="404040"/>
                  </a:solidFill>
                  <a:cs typeface="+mn-ea"/>
                  <a:sym typeface="+mn-lt"/>
                </a:endParaRPr>
              </a:p>
            </p:txBody>
          </p:sp>
        </p:grpSp>
        <p:grpSp>
          <p:nvGrpSpPr>
            <p:cNvPr id="7" name="Group 20"/>
            <p:cNvGrpSpPr>
              <a:grpSpLocks noChangeAspect="1"/>
            </p:cNvGrpSpPr>
            <p:nvPr/>
          </p:nvGrpSpPr>
          <p:grpSpPr>
            <a:xfrm>
              <a:off x="2925725" y="1221833"/>
              <a:ext cx="385069" cy="366530"/>
              <a:chOff x="6719888" y="887413"/>
              <a:chExt cx="492125" cy="468312"/>
            </a:xfrm>
            <a:solidFill>
              <a:schemeClr val="bg1"/>
            </a:solidFill>
          </p:grpSpPr>
          <p:sp>
            <p:nvSpPr>
              <p:cNvPr id="8" name="Freeform 21"/>
              <p:cNvSpPr>
                <a:spLocks noEditPoints="1"/>
              </p:cNvSpPr>
              <p:nvPr/>
            </p:nvSpPr>
            <p:spPr bwMode="auto">
              <a:xfrm>
                <a:off x="6719888" y="887413"/>
                <a:ext cx="492125" cy="468312"/>
              </a:xfrm>
              <a:custGeom>
                <a:avLst/>
                <a:gdLst>
                  <a:gd name="T0" fmla="*/ 117 w 128"/>
                  <a:gd name="T1" fmla="*/ 0 h 122"/>
                  <a:gd name="T2" fmla="*/ 11 w 128"/>
                  <a:gd name="T3" fmla="*/ 0 h 122"/>
                  <a:gd name="T4" fmla="*/ 0 w 128"/>
                  <a:gd name="T5" fmla="*/ 11 h 122"/>
                  <a:gd name="T6" fmla="*/ 0 w 128"/>
                  <a:gd name="T7" fmla="*/ 93 h 122"/>
                  <a:gd name="T8" fmla="*/ 11 w 128"/>
                  <a:gd name="T9" fmla="*/ 104 h 122"/>
                  <a:gd name="T10" fmla="*/ 43 w 128"/>
                  <a:gd name="T11" fmla="*/ 104 h 122"/>
                  <a:gd name="T12" fmla="*/ 38 w 128"/>
                  <a:gd name="T13" fmla="*/ 110 h 122"/>
                  <a:gd name="T14" fmla="*/ 35 w 128"/>
                  <a:gd name="T15" fmla="*/ 113 h 122"/>
                  <a:gd name="T16" fmla="*/ 34 w 128"/>
                  <a:gd name="T17" fmla="*/ 118 h 122"/>
                  <a:gd name="T18" fmla="*/ 42 w 128"/>
                  <a:gd name="T19" fmla="*/ 122 h 122"/>
                  <a:gd name="T20" fmla="*/ 86 w 128"/>
                  <a:gd name="T21" fmla="*/ 122 h 122"/>
                  <a:gd name="T22" fmla="*/ 94 w 128"/>
                  <a:gd name="T23" fmla="*/ 118 h 122"/>
                  <a:gd name="T24" fmla="*/ 94 w 128"/>
                  <a:gd name="T25" fmla="*/ 113 h 122"/>
                  <a:gd name="T26" fmla="*/ 91 w 128"/>
                  <a:gd name="T27" fmla="*/ 110 h 122"/>
                  <a:gd name="T28" fmla="*/ 85 w 128"/>
                  <a:gd name="T29" fmla="*/ 104 h 122"/>
                  <a:gd name="T30" fmla="*/ 117 w 128"/>
                  <a:gd name="T31" fmla="*/ 104 h 122"/>
                  <a:gd name="T32" fmla="*/ 128 w 128"/>
                  <a:gd name="T33" fmla="*/ 93 h 122"/>
                  <a:gd name="T34" fmla="*/ 128 w 128"/>
                  <a:gd name="T35" fmla="*/ 11 h 122"/>
                  <a:gd name="T36" fmla="*/ 117 w 128"/>
                  <a:gd name="T37" fmla="*/ 0 h 122"/>
                  <a:gd name="T38" fmla="*/ 88 w 128"/>
                  <a:gd name="T39" fmla="*/ 113 h 122"/>
                  <a:gd name="T40" fmla="*/ 90 w 128"/>
                  <a:gd name="T41" fmla="*/ 116 h 122"/>
                  <a:gd name="T42" fmla="*/ 90 w 128"/>
                  <a:gd name="T43" fmla="*/ 116 h 122"/>
                  <a:gd name="T44" fmla="*/ 86 w 128"/>
                  <a:gd name="T45" fmla="*/ 118 h 122"/>
                  <a:gd name="T46" fmla="*/ 42 w 128"/>
                  <a:gd name="T47" fmla="*/ 118 h 122"/>
                  <a:gd name="T48" fmla="*/ 38 w 128"/>
                  <a:gd name="T49" fmla="*/ 116 h 122"/>
                  <a:gd name="T50" fmla="*/ 38 w 128"/>
                  <a:gd name="T51" fmla="*/ 116 h 122"/>
                  <a:gd name="T52" fmla="*/ 38 w 128"/>
                  <a:gd name="T53" fmla="*/ 116 h 122"/>
                  <a:gd name="T54" fmla="*/ 40 w 128"/>
                  <a:gd name="T55" fmla="*/ 113 h 122"/>
                  <a:gd name="T56" fmla="*/ 48 w 128"/>
                  <a:gd name="T57" fmla="*/ 104 h 122"/>
                  <a:gd name="T58" fmla="*/ 80 w 128"/>
                  <a:gd name="T59" fmla="*/ 104 h 122"/>
                  <a:gd name="T60" fmla="*/ 88 w 128"/>
                  <a:gd name="T61" fmla="*/ 113 h 122"/>
                  <a:gd name="T62" fmla="*/ 120 w 128"/>
                  <a:gd name="T63" fmla="*/ 93 h 122"/>
                  <a:gd name="T64" fmla="*/ 117 w 128"/>
                  <a:gd name="T65" fmla="*/ 96 h 122"/>
                  <a:gd name="T66" fmla="*/ 11 w 128"/>
                  <a:gd name="T67" fmla="*/ 96 h 122"/>
                  <a:gd name="T68" fmla="*/ 8 w 128"/>
                  <a:gd name="T69" fmla="*/ 93 h 122"/>
                  <a:gd name="T70" fmla="*/ 8 w 128"/>
                  <a:gd name="T71" fmla="*/ 11 h 122"/>
                  <a:gd name="T72" fmla="*/ 11 w 128"/>
                  <a:gd name="T73" fmla="*/ 8 h 122"/>
                  <a:gd name="T74" fmla="*/ 117 w 128"/>
                  <a:gd name="T75" fmla="*/ 8 h 122"/>
                  <a:gd name="T76" fmla="*/ 120 w 128"/>
                  <a:gd name="T77" fmla="*/ 11 h 122"/>
                  <a:gd name="T78" fmla="*/ 120 w 128"/>
                  <a:gd name="T79" fmla="*/ 93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8" h="122">
                    <a:moveTo>
                      <a:pt x="117" y="0"/>
                    </a:moveTo>
                    <a:cubicBezTo>
                      <a:pt x="11" y="0"/>
                      <a:pt x="11" y="0"/>
                      <a:pt x="11" y="0"/>
                    </a:cubicBezTo>
                    <a:cubicBezTo>
                      <a:pt x="5" y="0"/>
                      <a:pt x="0" y="5"/>
                      <a:pt x="0" y="11"/>
                    </a:cubicBezTo>
                    <a:cubicBezTo>
                      <a:pt x="0" y="93"/>
                      <a:pt x="0" y="93"/>
                      <a:pt x="0" y="93"/>
                    </a:cubicBezTo>
                    <a:cubicBezTo>
                      <a:pt x="0" y="99"/>
                      <a:pt x="5" y="104"/>
                      <a:pt x="11" y="104"/>
                    </a:cubicBezTo>
                    <a:cubicBezTo>
                      <a:pt x="43" y="104"/>
                      <a:pt x="43" y="104"/>
                      <a:pt x="43" y="104"/>
                    </a:cubicBezTo>
                    <a:cubicBezTo>
                      <a:pt x="42" y="106"/>
                      <a:pt x="39" y="109"/>
                      <a:pt x="38" y="110"/>
                    </a:cubicBezTo>
                    <a:cubicBezTo>
                      <a:pt x="36" y="111"/>
                      <a:pt x="35" y="112"/>
                      <a:pt x="35" y="113"/>
                    </a:cubicBezTo>
                    <a:cubicBezTo>
                      <a:pt x="34" y="114"/>
                      <a:pt x="33" y="116"/>
                      <a:pt x="34" y="118"/>
                    </a:cubicBezTo>
                    <a:cubicBezTo>
                      <a:pt x="35" y="120"/>
                      <a:pt x="37" y="122"/>
                      <a:pt x="42" y="122"/>
                    </a:cubicBezTo>
                    <a:cubicBezTo>
                      <a:pt x="86" y="122"/>
                      <a:pt x="86" y="122"/>
                      <a:pt x="86" y="122"/>
                    </a:cubicBezTo>
                    <a:cubicBezTo>
                      <a:pt x="91" y="122"/>
                      <a:pt x="93" y="120"/>
                      <a:pt x="94" y="118"/>
                    </a:cubicBezTo>
                    <a:cubicBezTo>
                      <a:pt x="95" y="116"/>
                      <a:pt x="95" y="114"/>
                      <a:pt x="94" y="113"/>
                    </a:cubicBezTo>
                    <a:cubicBezTo>
                      <a:pt x="93" y="112"/>
                      <a:pt x="92" y="111"/>
                      <a:pt x="91" y="110"/>
                    </a:cubicBezTo>
                    <a:cubicBezTo>
                      <a:pt x="89" y="109"/>
                      <a:pt x="87" y="106"/>
                      <a:pt x="85" y="104"/>
                    </a:cubicBezTo>
                    <a:cubicBezTo>
                      <a:pt x="117" y="104"/>
                      <a:pt x="117" y="104"/>
                      <a:pt x="117" y="104"/>
                    </a:cubicBezTo>
                    <a:cubicBezTo>
                      <a:pt x="123" y="104"/>
                      <a:pt x="128" y="99"/>
                      <a:pt x="128" y="93"/>
                    </a:cubicBezTo>
                    <a:cubicBezTo>
                      <a:pt x="128" y="11"/>
                      <a:pt x="128" y="11"/>
                      <a:pt x="128" y="11"/>
                    </a:cubicBezTo>
                    <a:cubicBezTo>
                      <a:pt x="128" y="5"/>
                      <a:pt x="123" y="0"/>
                      <a:pt x="117" y="0"/>
                    </a:cubicBezTo>
                    <a:close/>
                    <a:moveTo>
                      <a:pt x="88" y="113"/>
                    </a:moveTo>
                    <a:cubicBezTo>
                      <a:pt x="89" y="114"/>
                      <a:pt x="90" y="115"/>
                      <a:pt x="90" y="116"/>
                    </a:cubicBezTo>
                    <a:cubicBezTo>
                      <a:pt x="90" y="116"/>
                      <a:pt x="91" y="116"/>
                      <a:pt x="90" y="116"/>
                    </a:cubicBezTo>
                    <a:cubicBezTo>
                      <a:pt x="90" y="117"/>
                      <a:pt x="88" y="118"/>
                      <a:pt x="86" y="118"/>
                    </a:cubicBezTo>
                    <a:cubicBezTo>
                      <a:pt x="42" y="118"/>
                      <a:pt x="42" y="118"/>
                      <a:pt x="42" y="118"/>
                    </a:cubicBezTo>
                    <a:cubicBezTo>
                      <a:pt x="40" y="118"/>
                      <a:pt x="38" y="117"/>
                      <a:pt x="38" y="116"/>
                    </a:cubicBezTo>
                    <a:cubicBezTo>
                      <a:pt x="38" y="116"/>
                      <a:pt x="38" y="116"/>
                      <a:pt x="38" y="116"/>
                    </a:cubicBezTo>
                    <a:cubicBezTo>
                      <a:pt x="38" y="116"/>
                      <a:pt x="38" y="116"/>
                      <a:pt x="38" y="116"/>
                    </a:cubicBezTo>
                    <a:cubicBezTo>
                      <a:pt x="38" y="115"/>
                      <a:pt x="39" y="114"/>
                      <a:pt x="40" y="113"/>
                    </a:cubicBezTo>
                    <a:cubicBezTo>
                      <a:pt x="44" y="109"/>
                      <a:pt x="47" y="106"/>
                      <a:pt x="48" y="104"/>
                    </a:cubicBezTo>
                    <a:cubicBezTo>
                      <a:pt x="80" y="104"/>
                      <a:pt x="80" y="104"/>
                      <a:pt x="80" y="104"/>
                    </a:cubicBezTo>
                    <a:cubicBezTo>
                      <a:pt x="82" y="106"/>
                      <a:pt x="84" y="109"/>
                      <a:pt x="88" y="113"/>
                    </a:cubicBezTo>
                    <a:close/>
                    <a:moveTo>
                      <a:pt x="120" y="93"/>
                    </a:moveTo>
                    <a:cubicBezTo>
                      <a:pt x="120" y="95"/>
                      <a:pt x="119" y="96"/>
                      <a:pt x="117" y="96"/>
                    </a:cubicBezTo>
                    <a:cubicBezTo>
                      <a:pt x="11" y="96"/>
                      <a:pt x="11" y="96"/>
                      <a:pt x="11" y="96"/>
                    </a:cubicBezTo>
                    <a:cubicBezTo>
                      <a:pt x="9" y="96"/>
                      <a:pt x="8" y="95"/>
                      <a:pt x="8" y="93"/>
                    </a:cubicBezTo>
                    <a:cubicBezTo>
                      <a:pt x="8" y="11"/>
                      <a:pt x="8" y="11"/>
                      <a:pt x="8" y="11"/>
                    </a:cubicBezTo>
                    <a:cubicBezTo>
                      <a:pt x="8" y="9"/>
                      <a:pt x="9" y="8"/>
                      <a:pt x="11" y="8"/>
                    </a:cubicBezTo>
                    <a:cubicBezTo>
                      <a:pt x="117" y="8"/>
                      <a:pt x="117" y="8"/>
                      <a:pt x="117" y="8"/>
                    </a:cubicBezTo>
                    <a:cubicBezTo>
                      <a:pt x="119" y="8"/>
                      <a:pt x="120" y="9"/>
                      <a:pt x="120" y="11"/>
                    </a:cubicBezTo>
                    <a:lnTo>
                      <a:pt x="120" y="93"/>
                    </a:lnTo>
                    <a:close/>
                  </a:path>
                </a:pathLst>
              </a:custGeom>
              <a:grpFill/>
              <a:ln>
                <a:noFill/>
              </a:ln>
            </p:spPr>
            <p:txBody>
              <a:bodyPr vert="horz" wrap="square" lIns="45720" tIns="22860" rIns="45720" bIns="22860" numCol="1" anchor="t" anchorCtr="0" compatLnSpc="1"/>
              <a:lstStyle/>
              <a:p>
                <a:endParaRPr lang="id-ID" sz="840">
                  <a:solidFill>
                    <a:srgbClr val="404040"/>
                  </a:solidFill>
                  <a:cs typeface="+mn-ea"/>
                  <a:sym typeface="+mn-lt"/>
                </a:endParaRPr>
              </a:p>
            </p:txBody>
          </p:sp>
          <p:sp>
            <p:nvSpPr>
              <p:cNvPr id="9" name="Freeform 22"/>
              <p:cNvSpPr>
                <a:spLocks noEditPoints="1"/>
              </p:cNvSpPr>
              <p:nvPr/>
            </p:nvSpPr>
            <p:spPr bwMode="auto">
              <a:xfrm>
                <a:off x="6781801" y="947738"/>
                <a:ext cx="368300" cy="247650"/>
              </a:xfrm>
              <a:custGeom>
                <a:avLst/>
                <a:gdLst>
                  <a:gd name="T0" fmla="*/ 89 w 96"/>
                  <a:gd name="T1" fmla="*/ 0 h 64"/>
                  <a:gd name="T2" fmla="*/ 7 w 96"/>
                  <a:gd name="T3" fmla="*/ 0 h 64"/>
                  <a:gd name="T4" fmla="*/ 0 w 96"/>
                  <a:gd name="T5" fmla="*/ 7 h 64"/>
                  <a:gd name="T6" fmla="*/ 0 w 96"/>
                  <a:gd name="T7" fmla="*/ 57 h 64"/>
                  <a:gd name="T8" fmla="*/ 7 w 96"/>
                  <a:gd name="T9" fmla="*/ 64 h 64"/>
                  <a:gd name="T10" fmla="*/ 89 w 96"/>
                  <a:gd name="T11" fmla="*/ 64 h 64"/>
                  <a:gd name="T12" fmla="*/ 96 w 96"/>
                  <a:gd name="T13" fmla="*/ 57 h 64"/>
                  <a:gd name="T14" fmla="*/ 96 w 96"/>
                  <a:gd name="T15" fmla="*/ 7 h 64"/>
                  <a:gd name="T16" fmla="*/ 89 w 96"/>
                  <a:gd name="T17" fmla="*/ 0 h 64"/>
                  <a:gd name="T18" fmla="*/ 92 w 96"/>
                  <a:gd name="T19" fmla="*/ 57 h 64"/>
                  <a:gd name="T20" fmla="*/ 89 w 96"/>
                  <a:gd name="T21" fmla="*/ 60 h 64"/>
                  <a:gd name="T22" fmla="*/ 7 w 96"/>
                  <a:gd name="T23" fmla="*/ 60 h 64"/>
                  <a:gd name="T24" fmla="*/ 4 w 96"/>
                  <a:gd name="T25" fmla="*/ 57 h 64"/>
                  <a:gd name="T26" fmla="*/ 4 w 96"/>
                  <a:gd name="T27" fmla="*/ 7 h 64"/>
                  <a:gd name="T28" fmla="*/ 7 w 96"/>
                  <a:gd name="T29" fmla="*/ 4 h 64"/>
                  <a:gd name="T30" fmla="*/ 89 w 96"/>
                  <a:gd name="T31" fmla="*/ 4 h 64"/>
                  <a:gd name="T32" fmla="*/ 92 w 96"/>
                  <a:gd name="T33" fmla="*/ 7 h 64"/>
                  <a:gd name="T34" fmla="*/ 92 w 96"/>
                  <a:gd name="T35" fmla="*/ 5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64">
                    <a:moveTo>
                      <a:pt x="89" y="0"/>
                    </a:moveTo>
                    <a:cubicBezTo>
                      <a:pt x="7" y="0"/>
                      <a:pt x="7" y="0"/>
                      <a:pt x="7" y="0"/>
                    </a:cubicBezTo>
                    <a:cubicBezTo>
                      <a:pt x="3" y="0"/>
                      <a:pt x="0" y="3"/>
                      <a:pt x="0" y="7"/>
                    </a:cubicBezTo>
                    <a:cubicBezTo>
                      <a:pt x="0" y="57"/>
                      <a:pt x="0" y="57"/>
                      <a:pt x="0" y="57"/>
                    </a:cubicBezTo>
                    <a:cubicBezTo>
                      <a:pt x="0" y="61"/>
                      <a:pt x="3" y="64"/>
                      <a:pt x="7" y="64"/>
                    </a:cubicBezTo>
                    <a:cubicBezTo>
                      <a:pt x="89" y="64"/>
                      <a:pt x="89" y="64"/>
                      <a:pt x="89" y="64"/>
                    </a:cubicBezTo>
                    <a:cubicBezTo>
                      <a:pt x="93" y="64"/>
                      <a:pt x="96" y="61"/>
                      <a:pt x="96" y="57"/>
                    </a:cubicBezTo>
                    <a:cubicBezTo>
                      <a:pt x="96" y="7"/>
                      <a:pt x="96" y="7"/>
                      <a:pt x="96" y="7"/>
                    </a:cubicBezTo>
                    <a:cubicBezTo>
                      <a:pt x="96" y="3"/>
                      <a:pt x="93" y="0"/>
                      <a:pt x="89" y="0"/>
                    </a:cubicBezTo>
                    <a:close/>
                    <a:moveTo>
                      <a:pt x="92" y="57"/>
                    </a:moveTo>
                    <a:cubicBezTo>
                      <a:pt x="92" y="59"/>
                      <a:pt x="91" y="60"/>
                      <a:pt x="89" y="60"/>
                    </a:cubicBezTo>
                    <a:cubicBezTo>
                      <a:pt x="7" y="60"/>
                      <a:pt x="7" y="60"/>
                      <a:pt x="7" y="60"/>
                    </a:cubicBezTo>
                    <a:cubicBezTo>
                      <a:pt x="5" y="60"/>
                      <a:pt x="4" y="59"/>
                      <a:pt x="4" y="57"/>
                    </a:cubicBezTo>
                    <a:cubicBezTo>
                      <a:pt x="4" y="7"/>
                      <a:pt x="4" y="7"/>
                      <a:pt x="4" y="7"/>
                    </a:cubicBezTo>
                    <a:cubicBezTo>
                      <a:pt x="4" y="5"/>
                      <a:pt x="5" y="4"/>
                      <a:pt x="7" y="4"/>
                    </a:cubicBezTo>
                    <a:cubicBezTo>
                      <a:pt x="89" y="4"/>
                      <a:pt x="89" y="4"/>
                      <a:pt x="89" y="4"/>
                    </a:cubicBezTo>
                    <a:cubicBezTo>
                      <a:pt x="91" y="4"/>
                      <a:pt x="92" y="5"/>
                      <a:pt x="92" y="7"/>
                    </a:cubicBezTo>
                    <a:lnTo>
                      <a:pt x="92" y="57"/>
                    </a:lnTo>
                    <a:close/>
                  </a:path>
                </a:pathLst>
              </a:custGeom>
              <a:grpFill/>
              <a:ln>
                <a:noFill/>
              </a:ln>
            </p:spPr>
            <p:txBody>
              <a:bodyPr vert="horz" wrap="square" lIns="45720" tIns="22860" rIns="45720" bIns="22860" numCol="1" anchor="t" anchorCtr="0" compatLnSpc="1"/>
              <a:lstStyle/>
              <a:p>
                <a:endParaRPr lang="id-ID" sz="840">
                  <a:solidFill>
                    <a:srgbClr val="404040"/>
                  </a:solidFill>
                  <a:cs typeface="+mn-ea"/>
                  <a:sym typeface="+mn-lt"/>
                </a:endParaRPr>
              </a:p>
            </p:txBody>
          </p:sp>
          <p:sp>
            <p:nvSpPr>
              <p:cNvPr id="10" name="Freeform 23"/>
              <p:cNvSpPr>
                <a:spLocks noEditPoints="1"/>
              </p:cNvSpPr>
              <p:nvPr/>
            </p:nvSpPr>
            <p:spPr bwMode="auto">
              <a:xfrm>
                <a:off x="6943726" y="1201738"/>
                <a:ext cx="46038" cy="47625"/>
              </a:xfrm>
              <a:custGeom>
                <a:avLst/>
                <a:gdLst>
                  <a:gd name="T0" fmla="*/ 6 w 12"/>
                  <a:gd name="T1" fmla="*/ 0 h 12"/>
                  <a:gd name="T2" fmla="*/ 0 w 12"/>
                  <a:gd name="T3" fmla="*/ 6 h 12"/>
                  <a:gd name="T4" fmla="*/ 6 w 12"/>
                  <a:gd name="T5" fmla="*/ 12 h 12"/>
                  <a:gd name="T6" fmla="*/ 12 w 12"/>
                  <a:gd name="T7" fmla="*/ 6 h 12"/>
                  <a:gd name="T8" fmla="*/ 6 w 12"/>
                  <a:gd name="T9" fmla="*/ 0 h 12"/>
                  <a:gd name="T10" fmla="*/ 6 w 12"/>
                  <a:gd name="T11" fmla="*/ 8 h 12"/>
                  <a:gd name="T12" fmla="*/ 4 w 12"/>
                  <a:gd name="T13" fmla="*/ 6 h 12"/>
                  <a:gd name="T14" fmla="*/ 6 w 12"/>
                  <a:gd name="T15" fmla="*/ 4 h 12"/>
                  <a:gd name="T16" fmla="*/ 8 w 12"/>
                  <a:gd name="T17" fmla="*/ 6 h 12"/>
                  <a:gd name="T18" fmla="*/ 6 w 12"/>
                  <a:gd name="T19"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2">
                    <a:moveTo>
                      <a:pt x="6" y="0"/>
                    </a:moveTo>
                    <a:cubicBezTo>
                      <a:pt x="3" y="0"/>
                      <a:pt x="0" y="3"/>
                      <a:pt x="0" y="6"/>
                    </a:cubicBezTo>
                    <a:cubicBezTo>
                      <a:pt x="0" y="9"/>
                      <a:pt x="3" y="12"/>
                      <a:pt x="6" y="12"/>
                    </a:cubicBezTo>
                    <a:cubicBezTo>
                      <a:pt x="9" y="12"/>
                      <a:pt x="12" y="9"/>
                      <a:pt x="12" y="6"/>
                    </a:cubicBezTo>
                    <a:cubicBezTo>
                      <a:pt x="12" y="3"/>
                      <a:pt x="9" y="0"/>
                      <a:pt x="6" y="0"/>
                    </a:cubicBezTo>
                    <a:close/>
                    <a:moveTo>
                      <a:pt x="6" y="8"/>
                    </a:moveTo>
                    <a:cubicBezTo>
                      <a:pt x="5" y="8"/>
                      <a:pt x="4" y="7"/>
                      <a:pt x="4" y="6"/>
                    </a:cubicBezTo>
                    <a:cubicBezTo>
                      <a:pt x="4" y="5"/>
                      <a:pt x="5" y="4"/>
                      <a:pt x="6" y="4"/>
                    </a:cubicBezTo>
                    <a:cubicBezTo>
                      <a:pt x="7" y="4"/>
                      <a:pt x="8" y="5"/>
                      <a:pt x="8" y="6"/>
                    </a:cubicBezTo>
                    <a:cubicBezTo>
                      <a:pt x="8" y="7"/>
                      <a:pt x="7" y="8"/>
                      <a:pt x="6" y="8"/>
                    </a:cubicBezTo>
                    <a:close/>
                  </a:path>
                </a:pathLst>
              </a:custGeom>
              <a:grpFill/>
              <a:ln>
                <a:noFill/>
              </a:ln>
            </p:spPr>
            <p:txBody>
              <a:bodyPr vert="horz" wrap="square" lIns="45720" tIns="22860" rIns="45720" bIns="22860" numCol="1" anchor="t" anchorCtr="0" compatLnSpc="1"/>
              <a:lstStyle/>
              <a:p>
                <a:endParaRPr lang="id-ID" sz="840">
                  <a:solidFill>
                    <a:srgbClr val="404040"/>
                  </a:solidFill>
                  <a:cs typeface="+mn-ea"/>
                  <a:sym typeface="+mn-lt"/>
                </a:endParaRPr>
              </a:p>
            </p:txBody>
          </p:sp>
          <p:sp>
            <p:nvSpPr>
              <p:cNvPr id="11" name="Freeform 24"/>
              <p:cNvSpPr/>
              <p:nvPr/>
            </p:nvSpPr>
            <p:spPr bwMode="auto">
              <a:xfrm>
                <a:off x="6881813" y="1044575"/>
                <a:ext cx="61913" cy="65087"/>
              </a:xfrm>
              <a:custGeom>
                <a:avLst/>
                <a:gdLst>
                  <a:gd name="T0" fmla="*/ 0 w 39"/>
                  <a:gd name="T1" fmla="*/ 24 h 41"/>
                  <a:gd name="T2" fmla="*/ 39 w 39"/>
                  <a:gd name="T3" fmla="*/ 41 h 41"/>
                  <a:gd name="T4" fmla="*/ 39 w 39"/>
                  <a:gd name="T5" fmla="*/ 32 h 41"/>
                  <a:gd name="T6" fmla="*/ 12 w 39"/>
                  <a:gd name="T7" fmla="*/ 19 h 41"/>
                  <a:gd name="T8" fmla="*/ 39 w 39"/>
                  <a:gd name="T9" fmla="*/ 10 h 41"/>
                  <a:gd name="T10" fmla="*/ 39 w 39"/>
                  <a:gd name="T11" fmla="*/ 0 h 41"/>
                  <a:gd name="T12" fmla="*/ 0 w 39"/>
                  <a:gd name="T13" fmla="*/ 17 h 41"/>
                  <a:gd name="T14" fmla="*/ 0 w 39"/>
                  <a:gd name="T15" fmla="*/ 24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41">
                    <a:moveTo>
                      <a:pt x="0" y="24"/>
                    </a:moveTo>
                    <a:lnTo>
                      <a:pt x="39" y="41"/>
                    </a:lnTo>
                    <a:lnTo>
                      <a:pt x="39" y="32"/>
                    </a:lnTo>
                    <a:lnTo>
                      <a:pt x="12" y="19"/>
                    </a:lnTo>
                    <a:lnTo>
                      <a:pt x="39" y="10"/>
                    </a:lnTo>
                    <a:lnTo>
                      <a:pt x="39" y="0"/>
                    </a:lnTo>
                    <a:lnTo>
                      <a:pt x="0" y="17"/>
                    </a:lnTo>
                    <a:lnTo>
                      <a:pt x="0" y="24"/>
                    </a:lnTo>
                    <a:close/>
                  </a:path>
                </a:pathLst>
              </a:custGeom>
              <a:grpFill/>
              <a:ln>
                <a:noFill/>
              </a:ln>
            </p:spPr>
            <p:txBody>
              <a:bodyPr vert="horz" wrap="square" lIns="45720" tIns="22860" rIns="45720" bIns="22860" numCol="1" anchor="t" anchorCtr="0" compatLnSpc="1"/>
              <a:lstStyle/>
              <a:p>
                <a:endParaRPr lang="id-ID" sz="840">
                  <a:solidFill>
                    <a:srgbClr val="404040"/>
                  </a:solidFill>
                  <a:cs typeface="+mn-ea"/>
                  <a:sym typeface="+mn-lt"/>
                </a:endParaRPr>
              </a:p>
            </p:txBody>
          </p:sp>
          <p:sp>
            <p:nvSpPr>
              <p:cNvPr id="12" name="Freeform 25"/>
              <p:cNvSpPr/>
              <p:nvPr/>
            </p:nvSpPr>
            <p:spPr bwMode="auto">
              <a:xfrm>
                <a:off x="6950076" y="1033463"/>
                <a:ext cx="31750" cy="87312"/>
              </a:xfrm>
              <a:custGeom>
                <a:avLst/>
                <a:gdLst>
                  <a:gd name="T0" fmla="*/ 7 w 8"/>
                  <a:gd name="T1" fmla="*/ 0 h 23"/>
                  <a:gd name="T2" fmla="*/ 5 w 8"/>
                  <a:gd name="T3" fmla="*/ 0 h 23"/>
                  <a:gd name="T4" fmla="*/ 5 w 8"/>
                  <a:gd name="T5" fmla="*/ 2 h 23"/>
                  <a:gd name="T6" fmla="*/ 0 w 8"/>
                  <a:gd name="T7" fmla="*/ 20 h 23"/>
                  <a:gd name="T8" fmla="*/ 0 w 8"/>
                  <a:gd name="T9" fmla="*/ 22 h 23"/>
                  <a:gd name="T10" fmla="*/ 2 w 8"/>
                  <a:gd name="T11" fmla="*/ 23 h 23"/>
                  <a:gd name="T12" fmla="*/ 3 w 8"/>
                  <a:gd name="T13" fmla="*/ 23 h 23"/>
                  <a:gd name="T14" fmla="*/ 3 w 8"/>
                  <a:gd name="T15" fmla="*/ 22 h 23"/>
                  <a:gd name="T16" fmla="*/ 4 w 8"/>
                  <a:gd name="T17" fmla="*/ 21 h 23"/>
                  <a:gd name="T18" fmla="*/ 8 w 8"/>
                  <a:gd name="T19" fmla="*/ 3 h 23"/>
                  <a:gd name="T20" fmla="*/ 8 w 8"/>
                  <a:gd name="T21" fmla="*/ 1 h 23"/>
                  <a:gd name="T22" fmla="*/ 8 w 8"/>
                  <a:gd name="T23" fmla="*/ 0 h 23"/>
                  <a:gd name="T24" fmla="*/ 7 w 8"/>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 h="23">
                    <a:moveTo>
                      <a:pt x="7" y="0"/>
                    </a:moveTo>
                    <a:cubicBezTo>
                      <a:pt x="6" y="0"/>
                      <a:pt x="6" y="0"/>
                      <a:pt x="5" y="0"/>
                    </a:cubicBezTo>
                    <a:cubicBezTo>
                      <a:pt x="5" y="0"/>
                      <a:pt x="5" y="1"/>
                      <a:pt x="5" y="2"/>
                    </a:cubicBezTo>
                    <a:cubicBezTo>
                      <a:pt x="0" y="20"/>
                      <a:pt x="0" y="20"/>
                      <a:pt x="0" y="20"/>
                    </a:cubicBezTo>
                    <a:cubicBezTo>
                      <a:pt x="0" y="21"/>
                      <a:pt x="0" y="22"/>
                      <a:pt x="0" y="22"/>
                    </a:cubicBezTo>
                    <a:cubicBezTo>
                      <a:pt x="0" y="23"/>
                      <a:pt x="1" y="23"/>
                      <a:pt x="2" y="23"/>
                    </a:cubicBezTo>
                    <a:cubicBezTo>
                      <a:pt x="2" y="23"/>
                      <a:pt x="2" y="23"/>
                      <a:pt x="3" y="23"/>
                    </a:cubicBezTo>
                    <a:cubicBezTo>
                      <a:pt x="3" y="23"/>
                      <a:pt x="3" y="22"/>
                      <a:pt x="3" y="22"/>
                    </a:cubicBezTo>
                    <a:cubicBezTo>
                      <a:pt x="3" y="22"/>
                      <a:pt x="3" y="21"/>
                      <a:pt x="4" y="21"/>
                    </a:cubicBezTo>
                    <a:cubicBezTo>
                      <a:pt x="8" y="3"/>
                      <a:pt x="8" y="3"/>
                      <a:pt x="8" y="3"/>
                    </a:cubicBezTo>
                    <a:cubicBezTo>
                      <a:pt x="8" y="2"/>
                      <a:pt x="8" y="1"/>
                      <a:pt x="8" y="1"/>
                    </a:cubicBezTo>
                    <a:cubicBezTo>
                      <a:pt x="8" y="0"/>
                      <a:pt x="8" y="0"/>
                      <a:pt x="8" y="0"/>
                    </a:cubicBezTo>
                    <a:cubicBezTo>
                      <a:pt x="8" y="0"/>
                      <a:pt x="7" y="0"/>
                      <a:pt x="7" y="0"/>
                    </a:cubicBezTo>
                    <a:close/>
                  </a:path>
                </a:pathLst>
              </a:custGeom>
              <a:grpFill/>
              <a:ln>
                <a:noFill/>
              </a:ln>
            </p:spPr>
            <p:txBody>
              <a:bodyPr vert="horz" wrap="square" lIns="45720" tIns="22860" rIns="45720" bIns="22860" numCol="1" anchor="t" anchorCtr="0" compatLnSpc="1"/>
              <a:lstStyle/>
              <a:p>
                <a:endParaRPr lang="id-ID" sz="840">
                  <a:solidFill>
                    <a:srgbClr val="404040"/>
                  </a:solidFill>
                  <a:cs typeface="+mn-ea"/>
                  <a:sym typeface="+mn-lt"/>
                </a:endParaRPr>
              </a:p>
            </p:txBody>
          </p:sp>
          <p:sp>
            <p:nvSpPr>
              <p:cNvPr id="13" name="Freeform 26"/>
              <p:cNvSpPr/>
              <p:nvPr/>
            </p:nvSpPr>
            <p:spPr bwMode="auto">
              <a:xfrm>
                <a:off x="6989763" y="1044575"/>
                <a:ext cx="60325" cy="65087"/>
              </a:xfrm>
              <a:custGeom>
                <a:avLst/>
                <a:gdLst>
                  <a:gd name="T0" fmla="*/ 0 w 38"/>
                  <a:gd name="T1" fmla="*/ 10 h 41"/>
                  <a:gd name="T2" fmla="*/ 26 w 38"/>
                  <a:gd name="T3" fmla="*/ 19 h 41"/>
                  <a:gd name="T4" fmla="*/ 0 w 38"/>
                  <a:gd name="T5" fmla="*/ 32 h 41"/>
                  <a:gd name="T6" fmla="*/ 0 w 38"/>
                  <a:gd name="T7" fmla="*/ 41 h 41"/>
                  <a:gd name="T8" fmla="*/ 38 w 38"/>
                  <a:gd name="T9" fmla="*/ 24 h 41"/>
                  <a:gd name="T10" fmla="*/ 38 w 38"/>
                  <a:gd name="T11" fmla="*/ 17 h 41"/>
                  <a:gd name="T12" fmla="*/ 0 w 38"/>
                  <a:gd name="T13" fmla="*/ 0 h 41"/>
                  <a:gd name="T14" fmla="*/ 0 w 38"/>
                  <a:gd name="T15" fmla="*/ 1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41">
                    <a:moveTo>
                      <a:pt x="0" y="10"/>
                    </a:moveTo>
                    <a:lnTo>
                      <a:pt x="26" y="19"/>
                    </a:lnTo>
                    <a:lnTo>
                      <a:pt x="0" y="32"/>
                    </a:lnTo>
                    <a:lnTo>
                      <a:pt x="0" y="41"/>
                    </a:lnTo>
                    <a:lnTo>
                      <a:pt x="38" y="24"/>
                    </a:lnTo>
                    <a:lnTo>
                      <a:pt x="38" y="17"/>
                    </a:lnTo>
                    <a:lnTo>
                      <a:pt x="0" y="0"/>
                    </a:lnTo>
                    <a:lnTo>
                      <a:pt x="0" y="10"/>
                    </a:lnTo>
                    <a:close/>
                  </a:path>
                </a:pathLst>
              </a:custGeom>
              <a:grpFill/>
              <a:ln>
                <a:noFill/>
              </a:ln>
            </p:spPr>
            <p:txBody>
              <a:bodyPr vert="horz" wrap="square" lIns="45720" tIns="22860" rIns="45720" bIns="22860" numCol="1" anchor="t" anchorCtr="0" compatLnSpc="1"/>
              <a:lstStyle/>
              <a:p>
                <a:endParaRPr lang="id-ID" sz="840">
                  <a:solidFill>
                    <a:srgbClr val="404040"/>
                  </a:solidFill>
                  <a:cs typeface="+mn-ea"/>
                  <a:sym typeface="+mn-lt"/>
                </a:endParaRPr>
              </a:p>
            </p:txBody>
          </p:sp>
        </p:grpSp>
      </p:grpSp>
      <p:grpSp>
        <p:nvGrpSpPr>
          <p:cNvPr id="17" name="Group 30"/>
          <p:cNvGrpSpPr/>
          <p:nvPr/>
        </p:nvGrpSpPr>
        <p:grpSpPr>
          <a:xfrm>
            <a:off x="1930969" y="3138999"/>
            <a:ext cx="720490" cy="720488"/>
            <a:chOff x="514827" y="853659"/>
            <a:chExt cx="1087631" cy="1087631"/>
          </a:xfrm>
        </p:grpSpPr>
        <p:grpSp>
          <p:nvGrpSpPr>
            <p:cNvPr id="18" name="Group 31"/>
            <p:cNvGrpSpPr/>
            <p:nvPr/>
          </p:nvGrpSpPr>
          <p:grpSpPr>
            <a:xfrm>
              <a:off x="514827" y="853659"/>
              <a:ext cx="1087631" cy="1087631"/>
              <a:chOff x="912987" y="3985306"/>
              <a:chExt cx="1332461" cy="1332461"/>
            </a:xfrm>
          </p:grpSpPr>
          <p:sp>
            <p:nvSpPr>
              <p:cNvPr id="20" name="Oval 33"/>
              <p:cNvSpPr/>
              <p:nvPr/>
            </p:nvSpPr>
            <p:spPr>
              <a:xfrm>
                <a:off x="912987" y="3985306"/>
                <a:ext cx="1332461" cy="1332461"/>
              </a:xfrm>
              <a:prstGeom prst="ellipse">
                <a:avLst/>
              </a:prstGeom>
              <a:solidFill>
                <a:schemeClr val="accent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5">
                  <a:solidFill>
                    <a:srgbClr val="404040"/>
                  </a:solidFill>
                  <a:cs typeface="+mn-ea"/>
                  <a:sym typeface="+mn-lt"/>
                </a:endParaRPr>
              </a:p>
            </p:txBody>
          </p:sp>
          <p:sp>
            <p:nvSpPr>
              <p:cNvPr id="21" name="Oval 34"/>
              <p:cNvSpPr/>
              <p:nvPr/>
            </p:nvSpPr>
            <p:spPr>
              <a:xfrm>
                <a:off x="1008481" y="4080800"/>
                <a:ext cx="1141474" cy="1141474"/>
              </a:xfrm>
              <a:prstGeom prst="ellipse">
                <a:avLst/>
              </a:prstGeom>
              <a:solidFill>
                <a:schemeClr val="accent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5">
                  <a:solidFill>
                    <a:srgbClr val="404040"/>
                  </a:solidFill>
                  <a:cs typeface="+mn-ea"/>
                  <a:sym typeface="+mn-lt"/>
                </a:endParaRPr>
              </a:p>
            </p:txBody>
          </p:sp>
          <p:sp>
            <p:nvSpPr>
              <p:cNvPr id="22" name="Oval 35"/>
              <p:cNvSpPr/>
              <p:nvPr/>
            </p:nvSpPr>
            <p:spPr>
              <a:xfrm>
                <a:off x="1108900" y="4181219"/>
                <a:ext cx="940635" cy="9406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a:solidFill>
                    <a:srgbClr val="404040"/>
                  </a:solidFill>
                  <a:cs typeface="+mn-ea"/>
                  <a:sym typeface="+mn-lt"/>
                </a:endParaRPr>
              </a:p>
            </p:txBody>
          </p:sp>
        </p:grpSp>
        <p:sp>
          <p:nvSpPr>
            <p:cNvPr id="19" name="Freeform 32"/>
            <p:cNvSpPr>
              <a:spLocks noChangeAspect="1" noEditPoints="1"/>
            </p:cNvSpPr>
            <p:nvPr/>
          </p:nvSpPr>
          <p:spPr bwMode="auto">
            <a:xfrm rot="2700000">
              <a:off x="903052" y="1192833"/>
              <a:ext cx="230575" cy="424531"/>
            </a:xfrm>
            <a:custGeom>
              <a:avLst/>
              <a:gdLst>
                <a:gd name="T0" fmla="*/ 482 w 579"/>
                <a:gd name="T1" fmla="*/ 367 h 1073"/>
                <a:gd name="T2" fmla="*/ 482 w 579"/>
                <a:gd name="T3" fmla="*/ 148 h 1073"/>
                <a:gd name="T4" fmla="*/ 525 w 579"/>
                <a:gd name="T5" fmla="*/ 79 h 1073"/>
                <a:gd name="T6" fmla="*/ 447 w 579"/>
                <a:gd name="T7" fmla="*/ 0 h 1073"/>
                <a:gd name="T8" fmla="*/ 132 w 579"/>
                <a:gd name="T9" fmla="*/ 0 h 1073"/>
                <a:gd name="T10" fmla="*/ 54 w 579"/>
                <a:gd name="T11" fmla="*/ 79 h 1073"/>
                <a:gd name="T12" fmla="*/ 96 w 579"/>
                <a:gd name="T13" fmla="*/ 148 h 1073"/>
                <a:gd name="T14" fmla="*/ 96 w 579"/>
                <a:gd name="T15" fmla="*/ 367 h 1073"/>
                <a:gd name="T16" fmla="*/ 0 w 579"/>
                <a:gd name="T17" fmla="*/ 583 h 1073"/>
                <a:gd name="T18" fmla="*/ 0 w 579"/>
                <a:gd name="T19" fmla="*/ 612 h 1073"/>
                <a:gd name="T20" fmla="*/ 224 w 579"/>
                <a:gd name="T21" fmla="*/ 612 h 1073"/>
                <a:gd name="T22" fmla="*/ 224 w 579"/>
                <a:gd name="T23" fmla="*/ 923 h 1073"/>
                <a:gd name="T24" fmla="*/ 289 w 579"/>
                <a:gd name="T25" fmla="*/ 1073 h 1073"/>
                <a:gd name="T26" fmla="*/ 355 w 579"/>
                <a:gd name="T27" fmla="*/ 923 h 1073"/>
                <a:gd name="T28" fmla="*/ 355 w 579"/>
                <a:gd name="T29" fmla="*/ 612 h 1073"/>
                <a:gd name="T30" fmla="*/ 579 w 579"/>
                <a:gd name="T31" fmla="*/ 612 h 1073"/>
                <a:gd name="T32" fmla="*/ 579 w 579"/>
                <a:gd name="T33" fmla="*/ 583 h 1073"/>
                <a:gd name="T34" fmla="*/ 482 w 579"/>
                <a:gd name="T35" fmla="*/ 367 h 1073"/>
                <a:gd name="T36" fmla="*/ 132 w 579"/>
                <a:gd name="T37" fmla="*/ 58 h 1073"/>
                <a:gd name="T38" fmla="*/ 447 w 579"/>
                <a:gd name="T39" fmla="*/ 58 h 1073"/>
                <a:gd name="T40" fmla="*/ 467 w 579"/>
                <a:gd name="T41" fmla="*/ 79 h 1073"/>
                <a:gd name="T42" fmla="*/ 449 w 579"/>
                <a:gd name="T43" fmla="*/ 99 h 1073"/>
                <a:gd name="T44" fmla="*/ 436 w 579"/>
                <a:gd name="T45" fmla="*/ 101 h 1073"/>
                <a:gd name="T46" fmla="*/ 143 w 579"/>
                <a:gd name="T47" fmla="*/ 101 h 1073"/>
                <a:gd name="T48" fmla="*/ 129 w 579"/>
                <a:gd name="T49" fmla="*/ 99 h 1073"/>
                <a:gd name="T50" fmla="*/ 111 w 579"/>
                <a:gd name="T51" fmla="*/ 79 h 1073"/>
                <a:gd name="T52" fmla="*/ 132 w 579"/>
                <a:gd name="T53" fmla="*/ 58 h 1073"/>
                <a:gd name="T54" fmla="*/ 424 w 579"/>
                <a:gd name="T55" fmla="*/ 370 h 1073"/>
                <a:gd name="T56" fmla="*/ 154 w 579"/>
                <a:gd name="T57" fmla="*/ 370 h 1073"/>
                <a:gd name="T58" fmla="*/ 154 w 579"/>
                <a:gd name="T59" fmla="*/ 130 h 1073"/>
                <a:gd name="T60" fmla="*/ 424 w 579"/>
                <a:gd name="T61" fmla="*/ 130 h 1073"/>
                <a:gd name="T62" fmla="*/ 424 w 579"/>
                <a:gd name="T63" fmla="*/ 370 h 1073"/>
                <a:gd name="T64" fmla="*/ 297 w 579"/>
                <a:gd name="T65" fmla="*/ 911 h 1073"/>
                <a:gd name="T66" fmla="*/ 289 w 579"/>
                <a:gd name="T67" fmla="*/ 928 h 1073"/>
                <a:gd name="T68" fmla="*/ 282 w 579"/>
                <a:gd name="T69" fmla="*/ 911 h 1073"/>
                <a:gd name="T70" fmla="*/ 282 w 579"/>
                <a:gd name="T71" fmla="*/ 612 h 1073"/>
                <a:gd name="T72" fmla="*/ 297 w 579"/>
                <a:gd name="T73" fmla="*/ 612 h 1073"/>
                <a:gd name="T74" fmla="*/ 297 w 579"/>
                <a:gd name="T75" fmla="*/ 911 h 1073"/>
                <a:gd name="T76" fmla="*/ 355 w 579"/>
                <a:gd name="T77" fmla="*/ 554 h 1073"/>
                <a:gd name="T78" fmla="*/ 224 w 579"/>
                <a:gd name="T79" fmla="*/ 554 h 1073"/>
                <a:gd name="T80" fmla="*/ 59 w 579"/>
                <a:gd name="T81" fmla="*/ 554 h 1073"/>
                <a:gd name="T82" fmla="*/ 144 w 579"/>
                <a:gd name="T83" fmla="*/ 403 h 1073"/>
                <a:gd name="T84" fmla="*/ 149 w 579"/>
                <a:gd name="T85" fmla="*/ 399 h 1073"/>
                <a:gd name="T86" fmla="*/ 430 w 579"/>
                <a:gd name="T87" fmla="*/ 399 h 1073"/>
                <a:gd name="T88" fmla="*/ 435 w 579"/>
                <a:gd name="T89" fmla="*/ 403 h 1073"/>
                <a:gd name="T90" fmla="*/ 519 w 579"/>
                <a:gd name="T91" fmla="*/ 554 h 1073"/>
                <a:gd name="T92" fmla="*/ 355 w 579"/>
                <a:gd name="T93" fmla="*/ 554 h 10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79" h="1073">
                  <a:moveTo>
                    <a:pt x="482" y="367"/>
                  </a:moveTo>
                  <a:cubicBezTo>
                    <a:pt x="482" y="148"/>
                    <a:pt x="482" y="148"/>
                    <a:pt x="482" y="148"/>
                  </a:cubicBezTo>
                  <a:cubicBezTo>
                    <a:pt x="508" y="135"/>
                    <a:pt x="525" y="109"/>
                    <a:pt x="525" y="79"/>
                  </a:cubicBezTo>
                  <a:cubicBezTo>
                    <a:pt x="525" y="35"/>
                    <a:pt x="490" y="0"/>
                    <a:pt x="447" y="0"/>
                  </a:cubicBezTo>
                  <a:cubicBezTo>
                    <a:pt x="132" y="0"/>
                    <a:pt x="132" y="0"/>
                    <a:pt x="132" y="0"/>
                  </a:cubicBezTo>
                  <a:cubicBezTo>
                    <a:pt x="89" y="0"/>
                    <a:pt x="54" y="35"/>
                    <a:pt x="54" y="79"/>
                  </a:cubicBezTo>
                  <a:cubicBezTo>
                    <a:pt x="54" y="109"/>
                    <a:pt x="71" y="135"/>
                    <a:pt x="96" y="148"/>
                  </a:cubicBezTo>
                  <a:cubicBezTo>
                    <a:pt x="96" y="367"/>
                    <a:pt x="96" y="367"/>
                    <a:pt x="96" y="367"/>
                  </a:cubicBezTo>
                  <a:cubicBezTo>
                    <a:pt x="35" y="422"/>
                    <a:pt x="0" y="500"/>
                    <a:pt x="0" y="583"/>
                  </a:cubicBezTo>
                  <a:cubicBezTo>
                    <a:pt x="0" y="612"/>
                    <a:pt x="0" y="612"/>
                    <a:pt x="0" y="612"/>
                  </a:cubicBezTo>
                  <a:cubicBezTo>
                    <a:pt x="224" y="612"/>
                    <a:pt x="224" y="612"/>
                    <a:pt x="224" y="612"/>
                  </a:cubicBezTo>
                  <a:cubicBezTo>
                    <a:pt x="224" y="923"/>
                    <a:pt x="224" y="923"/>
                    <a:pt x="224" y="923"/>
                  </a:cubicBezTo>
                  <a:cubicBezTo>
                    <a:pt x="289" y="1073"/>
                    <a:pt x="289" y="1073"/>
                    <a:pt x="289" y="1073"/>
                  </a:cubicBezTo>
                  <a:cubicBezTo>
                    <a:pt x="355" y="923"/>
                    <a:pt x="355" y="923"/>
                    <a:pt x="355" y="923"/>
                  </a:cubicBezTo>
                  <a:cubicBezTo>
                    <a:pt x="355" y="612"/>
                    <a:pt x="355" y="612"/>
                    <a:pt x="355" y="612"/>
                  </a:cubicBezTo>
                  <a:cubicBezTo>
                    <a:pt x="579" y="612"/>
                    <a:pt x="579" y="612"/>
                    <a:pt x="579" y="612"/>
                  </a:cubicBezTo>
                  <a:cubicBezTo>
                    <a:pt x="579" y="583"/>
                    <a:pt x="579" y="583"/>
                    <a:pt x="579" y="583"/>
                  </a:cubicBezTo>
                  <a:cubicBezTo>
                    <a:pt x="579" y="500"/>
                    <a:pt x="544" y="422"/>
                    <a:pt x="482" y="367"/>
                  </a:cubicBezTo>
                  <a:close/>
                  <a:moveTo>
                    <a:pt x="132" y="58"/>
                  </a:moveTo>
                  <a:cubicBezTo>
                    <a:pt x="447" y="58"/>
                    <a:pt x="447" y="58"/>
                    <a:pt x="447" y="58"/>
                  </a:cubicBezTo>
                  <a:cubicBezTo>
                    <a:pt x="458" y="58"/>
                    <a:pt x="467" y="67"/>
                    <a:pt x="467" y="79"/>
                  </a:cubicBezTo>
                  <a:cubicBezTo>
                    <a:pt x="467" y="89"/>
                    <a:pt x="459" y="97"/>
                    <a:pt x="449" y="99"/>
                  </a:cubicBezTo>
                  <a:cubicBezTo>
                    <a:pt x="436" y="101"/>
                    <a:pt x="436" y="101"/>
                    <a:pt x="436" y="101"/>
                  </a:cubicBezTo>
                  <a:cubicBezTo>
                    <a:pt x="143" y="101"/>
                    <a:pt x="143" y="101"/>
                    <a:pt x="143" y="101"/>
                  </a:cubicBezTo>
                  <a:cubicBezTo>
                    <a:pt x="129" y="99"/>
                    <a:pt x="129" y="99"/>
                    <a:pt x="129" y="99"/>
                  </a:cubicBezTo>
                  <a:cubicBezTo>
                    <a:pt x="119" y="97"/>
                    <a:pt x="111" y="89"/>
                    <a:pt x="111" y="79"/>
                  </a:cubicBezTo>
                  <a:cubicBezTo>
                    <a:pt x="111" y="67"/>
                    <a:pt x="121" y="58"/>
                    <a:pt x="132" y="58"/>
                  </a:cubicBezTo>
                  <a:close/>
                  <a:moveTo>
                    <a:pt x="424" y="370"/>
                  </a:moveTo>
                  <a:cubicBezTo>
                    <a:pt x="154" y="370"/>
                    <a:pt x="154" y="370"/>
                    <a:pt x="154" y="370"/>
                  </a:cubicBezTo>
                  <a:cubicBezTo>
                    <a:pt x="154" y="130"/>
                    <a:pt x="154" y="130"/>
                    <a:pt x="154" y="130"/>
                  </a:cubicBezTo>
                  <a:cubicBezTo>
                    <a:pt x="424" y="130"/>
                    <a:pt x="424" y="130"/>
                    <a:pt x="424" y="130"/>
                  </a:cubicBezTo>
                  <a:lnTo>
                    <a:pt x="424" y="370"/>
                  </a:lnTo>
                  <a:close/>
                  <a:moveTo>
                    <a:pt x="297" y="911"/>
                  </a:moveTo>
                  <a:cubicBezTo>
                    <a:pt x="289" y="928"/>
                    <a:pt x="289" y="928"/>
                    <a:pt x="289" y="928"/>
                  </a:cubicBezTo>
                  <a:cubicBezTo>
                    <a:pt x="282" y="911"/>
                    <a:pt x="282" y="911"/>
                    <a:pt x="282" y="911"/>
                  </a:cubicBezTo>
                  <a:cubicBezTo>
                    <a:pt x="282" y="612"/>
                    <a:pt x="282" y="612"/>
                    <a:pt x="282" y="612"/>
                  </a:cubicBezTo>
                  <a:cubicBezTo>
                    <a:pt x="297" y="612"/>
                    <a:pt x="297" y="612"/>
                    <a:pt x="297" y="612"/>
                  </a:cubicBezTo>
                  <a:lnTo>
                    <a:pt x="297" y="911"/>
                  </a:lnTo>
                  <a:close/>
                  <a:moveTo>
                    <a:pt x="355" y="554"/>
                  </a:moveTo>
                  <a:cubicBezTo>
                    <a:pt x="224" y="554"/>
                    <a:pt x="224" y="554"/>
                    <a:pt x="224" y="554"/>
                  </a:cubicBezTo>
                  <a:cubicBezTo>
                    <a:pt x="59" y="554"/>
                    <a:pt x="59" y="554"/>
                    <a:pt x="59" y="554"/>
                  </a:cubicBezTo>
                  <a:cubicBezTo>
                    <a:pt x="67" y="495"/>
                    <a:pt x="97" y="441"/>
                    <a:pt x="144" y="403"/>
                  </a:cubicBezTo>
                  <a:cubicBezTo>
                    <a:pt x="149" y="399"/>
                    <a:pt x="149" y="399"/>
                    <a:pt x="149" y="399"/>
                  </a:cubicBezTo>
                  <a:cubicBezTo>
                    <a:pt x="430" y="399"/>
                    <a:pt x="430" y="399"/>
                    <a:pt x="430" y="399"/>
                  </a:cubicBezTo>
                  <a:cubicBezTo>
                    <a:pt x="435" y="403"/>
                    <a:pt x="435" y="403"/>
                    <a:pt x="435" y="403"/>
                  </a:cubicBezTo>
                  <a:cubicBezTo>
                    <a:pt x="482" y="441"/>
                    <a:pt x="512" y="495"/>
                    <a:pt x="519" y="554"/>
                  </a:cubicBezTo>
                  <a:lnTo>
                    <a:pt x="355" y="554"/>
                  </a:lnTo>
                  <a:close/>
                </a:path>
              </a:pathLst>
            </a:custGeom>
            <a:solidFill>
              <a:srgbClr val="FFFFFF"/>
            </a:solidFill>
            <a:ln>
              <a:noFill/>
            </a:ln>
          </p:spPr>
          <p:txBody>
            <a:bodyPr vert="horz" wrap="square" lIns="91422" tIns="45711" rIns="91422" bIns="45711" numCol="1" anchor="t" anchorCtr="0" compatLnSpc="1"/>
            <a:lstStyle/>
            <a:p>
              <a:endParaRPr lang="id-ID" sz="840">
                <a:solidFill>
                  <a:srgbClr val="404040"/>
                </a:solidFill>
                <a:cs typeface="+mn-ea"/>
                <a:sym typeface="+mn-lt"/>
              </a:endParaRPr>
            </a:p>
          </p:txBody>
        </p:sp>
      </p:grpSp>
      <p:grpSp>
        <p:nvGrpSpPr>
          <p:cNvPr id="23" name="Group 36"/>
          <p:cNvGrpSpPr/>
          <p:nvPr/>
        </p:nvGrpSpPr>
        <p:grpSpPr>
          <a:xfrm>
            <a:off x="9545680" y="3066427"/>
            <a:ext cx="720490" cy="720488"/>
            <a:chOff x="4646773" y="853659"/>
            <a:chExt cx="1087631" cy="1087631"/>
          </a:xfrm>
        </p:grpSpPr>
        <p:grpSp>
          <p:nvGrpSpPr>
            <p:cNvPr id="24" name="Group 37"/>
            <p:cNvGrpSpPr/>
            <p:nvPr/>
          </p:nvGrpSpPr>
          <p:grpSpPr>
            <a:xfrm>
              <a:off x="4646773" y="853659"/>
              <a:ext cx="1087631" cy="1087631"/>
              <a:chOff x="912987" y="3985306"/>
              <a:chExt cx="1332461" cy="1332461"/>
            </a:xfrm>
          </p:grpSpPr>
          <p:sp>
            <p:nvSpPr>
              <p:cNvPr id="28" name="Oval 41"/>
              <p:cNvSpPr/>
              <p:nvPr/>
            </p:nvSpPr>
            <p:spPr>
              <a:xfrm>
                <a:off x="912987" y="3985306"/>
                <a:ext cx="1332461" cy="1332461"/>
              </a:xfrm>
              <a:prstGeom prst="ellipse">
                <a:avLst/>
              </a:prstGeom>
              <a:solidFill>
                <a:schemeClr val="accent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5">
                  <a:solidFill>
                    <a:srgbClr val="404040"/>
                  </a:solidFill>
                  <a:cs typeface="+mn-ea"/>
                  <a:sym typeface="+mn-lt"/>
                </a:endParaRPr>
              </a:p>
            </p:txBody>
          </p:sp>
          <p:sp>
            <p:nvSpPr>
              <p:cNvPr id="29" name="Oval 42"/>
              <p:cNvSpPr/>
              <p:nvPr/>
            </p:nvSpPr>
            <p:spPr>
              <a:xfrm>
                <a:off x="1008481" y="4080800"/>
                <a:ext cx="1141474" cy="1141474"/>
              </a:xfrm>
              <a:prstGeom prst="ellipse">
                <a:avLst/>
              </a:prstGeom>
              <a:solidFill>
                <a:schemeClr val="accent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5">
                  <a:solidFill>
                    <a:srgbClr val="404040"/>
                  </a:solidFill>
                  <a:cs typeface="+mn-ea"/>
                  <a:sym typeface="+mn-lt"/>
                </a:endParaRPr>
              </a:p>
            </p:txBody>
          </p:sp>
          <p:sp>
            <p:nvSpPr>
              <p:cNvPr id="30" name="Oval 43"/>
              <p:cNvSpPr/>
              <p:nvPr/>
            </p:nvSpPr>
            <p:spPr>
              <a:xfrm>
                <a:off x="1108900" y="4181219"/>
                <a:ext cx="940635" cy="94063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a:solidFill>
                    <a:srgbClr val="404040"/>
                  </a:solidFill>
                  <a:cs typeface="+mn-ea"/>
                  <a:sym typeface="+mn-lt"/>
                </a:endParaRPr>
              </a:p>
            </p:txBody>
          </p:sp>
        </p:grpSp>
        <p:grpSp>
          <p:nvGrpSpPr>
            <p:cNvPr id="25" name="Group 38"/>
            <p:cNvGrpSpPr/>
            <p:nvPr/>
          </p:nvGrpSpPr>
          <p:grpSpPr>
            <a:xfrm>
              <a:off x="5014006" y="1248788"/>
              <a:ext cx="360226" cy="312620"/>
              <a:chOff x="8783638" y="1235076"/>
              <a:chExt cx="360363" cy="312738"/>
            </a:xfrm>
            <a:solidFill>
              <a:schemeClr val="bg1"/>
            </a:solidFill>
          </p:grpSpPr>
          <p:sp>
            <p:nvSpPr>
              <p:cNvPr id="26" name="Freeform 51"/>
              <p:cNvSpPr>
                <a:spLocks noEditPoints="1"/>
              </p:cNvSpPr>
              <p:nvPr/>
            </p:nvSpPr>
            <p:spPr bwMode="auto">
              <a:xfrm>
                <a:off x="8842375" y="1290638"/>
                <a:ext cx="128588" cy="84138"/>
              </a:xfrm>
              <a:custGeom>
                <a:avLst/>
                <a:gdLst/>
                <a:ahLst/>
                <a:cxnLst>
                  <a:cxn ang="0">
                    <a:pos x="42" y="0"/>
                  </a:cxn>
                  <a:cxn ang="0">
                    <a:pos x="0" y="27"/>
                  </a:cxn>
                  <a:cxn ang="0">
                    <a:pos x="1" y="29"/>
                  </a:cxn>
                  <a:cxn ang="0">
                    <a:pos x="3" y="27"/>
                  </a:cxn>
                  <a:cxn ang="0">
                    <a:pos x="42" y="4"/>
                  </a:cxn>
                  <a:cxn ang="0">
                    <a:pos x="44" y="2"/>
                  </a:cxn>
                  <a:cxn ang="0">
                    <a:pos x="42" y="0"/>
                  </a:cxn>
                  <a:cxn ang="0">
                    <a:pos x="42" y="0"/>
                  </a:cxn>
                  <a:cxn ang="0">
                    <a:pos x="42" y="0"/>
                  </a:cxn>
                </a:cxnLst>
                <a:rect l="0" t="0" r="r" b="b"/>
                <a:pathLst>
                  <a:path w="44" h="28">
                    <a:moveTo>
                      <a:pt x="42" y="0"/>
                    </a:moveTo>
                    <a:cubicBezTo>
                      <a:pt x="19" y="0"/>
                      <a:pt x="0" y="12"/>
                      <a:pt x="0" y="27"/>
                    </a:cubicBezTo>
                    <a:cubicBezTo>
                      <a:pt x="0" y="28"/>
                      <a:pt x="0" y="29"/>
                      <a:pt x="1" y="29"/>
                    </a:cubicBezTo>
                    <a:cubicBezTo>
                      <a:pt x="3" y="29"/>
                      <a:pt x="3" y="28"/>
                      <a:pt x="3" y="27"/>
                    </a:cubicBezTo>
                    <a:cubicBezTo>
                      <a:pt x="3" y="15"/>
                      <a:pt x="21" y="4"/>
                      <a:pt x="42" y="4"/>
                    </a:cubicBezTo>
                    <a:cubicBezTo>
                      <a:pt x="43" y="4"/>
                      <a:pt x="44" y="3"/>
                      <a:pt x="44" y="2"/>
                    </a:cubicBezTo>
                    <a:cubicBezTo>
                      <a:pt x="44" y="1"/>
                      <a:pt x="43" y="0"/>
                      <a:pt x="42" y="0"/>
                    </a:cubicBezTo>
                    <a:close/>
                    <a:moveTo>
                      <a:pt x="42" y="0"/>
                    </a:moveTo>
                    <a:cubicBezTo>
                      <a:pt x="42" y="0"/>
                      <a:pt x="42" y="0"/>
                      <a:pt x="42" y="0"/>
                    </a:cubicBezTo>
                  </a:path>
                </a:pathLst>
              </a:custGeom>
              <a:grpFill/>
              <a:ln w="9525">
                <a:noFill/>
                <a:round/>
              </a:ln>
            </p:spPr>
            <p:txBody>
              <a:bodyPr vert="horz" wrap="square" lIns="91440" tIns="45720" rIns="91440" bIns="45720" numCol="1" anchor="t" anchorCtr="0" compatLnSpc="1"/>
              <a:lstStyle/>
              <a:p>
                <a:endParaRPr lang="en-US">
                  <a:solidFill>
                    <a:srgbClr val="404040"/>
                  </a:solidFill>
                  <a:cs typeface="+mn-ea"/>
                  <a:sym typeface="+mn-lt"/>
                </a:endParaRPr>
              </a:p>
            </p:txBody>
          </p:sp>
          <p:sp>
            <p:nvSpPr>
              <p:cNvPr id="27" name="Freeform 52"/>
              <p:cNvSpPr>
                <a:spLocks noEditPoints="1"/>
              </p:cNvSpPr>
              <p:nvPr/>
            </p:nvSpPr>
            <p:spPr bwMode="auto">
              <a:xfrm>
                <a:off x="8783638" y="1235076"/>
                <a:ext cx="360363" cy="312738"/>
              </a:xfrm>
              <a:custGeom>
                <a:avLst/>
                <a:gdLst/>
                <a:ahLst/>
                <a:cxnLst>
                  <a:cxn ang="0">
                    <a:pos x="62" y="0"/>
                  </a:cxn>
                  <a:cxn ang="0">
                    <a:pos x="0" y="46"/>
                  </a:cxn>
                  <a:cxn ang="0">
                    <a:pos x="27" y="84"/>
                  </a:cxn>
                  <a:cxn ang="0">
                    <a:pos x="27" y="84"/>
                  </a:cxn>
                  <a:cxn ang="0">
                    <a:pos x="20" y="102"/>
                  </a:cxn>
                  <a:cxn ang="0">
                    <a:pos x="20" y="104"/>
                  </a:cxn>
                  <a:cxn ang="0">
                    <a:pos x="23" y="107"/>
                  </a:cxn>
                  <a:cxn ang="0">
                    <a:pos x="24" y="107"/>
                  </a:cxn>
                  <a:cxn ang="0">
                    <a:pos x="50" y="91"/>
                  </a:cxn>
                  <a:cxn ang="0">
                    <a:pos x="62" y="92"/>
                  </a:cxn>
                  <a:cxn ang="0">
                    <a:pos x="123" y="46"/>
                  </a:cxn>
                  <a:cxn ang="0">
                    <a:pos x="62" y="0"/>
                  </a:cxn>
                  <a:cxn ang="0">
                    <a:pos x="62" y="84"/>
                  </a:cxn>
                  <a:cxn ang="0">
                    <a:pos x="51" y="83"/>
                  </a:cxn>
                  <a:cxn ang="0">
                    <a:pos x="50" y="83"/>
                  </a:cxn>
                  <a:cxn ang="0">
                    <a:pos x="44" y="86"/>
                  </a:cxn>
                  <a:cxn ang="0">
                    <a:pos x="32" y="96"/>
                  </a:cxn>
                  <a:cxn ang="0">
                    <a:pos x="35" y="85"/>
                  </a:cxn>
                  <a:cxn ang="0">
                    <a:pos x="35" y="84"/>
                  </a:cxn>
                  <a:cxn ang="0">
                    <a:pos x="31" y="77"/>
                  </a:cxn>
                  <a:cxn ang="0">
                    <a:pos x="8" y="46"/>
                  </a:cxn>
                  <a:cxn ang="0">
                    <a:pos x="62" y="7"/>
                  </a:cxn>
                  <a:cxn ang="0">
                    <a:pos x="115" y="46"/>
                  </a:cxn>
                  <a:cxn ang="0">
                    <a:pos x="62" y="84"/>
                  </a:cxn>
                  <a:cxn ang="0">
                    <a:pos x="62" y="84"/>
                  </a:cxn>
                  <a:cxn ang="0">
                    <a:pos x="62" y="84"/>
                  </a:cxn>
                </a:cxnLst>
                <a:rect l="0" t="0" r="r" b="b"/>
                <a:pathLst>
                  <a:path w="123" h="107">
                    <a:moveTo>
                      <a:pt x="62" y="0"/>
                    </a:moveTo>
                    <a:cubicBezTo>
                      <a:pt x="28" y="0"/>
                      <a:pt x="0" y="20"/>
                      <a:pt x="0" y="46"/>
                    </a:cubicBezTo>
                    <a:cubicBezTo>
                      <a:pt x="0" y="62"/>
                      <a:pt x="11" y="76"/>
                      <a:pt x="27" y="84"/>
                    </a:cubicBezTo>
                    <a:cubicBezTo>
                      <a:pt x="27" y="84"/>
                      <a:pt x="27" y="84"/>
                      <a:pt x="27" y="84"/>
                    </a:cubicBezTo>
                    <a:cubicBezTo>
                      <a:pt x="27" y="91"/>
                      <a:pt x="22" y="98"/>
                      <a:pt x="20" y="102"/>
                    </a:cubicBezTo>
                    <a:cubicBezTo>
                      <a:pt x="20" y="103"/>
                      <a:pt x="20" y="103"/>
                      <a:pt x="20" y="104"/>
                    </a:cubicBezTo>
                    <a:cubicBezTo>
                      <a:pt x="20" y="106"/>
                      <a:pt x="21" y="107"/>
                      <a:pt x="23" y="107"/>
                    </a:cubicBezTo>
                    <a:cubicBezTo>
                      <a:pt x="23" y="107"/>
                      <a:pt x="24" y="107"/>
                      <a:pt x="24" y="107"/>
                    </a:cubicBezTo>
                    <a:cubicBezTo>
                      <a:pt x="36" y="105"/>
                      <a:pt x="47" y="94"/>
                      <a:pt x="50" y="91"/>
                    </a:cubicBezTo>
                    <a:cubicBezTo>
                      <a:pt x="54" y="92"/>
                      <a:pt x="58" y="92"/>
                      <a:pt x="62" y="92"/>
                    </a:cubicBezTo>
                    <a:cubicBezTo>
                      <a:pt x="96" y="92"/>
                      <a:pt x="123" y="71"/>
                      <a:pt x="123" y="46"/>
                    </a:cubicBezTo>
                    <a:cubicBezTo>
                      <a:pt x="123" y="20"/>
                      <a:pt x="96" y="0"/>
                      <a:pt x="62" y="0"/>
                    </a:cubicBezTo>
                    <a:close/>
                    <a:moveTo>
                      <a:pt x="62" y="84"/>
                    </a:moveTo>
                    <a:cubicBezTo>
                      <a:pt x="58" y="84"/>
                      <a:pt x="55" y="84"/>
                      <a:pt x="51" y="83"/>
                    </a:cubicBezTo>
                    <a:cubicBezTo>
                      <a:pt x="51" y="83"/>
                      <a:pt x="50" y="83"/>
                      <a:pt x="50" y="83"/>
                    </a:cubicBezTo>
                    <a:cubicBezTo>
                      <a:pt x="48" y="83"/>
                      <a:pt x="45" y="84"/>
                      <a:pt x="44" y="86"/>
                    </a:cubicBezTo>
                    <a:cubicBezTo>
                      <a:pt x="42" y="88"/>
                      <a:pt x="38" y="93"/>
                      <a:pt x="32" y="96"/>
                    </a:cubicBezTo>
                    <a:cubicBezTo>
                      <a:pt x="34" y="92"/>
                      <a:pt x="35" y="89"/>
                      <a:pt x="35" y="85"/>
                    </a:cubicBezTo>
                    <a:cubicBezTo>
                      <a:pt x="35" y="84"/>
                      <a:pt x="35" y="84"/>
                      <a:pt x="35" y="84"/>
                    </a:cubicBezTo>
                    <a:cubicBezTo>
                      <a:pt x="35" y="81"/>
                      <a:pt x="33" y="78"/>
                      <a:pt x="31" y="77"/>
                    </a:cubicBezTo>
                    <a:cubicBezTo>
                      <a:pt x="17" y="70"/>
                      <a:pt x="8" y="58"/>
                      <a:pt x="8" y="46"/>
                    </a:cubicBezTo>
                    <a:cubicBezTo>
                      <a:pt x="8" y="25"/>
                      <a:pt x="32" y="7"/>
                      <a:pt x="62" y="7"/>
                    </a:cubicBezTo>
                    <a:cubicBezTo>
                      <a:pt x="91" y="7"/>
                      <a:pt x="115" y="25"/>
                      <a:pt x="115" y="46"/>
                    </a:cubicBezTo>
                    <a:cubicBezTo>
                      <a:pt x="115" y="67"/>
                      <a:pt x="91" y="84"/>
                      <a:pt x="62" y="84"/>
                    </a:cubicBezTo>
                    <a:close/>
                    <a:moveTo>
                      <a:pt x="62" y="84"/>
                    </a:moveTo>
                    <a:cubicBezTo>
                      <a:pt x="62" y="84"/>
                      <a:pt x="62" y="84"/>
                      <a:pt x="62" y="84"/>
                    </a:cubicBezTo>
                  </a:path>
                </a:pathLst>
              </a:custGeom>
              <a:grpFill/>
              <a:ln w="9525">
                <a:noFill/>
                <a:round/>
              </a:ln>
            </p:spPr>
            <p:txBody>
              <a:bodyPr vert="horz" wrap="square" lIns="91440" tIns="45720" rIns="91440" bIns="45720" numCol="1" anchor="t" anchorCtr="0" compatLnSpc="1"/>
              <a:lstStyle/>
              <a:p>
                <a:endParaRPr lang="en-US">
                  <a:solidFill>
                    <a:srgbClr val="404040"/>
                  </a:solidFill>
                  <a:cs typeface="+mn-ea"/>
                  <a:sym typeface="+mn-lt"/>
                </a:endParaRPr>
              </a:p>
            </p:txBody>
          </p:sp>
        </p:grpSp>
      </p:grpSp>
      <p:sp>
        <p:nvSpPr>
          <p:cNvPr id="31" name="TextBox 44"/>
          <p:cNvSpPr txBox="1"/>
          <p:nvPr/>
        </p:nvSpPr>
        <p:spPr>
          <a:xfrm>
            <a:off x="5056292" y="1244189"/>
            <a:ext cx="2079416" cy="461665"/>
          </a:xfrm>
          <a:prstGeom prst="rect">
            <a:avLst/>
          </a:prstGeom>
          <a:noFill/>
        </p:spPr>
        <p:txBody>
          <a:bodyPr wrap="none" rtlCol="0">
            <a:spAutoFit/>
          </a:bodyPr>
          <a:lstStyle/>
          <a:p>
            <a:pPr algn="ctr"/>
            <a:r>
              <a:rPr lang="zh-CN" altLang="en-US" sz="2400" b="1">
                <a:solidFill>
                  <a:srgbClr val="404040"/>
                </a:solidFill>
                <a:cs typeface="+mn-ea"/>
                <a:sym typeface="+mn-lt"/>
              </a:rPr>
              <a:t>点击添加标题</a:t>
            </a:r>
          </a:p>
        </p:txBody>
      </p:sp>
      <p:grpSp>
        <p:nvGrpSpPr>
          <p:cNvPr id="32" name="Group 45"/>
          <p:cNvGrpSpPr/>
          <p:nvPr/>
        </p:nvGrpSpPr>
        <p:grpSpPr>
          <a:xfrm flipH="1">
            <a:off x="5663151" y="1888834"/>
            <a:ext cx="862961" cy="50044"/>
            <a:chOff x="5012716" y="1129776"/>
            <a:chExt cx="3148718" cy="103072"/>
          </a:xfrm>
          <a:solidFill>
            <a:schemeClr val="accent1"/>
          </a:solidFill>
        </p:grpSpPr>
        <p:sp>
          <p:nvSpPr>
            <p:cNvPr id="33" name="Rounded Rectangle 46"/>
            <p:cNvSpPr/>
            <p:nvPr/>
          </p:nvSpPr>
          <p:spPr>
            <a:xfrm>
              <a:off x="5012716" y="1129776"/>
              <a:ext cx="1623093" cy="10307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04040"/>
                </a:solidFill>
                <a:cs typeface="+mn-ea"/>
                <a:sym typeface="+mn-lt"/>
              </a:endParaRPr>
            </a:p>
          </p:txBody>
        </p:sp>
        <p:sp>
          <p:nvSpPr>
            <p:cNvPr id="34" name="Rounded Rectangle 47"/>
            <p:cNvSpPr/>
            <p:nvPr/>
          </p:nvSpPr>
          <p:spPr>
            <a:xfrm>
              <a:off x="6910165" y="1129776"/>
              <a:ext cx="660462" cy="10307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04040"/>
                </a:solidFill>
                <a:cs typeface="+mn-ea"/>
                <a:sym typeface="+mn-lt"/>
              </a:endParaRPr>
            </a:p>
          </p:txBody>
        </p:sp>
        <p:sp>
          <p:nvSpPr>
            <p:cNvPr id="35" name="Rounded Rectangle 48"/>
            <p:cNvSpPr/>
            <p:nvPr/>
          </p:nvSpPr>
          <p:spPr>
            <a:xfrm>
              <a:off x="7831205" y="1129776"/>
              <a:ext cx="330229" cy="10307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04040"/>
                </a:solidFill>
                <a:cs typeface="+mn-ea"/>
                <a:sym typeface="+mn-lt"/>
              </a:endParaRPr>
            </a:p>
          </p:txBody>
        </p:sp>
      </p:grpSp>
      <p:sp>
        <p:nvSpPr>
          <p:cNvPr id="36" name="TextBox 49"/>
          <p:cNvSpPr txBox="1"/>
          <p:nvPr/>
        </p:nvSpPr>
        <p:spPr>
          <a:xfrm>
            <a:off x="3758765" y="1966861"/>
            <a:ext cx="4673128" cy="793725"/>
          </a:xfrm>
          <a:prstGeom prst="rect">
            <a:avLst/>
          </a:prstGeom>
          <a:noFill/>
        </p:spPr>
        <p:txBody>
          <a:bodyPr wrap="square" lIns="109710" tIns="54855" rIns="109710" bIns="54855" rtlCol="0">
            <a:spAutoFit/>
          </a:bodyPr>
          <a:lstStyle/>
          <a:p>
            <a:pPr algn="ctr">
              <a:lnSpc>
                <a:spcPct val="200000"/>
              </a:lnSpc>
            </a:pPr>
            <a:r>
              <a:rPr lang="zh-CN" altLang="en-US" sz="1200">
                <a:solidFill>
                  <a:srgbClr val="404040"/>
                </a:solidFill>
                <a:cs typeface="+mn-ea"/>
                <a:sym typeface="+mn-lt"/>
              </a:rPr>
              <a:t>您的内容打在这里，或者通过复制您的文本后，在此框中选择粘贴。您的内容打在这里，或者通过复制您的文本后，在此框</a:t>
            </a:r>
          </a:p>
        </p:txBody>
      </p:sp>
      <p:sp>
        <p:nvSpPr>
          <p:cNvPr id="37" name="TextBox 49"/>
          <p:cNvSpPr txBox="1"/>
          <p:nvPr/>
        </p:nvSpPr>
        <p:spPr>
          <a:xfrm>
            <a:off x="1012911" y="4476086"/>
            <a:ext cx="2674625" cy="1186140"/>
          </a:xfrm>
          <a:prstGeom prst="rect">
            <a:avLst/>
          </a:prstGeom>
          <a:noFill/>
        </p:spPr>
        <p:txBody>
          <a:bodyPr wrap="square" lIns="109710" tIns="54855" rIns="109710" bIns="54855" rtlCol="0">
            <a:spAutoFit/>
          </a:bodyPr>
          <a:lstStyle/>
          <a:p>
            <a:pPr algn="ctr">
              <a:lnSpc>
                <a:spcPct val="150000"/>
              </a:lnSpc>
            </a:pPr>
            <a:r>
              <a:rPr lang="zh-CN" altLang="en-US" sz="1200">
                <a:solidFill>
                  <a:srgbClr val="404040"/>
                </a:solidFill>
                <a:cs typeface="+mn-ea"/>
                <a:sym typeface="+mn-lt"/>
              </a:rPr>
              <a:t>您的内容打在这里，或者通过复制您的文本后，在此框中选择粘贴。您的内容打在这里，或者通过复制您的文本后，在此框</a:t>
            </a:r>
          </a:p>
        </p:txBody>
      </p:sp>
      <p:sp>
        <p:nvSpPr>
          <p:cNvPr id="38" name="TextBox 49"/>
          <p:cNvSpPr txBox="1"/>
          <p:nvPr/>
        </p:nvSpPr>
        <p:spPr>
          <a:xfrm>
            <a:off x="4719679" y="4447057"/>
            <a:ext cx="2674625" cy="1186140"/>
          </a:xfrm>
          <a:prstGeom prst="rect">
            <a:avLst/>
          </a:prstGeom>
          <a:noFill/>
        </p:spPr>
        <p:txBody>
          <a:bodyPr wrap="square" lIns="109710" tIns="54855" rIns="109710" bIns="54855" rtlCol="0">
            <a:spAutoFit/>
          </a:bodyPr>
          <a:lstStyle/>
          <a:p>
            <a:pPr algn="ctr">
              <a:lnSpc>
                <a:spcPct val="150000"/>
              </a:lnSpc>
            </a:pPr>
            <a:r>
              <a:rPr lang="zh-CN" altLang="en-US" sz="1200">
                <a:solidFill>
                  <a:srgbClr val="404040"/>
                </a:solidFill>
                <a:cs typeface="+mn-ea"/>
                <a:sym typeface="+mn-lt"/>
              </a:rPr>
              <a:t>您的内容打在这里，或者通过复制您的文本后，在此框中选择粘贴。您的内容打在这里，或者通过复制您的文本后，在此框</a:t>
            </a:r>
          </a:p>
        </p:txBody>
      </p:sp>
      <p:sp>
        <p:nvSpPr>
          <p:cNvPr id="39" name="TextBox 49"/>
          <p:cNvSpPr txBox="1"/>
          <p:nvPr/>
        </p:nvSpPr>
        <p:spPr>
          <a:xfrm>
            <a:off x="8546887" y="4403514"/>
            <a:ext cx="2674625" cy="1186140"/>
          </a:xfrm>
          <a:prstGeom prst="rect">
            <a:avLst/>
          </a:prstGeom>
          <a:noFill/>
        </p:spPr>
        <p:txBody>
          <a:bodyPr wrap="square" lIns="109710" tIns="54855" rIns="109710" bIns="54855" rtlCol="0">
            <a:spAutoFit/>
          </a:bodyPr>
          <a:lstStyle/>
          <a:p>
            <a:pPr algn="ctr">
              <a:lnSpc>
                <a:spcPct val="150000"/>
              </a:lnSpc>
            </a:pPr>
            <a:r>
              <a:rPr lang="zh-CN" altLang="en-US" sz="1200">
                <a:solidFill>
                  <a:srgbClr val="404040"/>
                </a:solidFill>
                <a:cs typeface="+mn-ea"/>
                <a:sym typeface="+mn-lt"/>
              </a:rPr>
              <a:t>您的内容打在这里，或者通过复制您的文本后，在此框中选择粘贴。您的内容打在这里，或者通过复制您的文本后，在此框</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31950" y="2319609"/>
            <a:ext cx="8932333" cy="1120080"/>
            <a:chOff x="2108200" y="2754130"/>
            <a:chExt cx="8932333" cy="1120080"/>
          </a:xfrm>
        </p:grpSpPr>
        <p:cxnSp>
          <p:nvCxnSpPr>
            <p:cNvPr id="3" name="直接连接符 2"/>
            <p:cNvCxnSpPr/>
            <p:nvPr/>
          </p:nvCxnSpPr>
          <p:spPr>
            <a:xfrm>
              <a:off x="2108200" y="3318933"/>
              <a:ext cx="8932333" cy="0"/>
            </a:xfrm>
            <a:prstGeom prst="line">
              <a:avLst/>
            </a:prstGeom>
            <a:solidFill>
              <a:srgbClr val="C4C4C4"/>
            </a:solidFill>
            <a:ln>
              <a:solidFill>
                <a:srgbClr val="282C33"/>
              </a:solidFill>
              <a:prstDash val="dash"/>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2521380" y="2754130"/>
              <a:ext cx="917782" cy="1110554"/>
              <a:chOff x="2521380" y="2754130"/>
              <a:chExt cx="917782" cy="1110554"/>
            </a:xfrm>
          </p:grpSpPr>
          <p:grpSp>
            <p:nvGrpSpPr>
              <p:cNvPr id="20" name="组合 19"/>
              <p:cNvGrpSpPr/>
              <p:nvPr/>
            </p:nvGrpSpPr>
            <p:grpSpPr>
              <a:xfrm>
                <a:off x="2521380" y="2754130"/>
                <a:ext cx="917782" cy="1110554"/>
                <a:chOff x="2323428" y="2510490"/>
                <a:chExt cx="1313688" cy="1589616"/>
              </a:xfrm>
            </p:grpSpPr>
            <p:sp>
              <p:nvSpPr>
                <p:cNvPr id="22" name="椭圆 21"/>
                <p:cNvSpPr/>
                <p:nvPr/>
              </p:nvSpPr>
              <p:spPr>
                <a:xfrm>
                  <a:off x="2336801" y="2675467"/>
                  <a:ext cx="1286932" cy="1286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3" name="任意多边形: 形状 22"/>
                <p:cNvSpPr/>
                <p:nvPr/>
              </p:nvSpPr>
              <p:spPr>
                <a:xfrm rot="19571640">
                  <a:off x="2323428" y="2510490"/>
                  <a:ext cx="1313688" cy="1589616"/>
                </a:xfrm>
                <a:custGeom>
                  <a:avLst/>
                  <a:gdLst>
                    <a:gd name="connsiteX0" fmla="*/ 0 w 1203485"/>
                    <a:gd name="connsiteY0" fmla="*/ 1137708 h 1456266"/>
                    <a:gd name="connsiteX1" fmla="*/ 48562 w 1203485"/>
                    <a:gd name="connsiteY1" fmla="*/ 1137708 h 1456266"/>
                    <a:gd name="connsiteX2" fmla="*/ 113483 w 1203485"/>
                    <a:gd name="connsiteY2" fmla="*/ 1216392 h 1456266"/>
                    <a:gd name="connsiteX3" fmla="*/ 601742 w 1203485"/>
                    <a:gd name="connsiteY3" fmla="*/ 1418636 h 1456266"/>
                    <a:gd name="connsiteX4" fmla="*/ 1090001 w 1203485"/>
                    <a:gd name="connsiteY4" fmla="*/ 1216392 h 1456266"/>
                    <a:gd name="connsiteX5" fmla="*/ 1154922 w 1203485"/>
                    <a:gd name="connsiteY5" fmla="*/ 1137708 h 1456266"/>
                    <a:gd name="connsiteX6" fmla="*/ 1203485 w 1203485"/>
                    <a:gd name="connsiteY6" fmla="*/ 1137708 h 1456266"/>
                    <a:gd name="connsiteX7" fmla="*/ 1116610 w 1203485"/>
                    <a:gd name="connsiteY7" fmla="*/ 1243001 h 1456266"/>
                    <a:gd name="connsiteX8" fmla="*/ 601742 w 1203485"/>
                    <a:gd name="connsiteY8" fmla="*/ 1456266 h 1456266"/>
                    <a:gd name="connsiteX9" fmla="*/ 86874 w 1203485"/>
                    <a:gd name="connsiteY9" fmla="*/ 1243001 h 1456266"/>
                    <a:gd name="connsiteX10" fmla="*/ 601742 w 1203485"/>
                    <a:gd name="connsiteY10" fmla="*/ 0 h 1456266"/>
                    <a:gd name="connsiteX11" fmla="*/ 1116610 w 1203485"/>
                    <a:gd name="connsiteY11" fmla="*/ 213265 h 1456266"/>
                    <a:gd name="connsiteX12" fmla="*/ 1203485 w 1203485"/>
                    <a:gd name="connsiteY12" fmla="*/ 318558 h 1456266"/>
                    <a:gd name="connsiteX13" fmla="*/ 1154922 w 1203485"/>
                    <a:gd name="connsiteY13" fmla="*/ 318558 h 1456266"/>
                    <a:gd name="connsiteX14" fmla="*/ 1090001 w 1203485"/>
                    <a:gd name="connsiteY14" fmla="*/ 239874 h 1456266"/>
                    <a:gd name="connsiteX15" fmla="*/ 601742 w 1203485"/>
                    <a:gd name="connsiteY15" fmla="*/ 37630 h 1456266"/>
                    <a:gd name="connsiteX16" fmla="*/ 113483 w 1203485"/>
                    <a:gd name="connsiteY16" fmla="*/ 239874 h 1456266"/>
                    <a:gd name="connsiteX17" fmla="*/ 48562 w 1203485"/>
                    <a:gd name="connsiteY17" fmla="*/ 318558 h 1456266"/>
                    <a:gd name="connsiteX18" fmla="*/ 0 w 1203485"/>
                    <a:gd name="connsiteY18" fmla="*/ 318558 h 1456266"/>
                    <a:gd name="connsiteX19" fmla="*/ 86874 w 1203485"/>
                    <a:gd name="connsiteY19" fmla="*/ 213265 h 1456266"/>
                    <a:gd name="connsiteX20" fmla="*/ 601742 w 1203485"/>
                    <a:gd name="connsiteY20" fmla="*/ 0 h 145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03485" h="1456266">
                      <a:moveTo>
                        <a:pt x="0" y="1137708"/>
                      </a:moveTo>
                      <a:lnTo>
                        <a:pt x="48562" y="1137708"/>
                      </a:lnTo>
                      <a:lnTo>
                        <a:pt x="113483" y="1216392"/>
                      </a:lnTo>
                      <a:cubicBezTo>
                        <a:pt x="238439" y="1341349"/>
                        <a:pt x="411065" y="1418636"/>
                        <a:pt x="601742" y="1418636"/>
                      </a:cubicBezTo>
                      <a:cubicBezTo>
                        <a:pt x="792419" y="1418636"/>
                        <a:pt x="965045" y="1341349"/>
                        <a:pt x="1090001" y="1216392"/>
                      </a:cubicBezTo>
                      <a:lnTo>
                        <a:pt x="1154922" y="1137708"/>
                      </a:lnTo>
                      <a:lnTo>
                        <a:pt x="1203485" y="1137708"/>
                      </a:lnTo>
                      <a:lnTo>
                        <a:pt x="1116610" y="1243001"/>
                      </a:lnTo>
                      <a:cubicBezTo>
                        <a:pt x="984844" y="1374767"/>
                        <a:pt x="802811" y="1456266"/>
                        <a:pt x="601742" y="1456266"/>
                      </a:cubicBezTo>
                      <a:cubicBezTo>
                        <a:pt x="400674" y="1456266"/>
                        <a:pt x="218640" y="1374767"/>
                        <a:pt x="86874" y="1243001"/>
                      </a:cubicBezTo>
                      <a:close/>
                      <a:moveTo>
                        <a:pt x="601742" y="0"/>
                      </a:moveTo>
                      <a:cubicBezTo>
                        <a:pt x="802811" y="0"/>
                        <a:pt x="984844" y="81499"/>
                        <a:pt x="1116610" y="213265"/>
                      </a:cubicBezTo>
                      <a:lnTo>
                        <a:pt x="1203485" y="318558"/>
                      </a:lnTo>
                      <a:lnTo>
                        <a:pt x="1154922" y="318558"/>
                      </a:lnTo>
                      <a:lnTo>
                        <a:pt x="1090001" y="239874"/>
                      </a:lnTo>
                      <a:cubicBezTo>
                        <a:pt x="965045" y="114917"/>
                        <a:pt x="792419" y="37630"/>
                        <a:pt x="601742" y="37630"/>
                      </a:cubicBezTo>
                      <a:cubicBezTo>
                        <a:pt x="411065" y="37630"/>
                        <a:pt x="238439" y="114917"/>
                        <a:pt x="113483" y="239874"/>
                      </a:cubicBezTo>
                      <a:lnTo>
                        <a:pt x="48562" y="318558"/>
                      </a:lnTo>
                      <a:lnTo>
                        <a:pt x="0" y="318558"/>
                      </a:lnTo>
                      <a:lnTo>
                        <a:pt x="86874" y="213265"/>
                      </a:lnTo>
                      <a:cubicBezTo>
                        <a:pt x="218640" y="81499"/>
                        <a:pt x="400674" y="0"/>
                        <a:pt x="601742"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cs typeface="+mn-ea"/>
                    <a:sym typeface="+mn-lt"/>
                  </a:endParaRPr>
                </a:p>
              </p:txBody>
            </p:sp>
          </p:grpSp>
          <p:sp>
            <p:nvSpPr>
              <p:cNvPr id="21" name="文本框 20"/>
              <p:cNvSpPr txBox="1"/>
              <p:nvPr/>
            </p:nvSpPr>
            <p:spPr>
              <a:xfrm>
                <a:off x="2613002" y="2926659"/>
                <a:ext cx="651946" cy="769441"/>
              </a:xfrm>
              <a:prstGeom prst="rect">
                <a:avLst/>
              </a:prstGeom>
              <a:noFill/>
            </p:spPr>
            <p:txBody>
              <a:bodyPr wrap="square" rtlCol="0">
                <a:spAutoFit/>
              </a:bodyPr>
              <a:lstStyle/>
              <a:p>
                <a:r>
                  <a:rPr lang="zh-CN" altLang="en-US" sz="4400">
                    <a:solidFill>
                      <a:schemeClr val="bg1"/>
                    </a:solidFill>
                    <a:cs typeface="+mn-ea"/>
                    <a:sym typeface="+mn-lt"/>
                  </a:rPr>
                  <a:t>壹</a:t>
                </a:r>
              </a:p>
            </p:txBody>
          </p:sp>
        </p:grpSp>
        <p:grpSp>
          <p:nvGrpSpPr>
            <p:cNvPr id="5" name="组合 4"/>
            <p:cNvGrpSpPr/>
            <p:nvPr/>
          </p:nvGrpSpPr>
          <p:grpSpPr>
            <a:xfrm>
              <a:off x="4874797" y="2763656"/>
              <a:ext cx="917782" cy="1110554"/>
              <a:chOff x="2521378" y="2763656"/>
              <a:chExt cx="917782" cy="1110554"/>
            </a:xfrm>
          </p:grpSpPr>
          <p:grpSp>
            <p:nvGrpSpPr>
              <p:cNvPr id="16" name="组合 15"/>
              <p:cNvGrpSpPr/>
              <p:nvPr/>
            </p:nvGrpSpPr>
            <p:grpSpPr>
              <a:xfrm>
                <a:off x="2521378" y="2763656"/>
                <a:ext cx="917782" cy="1110554"/>
                <a:chOff x="2323425" y="2524125"/>
                <a:chExt cx="1313688" cy="1589616"/>
              </a:xfrm>
            </p:grpSpPr>
            <p:sp>
              <p:nvSpPr>
                <p:cNvPr id="18" name="椭圆 17"/>
                <p:cNvSpPr/>
                <p:nvPr/>
              </p:nvSpPr>
              <p:spPr>
                <a:xfrm>
                  <a:off x="2336801" y="2675467"/>
                  <a:ext cx="1286932" cy="1286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19" name="任意多边形: 形状 18"/>
                <p:cNvSpPr/>
                <p:nvPr/>
              </p:nvSpPr>
              <p:spPr>
                <a:xfrm rot="19571640">
                  <a:off x="2323425" y="2524125"/>
                  <a:ext cx="1313688" cy="1589616"/>
                </a:xfrm>
                <a:custGeom>
                  <a:avLst/>
                  <a:gdLst>
                    <a:gd name="connsiteX0" fmla="*/ 0 w 1203485"/>
                    <a:gd name="connsiteY0" fmla="*/ 1137708 h 1456266"/>
                    <a:gd name="connsiteX1" fmla="*/ 48562 w 1203485"/>
                    <a:gd name="connsiteY1" fmla="*/ 1137708 h 1456266"/>
                    <a:gd name="connsiteX2" fmla="*/ 113483 w 1203485"/>
                    <a:gd name="connsiteY2" fmla="*/ 1216392 h 1456266"/>
                    <a:gd name="connsiteX3" fmla="*/ 601742 w 1203485"/>
                    <a:gd name="connsiteY3" fmla="*/ 1418636 h 1456266"/>
                    <a:gd name="connsiteX4" fmla="*/ 1090001 w 1203485"/>
                    <a:gd name="connsiteY4" fmla="*/ 1216392 h 1456266"/>
                    <a:gd name="connsiteX5" fmla="*/ 1154922 w 1203485"/>
                    <a:gd name="connsiteY5" fmla="*/ 1137708 h 1456266"/>
                    <a:gd name="connsiteX6" fmla="*/ 1203485 w 1203485"/>
                    <a:gd name="connsiteY6" fmla="*/ 1137708 h 1456266"/>
                    <a:gd name="connsiteX7" fmla="*/ 1116610 w 1203485"/>
                    <a:gd name="connsiteY7" fmla="*/ 1243001 h 1456266"/>
                    <a:gd name="connsiteX8" fmla="*/ 601742 w 1203485"/>
                    <a:gd name="connsiteY8" fmla="*/ 1456266 h 1456266"/>
                    <a:gd name="connsiteX9" fmla="*/ 86874 w 1203485"/>
                    <a:gd name="connsiteY9" fmla="*/ 1243001 h 1456266"/>
                    <a:gd name="connsiteX10" fmla="*/ 601742 w 1203485"/>
                    <a:gd name="connsiteY10" fmla="*/ 0 h 1456266"/>
                    <a:gd name="connsiteX11" fmla="*/ 1116610 w 1203485"/>
                    <a:gd name="connsiteY11" fmla="*/ 213265 h 1456266"/>
                    <a:gd name="connsiteX12" fmla="*/ 1203485 w 1203485"/>
                    <a:gd name="connsiteY12" fmla="*/ 318558 h 1456266"/>
                    <a:gd name="connsiteX13" fmla="*/ 1154922 w 1203485"/>
                    <a:gd name="connsiteY13" fmla="*/ 318558 h 1456266"/>
                    <a:gd name="connsiteX14" fmla="*/ 1090001 w 1203485"/>
                    <a:gd name="connsiteY14" fmla="*/ 239874 h 1456266"/>
                    <a:gd name="connsiteX15" fmla="*/ 601742 w 1203485"/>
                    <a:gd name="connsiteY15" fmla="*/ 37630 h 1456266"/>
                    <a:gd name="connsiteX16" fmla="*/ 113483 w 1203485"/>
                    <a:gd name="connsiteY16" fmla="*/ 239874 h 1456266"/>
                    <a:gd name="connsiteX17" fmla="*/ 48562 w 1203485"/>
                    <a:gd name="connsiteY17" fmla="*/ 318558 h 1456266"/>
                    <a:gd name="connsiteX18" fmla="*/ 0 w 1203485"/>
                    <a:gd name="connsiteY18" fmla="*/ 318558 h 1456266"/>
                    <a:gd name="connsiteX19" fmla="*/ 86874 w 1203485"/>
                    <a:gd name="connsiteY19" fmla="*/ 213265 h 1456266"/>
                    <a:gd name="connsiteX20" fmla="*/ 601742 w 1203485"/>
                    <a:gd name="connsiteY20" fmla="*/ 0 h 145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03485" h="1456266">
                      <a:moveTo>
                        <a:pt x="0" y="1137708"/>
                      </a:moveTo>
                      <a:lnTo>
                        <a:pt x="48562" y="1137708"/>
                      </a:lnTo>
                      <a:lnTo>
                        <a:pt x="113483" y="1216392"/>
                      </a:lnTo>
                      <a:cubicBezTo>
                        <a:pt x="238439" y="1341349"/>
                        <a:pt x="411065" y="1418636"/>
                        <a:pt x="601742" y="1418636"/>
                      </a:cubicBezTo>
                      <a:cubicBezTo>
                        <a:pt x="792419" y="1418636"/>
                        <a:pt x="965045" y="1341349"/>
                        <a:pt x="1090001" y="1216392"/>
                      </a:cubicBezTo>
                      <a:lnTo>
                        <a:pt x="1154922" y="1137708"/>
                      </a:lnTo>
                      <a:lnTo>
                        <a:pt x="1203485" y="1137708"/>
                      </a:lnTo>
                      <a:lnTo>
                        <a:pt x="1116610" y="1243001"/>
                      </a:lnTo>
                      <a:cubicBezTo>
                        <a:pt x="984844" y="1374767"/>
                        <a:pt x="802811" y="1456266"/>
                        <a:pt x="601742" y="1456266"/>
                      </a:cubicBezTo>
                      <a:cubicBezTo>
                        <a:pt x="400674" y="1456266"/>
                        <a:pt x="218640" y="1374767"/>
                        <a:pt x="86874" y="1243001"/>
                      </a:cubicBezTo>
                      <a:close/>
                      <a:moveTo>
                        <a:pt x="601742" y="0"/>
                      </a:moveTo>
                      <a:cubicBezTo>
                        <a:pt x="802811" y="0"/>
                        <a:pt x="984844" y="81499"/>
                        <a:pt x="1116610" y="213265"/>
                      </a:cubicBezTo>
                      <a:lnTo>
                        <a:pt x="1203485" y="318558"/>
                      </a:lnTo>
                      <a:lnTo>
                        <a:pt x="1154922" y="318558"/>
                      </a:lnTo>
                      <a:lnTo>
                        <a:pt x="1090001" y="239874"/>
                      </a:lnTo>
                      <a:cubicBezTo>
                        <a:pt x="965045" y="114917"/>
                        <a:pt x="792419" y="37630"/>
                        <a:pt x="601742" y="37630"/>
                      </a:cubicBezTo>
                      <a:cubicBezTo>
                        <a:pt x="411065" y="37630"/>
                        <a:pt x="238439" y="114917"/>
                        <a:pt x="113483" y="239874"/>
                      </a:cubicBezTo>
                      <a:lnTo>
                        <a:pt x="48562" y="318558"/>
                      </a:lnTo>
                      <a:lnTo>
                        <a:pt x="0" y="318558"/>
                      </a:lnTo>
                      <a:lnTo>
                        <a:pt x="86874" y="213265"/>
                      </a:lnTo>
                      <a:cubicBezTo>
                        <a:pt x="218640" y="81499"/>
                        <a:pt x="400674" y="0"/>
                        <a:pt x="601742"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cs typeface="+mn-ea"/>
                    <a:sym typeface="+mn-lt"/>
                  </a:endParaRPr>
                </a:p>
              </p:txBody>
            </p:sp>
          </p:grpSp>
          <p:sp>
            <p:nvSpPr>
              <p:cNvPr id="17" name="文本框 16"/>
              <p:cNvSpPr txBox="1"/>
              <p:nvPr/>
            </p:nvSpPr>
            <p:spPr>
              <a:xfrm>
                <a:off x="2610366" y="2886587"/>
                <a:ext cx="651946" cy="769441"/>
              </a:xfrm>
              <a:prstGeom prst="rect">
                <a:avLst/>
              </a:prstGeom>
              <a:noFill/>
            </p:spPr>
            <p:txBody>
              <a:bodyPr wrap="square" rtlCol="0">
                <a:spAutoFit/>
              </a:bodyPr>
              <a:lstStyle/>
              <a:p>
                <a:r>
                  <a:rPr lang="zh-CN" altLang="en-US" sz="4400">
                    <a:solidFill>
                      <a:schemeClr val="bg1"/>
                    </a:solidFill>
                    <a:cs typeface="+mn-ea"/>
                    <a:sym typeface="+mn-lt"/>
                  </a:rPr>
                  <a:t>贰</a:t>
                </a:r>
              </a:p>
            </p:txBody>
          </p:sp>
        </p:grpSp>
        <p:grpSp>
          <p:nvGrpSpPr>
            <p:cNvPr id="6" name="组合 5"/>
            <p:cNvGrpSpPr/>
            <p:nvPr/>
          </p:nvGrpSpPr>
          <p:grpSpPr>
            <a:xfrm>
              <a:off x="7228216" y="2763656"/>
              <a:ext cx="917782" cy="1110554"/>
              <a:chOff x="2521378" y="2763656"/>
              <a:chExt cx="917782" cy="1110554"/>
            </a:xfrm>
          </p:grpSpPr>
          <p:grpSp>
            <p:nvGrpSpPr>
              <p:cNvPr id="12" name="组合 11"/>
              <p:cNvGrpSpPr/>
              <p:nvPr/>
            </p:nvGrpSpPr>
            <p:grpSpPr>
              <a:xfrm>
                <a:off x="2521378" y="2763656"/>
                <a:ext cx="917782" cy="1110554"/>
                <a:chOff x="2323425" y="2524125"/>
                <a:chExt cx="1313688" cy="1589616"/>
              </a:xfrm>
            </p:grpSpPr>
            <p:sp>
              <p:nvSpPr>
                <p:cNvPr id="14" name="椭圆 13"/>
                <p:cNvSpPr/>
                <p:nvPr/>
              </p:nvSpPr>
              <p:spPr>
                <a:xfrm>
                  <a:off x="2336801" y="2675467"/>
                  <a:ext cx="1286932" cy="1286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15" name="任意多边形: 形状 14"/>
                <p:cNvSpPr/>
                <p:nvPr/>
              </p:nvSpPr>
              <p:spPr>
                <a:xfrm rot="19571640">
                  <a:off x="2323425" y="2524125"/>
                  <a:ext cx="1313688" cy="1589616"/>
                </a:xfrm>
                <a:custGeom>
                  <a:avLst/>
                  <a:gdLst>
                    <a:gd name="connsiteX0" fmla="*/ 0 w 1203485"/>
                    <a:gd name="connsiteY0" fmla="*/ 1137708 h 1456266"/>
                    <a:gd name="connsiteX1" fmla="*/ 48562 w 1203485"/>
                    <a:gd name="connsiteY1" fmla="*/ 1137708 h 1456266"/>
                    <a:gd name="connsiteX2" fmla="*/ 113483 w 1203485"/>
                    <a:gd name="connsiteY2" fmla="*/ 1216392 h 1456266"/>
                    <a:gd name="connsiteX3" fmla="*/ 601742 w 1203485"/>
                    <a:gd name="connsiteY3" fmla="*/ 1418636 h 1456266"/>
                    <a:gd name="connsiteX4" fmla="*/ 1090001 w 1203485"/>
                    <a:gd name="connsiteY4" fmla="*/ 1216392 h 1456266"/>
                    <a:gd name="connsiteX5" fmla="*/ 1154922 w 1203485"/>
                    <a:gd name="connsiteY5" fmla="*/ 1137708 h 1456266"/>
                    <a:gd name="connsiteX6" fmla="*/ 1203485 w 1203485"/>
                    <a:gd name="connsiteY6" fmla="*/ 1137708 h 1456266"/>
                    <a:gd name="connsiteX7" fmla="*/ 1116610 w 1203485"/>
                    <a:gd name="connsiteY7" fmla="*/ 1243001 h 1456266"/>
                    <a:gd name="connsiteX8" fmla="*/ 601742 w 1203485"/>
                    <a:gd name="connsiteY8" fmla="*/ 1456266 h 1456266"/>
                    <a:gd name="connsiteX9" fmla="*/ 86874 w 1203485"/>
                    <a:gd name="connsiteY9" fmla="*/ 1243001 h 1456266"/>
                    <a:gd name="connsiteX10" fmla="*/ 601742 w 1203485"/>
                    <a:gd name="connsiteY10" fmla="*/ 0 h 1456266"/>
                    <a:gd name="connsiteX11" fmla="*/ 1116610 w 1203485"/>
                    <a:gd name="connsiteY11" fmla="*/ 213265 h 1456266"/>
                    <a:gd name="connsiteX12" fmla="*/ 1203485 w 1203485"/>
                    <a:gd name="connsiteY12" fmla="*/ 318558 h 1456266"/>
                    <a:gd name="connsiteX13" fmla="*/ 1154922 w 1203485"/>
                    <a:gd name="connsiteY13" fmla="*/ 318558 h 1456266"/>
                    <a:gd name="connsiteX14" fmla="*/ 1090001 w 1203485"/>
                    <a:gd name="connsiteY14" fmla="*/ 239874 h 1456266"/>
                    <a:gd name="connsiteX15" fmla="*/ 601742 w 1203485"/>
                    <a:gd name="connsiteY15" fmla="*/ 37630 h 1456266"/>
                    <a:gd name="connsiteX16" fmla="*/ 113483 w 1203485"/>
                    <a:gd name="connsiteY16" fmla="*/ 239874 h 1456266"/>
                    <a:gd name="connsiteX17" fmla="*/ 48562 w 1203485"/>
                    <a:gd name="connsiteY17" fmla="*/ 318558 h 1456266"/>
                    <a:gd name="connsiteX18" fmla="*/ 0 w 1203485"/>
                    <a:gd name="connsiteY18" fmla="*/ 318558 h 1456266"/>
                    <a:gd name="connsiteX19" fmla="*/ 86874 w 1203485"/>
                    <a:gd name="connsiteY19" fmla="*/ 213265 h 1456266"/>
                    <a:gd name="connsiteX20" fmla="*/ 601742 w 1203485"/>
                    <a:gd name="connsiteY20" fmla="*/ 0 h 145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03485" h="1456266">
                      <a:moveTo>
                        <a:pt x="0" y="1137708"/>
                      </a:moveTo>
                      <a:lnTo>
                        <a:pt x="48562" y="1137708"/>
                      </a:lnTo>
                      <a:lnTo>
                        <a:pt x="113483" y="1216392"/>
                      </a:lnTo>
                      <a:cubicBezTo>
                        <a:pt x="238439" y="1341349"/>
                        <a:pt x="411065" y="1418636"/>
                        <a:pt x="601742" y="1418636"/>
                      </a:cubicBezTo>
                      <a:cubicBezTo>
                        <a:pt x="792419" y="1418636"/>
                        <a:pt x="965045" y="1341349"/>
                        <a:pt x="1090001" y="1216392"/>
                      </a:cubicBezTo>
                      <a:lnTo>
                        <a:pt x="1154922" y="1137708"/>
                      </a:lnTo>
                      <a:lnTo>
                        <a:pt x="1203485" y="1137708"/>
                      </a:lnTo>
                      <a:lnTo>
                        <a:pt x="1116610" y="1243001"/>
                      </a:lnTo>
                      <a:cubicBezTo>
                        <a:pt x="984844" y="1374767"/>
                        <a:pt x="802811" y="1456266"/>
                        <a:pt x="601742" y="1456266"/>
                      </a:cubicBezTo>
                      <a:cubicBezTo>
                        <a:pt x="400674" y="1456266"/>
                        <a:pt x="218640" y="1374767"/>
                        <a:pt x="86874" y="1243001"/>
                      </a:cubicBezTo>
                      <a:close/>
                      <a:moveTo>
                        <a:pt x="601742" y="0"/>
                      </a:moveTo>
                      <a:cubicBezTo>
                        <a:pt x="802811" y="0"/>
                        <a:pt x="984844" y="81499"/>
                        <a:pt x="1116610" y="213265"/>
                      </a:cubicBezTo>
                      <a:lnTo>
                        <a:pt x="1203485" y="318558"/>
                      </a:lnTo>
                      <a:lnTo>
                        <a:pt x="1154922" y="318558"/>
                      </a:lnTo>
                      <a:lnTo>
                        <a:pt x="1090001" y="239874"/>
                      </a:lnTo>
                      <a:cubicBezTo>
                        <a:pt x="965045" y="114917"/>
                        <a:pt x="792419" y="37630"/>
                        <a:pt x="601742" y="37630"/>
                      </a:cubicBezTo>
                      <a:cubicBezTo>
                        <a:pt x="411065" y="37630"/>
                        <a:pt x="238439" y="114917"/>
                        <a:pt x="113483" y="239874"/>
                      </a:cubicBezTo>
                      <a:lnTo>
                        <a:pt x="48562" y="318558"/>
                      </a:lnTo>
                      <a:lnTo>
                        <a:pt x="0" y="318558"/>
                      </a:lnTo>
                      <a:lnTo>
                        <a:pt x="86874" y="213265"/>
                      </a:lnTo>
                      <a:cubicBezTo>
                        <a:pt x="218640" y="81499"/>
                        <a:pt x="400674" y="0"/>
                        <a:pt x="601742"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cs typeface="+mn-ea"/>
                    <a:sym typeface="+mn-lt"/>
                  </a:endParaRPr>
                </a:p>
              </p:txBody>
            </p:sp>
          </p:grpSp>
          <p:sp>
            <p:nvSpPr>
              <p:cNvPr id="13" name="文本框 12"/>
              <p:cNvSpPr txBox="1"/>
              <p:nvPr/>
            </p:nvSpPr>
            <p:spPr>
              <a:xfrm>
                <a:off x="2610366" y="2886587"/>
                <a:ext cx="651946" cy="769441"/>
              </a:xfrm>
              <a:prstGeom prst="rect">
                <a:avLst/>
              </a:prstGeom>
              <a:noFill/>
            </p:spPr>
            <p:txBody>
              <a:bodyPr wrap="square" rtlCol="0">
                <a:spAutoFit/>
              </a:bodyPr>
              <a:lstStyle/>
              <a:p>
                <a:r>
                  <a:rPr lang="zh-CN" altLang="en-US" sz="4400">
                    <a:solidFill>
                      <a:schemeClr val="bg1"/>
                    </a:solidFill>
                    <a:cs typeface="+mn-ea"/>
                    <a:sym typeface="+mn-lt"/>
                  </a:rPr>
                  <a:t>叁</a:t>
                </a:r>
              </a:p>
            </p:txBody>
          </p:sp>
        </p:grpSp>
        <p:grpSp>
          <p:nvGrpSpPr>
            <p:cNvPr id="7" name="组合 6"/>
            <p:cNvGrpSpPr/>
            <p:nvPr/>
          </p:nvGrpSpPr>
          <p:grpSpPr>
            <a:xfrm>
              <a:off x="9581634" y="2763656"/>
              <a:ext cx="917782" cy="1110554"/>
              <a:chOff x="2521378" y="2763656"/>
              <a:chExt cx="917782" cy="1110554"/>
            </a:xfrm>
          </p:grpSpPr>
          <p:grpSp>
            <p:nvGrpSpPr>
              <p:cNvPr id="8" name="组合 7"/>
              <p:cNvGrpSpPr/>
              <p:nvPr/>
            </p:nvGrpSpPr>
            <p:grpSpPr>
              <a:xfrm>
                <a:off x="2521378" y="2763656"/>
                <a:ext cx="917782" cy="1110554"/>
                <a:chOff x="2323425" y="2524125"/>
                <a:chExt cx="1313688" cy="1589616"/>
              </a:xfrm>
            </p:grpSpPr>
            <p:sp>
              <p:nvSpPr>
                <p:cNvPr id="10" name="椭圆 9"/>
                <p:cNvSpPr/>
                <p:nvPr/>
              </p:nvSpPr>
              <p:spPr>
                <a:xfrm>
                  <a:off x="2336801" y="2675467"/>
                  <a:ext cx="1286932" cy="12869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11" name="任意多边形: 形状 10"/>
                <p:cNvSpPr/>
                <p:nvPr/>
              </p:nvSpPr>
              <p:spPr>
                <a:xfrm rot="19571640">
                  <a:off x="2323425" y="2524125"/>
                  <a:ext cx="1313688" cy="1589616"/>
                </a:xfrm>
                <a:custGeom>
                  <a:avLst/>
                  <a:gdLst>
                    <a:gd name="connsiteX0" fmla="*/ 0 w 1203485"/>
                    <a:gd name="connsiteY0" fmla="*/ 1137708 h 1456266"/>
                    <a:gd name="connsiteX1" fmla="*/ 48562 w 1203485"/>
                    <a:gd name="connsiteY1" fmla="*/ 1137708 h 1456266"/>
                    <a:gd name="connsiteX2" fmla="*/ 113483 w 1203485"/>
                    <a:gd name="connsiteY2" fmla="*/ 1216392 h 1456266"/>
                    <a:gd name="connsiteX3" fmla="*/ 601742 w 1203485"/>
                    <a:gd name="connsiteY3" fmla="*/ 1418636 h 1456266"/>
                    <a:gd name="connsiteX4" fmla="*/ 1090001 w 1203485"/>
                    <a:gd name="connsiteY4" fmla="*/ 1216392 h 1456266"/>
                    <a:gd name="connsiteX5" fmla="*/ 1154922 w 1203485"/>
                    <a:gd name="connsiteY5" fmla="*/ 1137708 h 1456266"/>
                    <a:gd name="connsiteX6" fmla="*/ 1203485 w 1203485"/>
                    <a:gd name="connsiteY6" fmla="*/ 1137708 h 1456266"/>
                    <a:gd name="connsiteX7" fmla="*/ 1116610 w 1203485"/>
                    <a:gd name="connsiteY7" fmla="*/ 1243001 h 1456266"/>
                    <a:gd name="connsiteX8" fmla="*/ 601742 w 1203485"/>
                    <a:gd name="connsiteY8" fmla="*/ 1456266 h 1456266"/>
                    <a:gd name="connsiteX9" fmla="*/ 86874 w 1203485"/>
                    <a:gd name="connsiteY9" fmla="*/ 1243001 h 1456266"/>
                    <a:gd name="connsiteX10" fmla="*/ 601742 w 1203485"/>
                    <a:gd name="connsiteY10" fmla="*/ 0 h 1456266"/>
                    <a:gd name="connsiteX11" fmla="*/ 1116610 w 1203485"/>
                    <a:gd name="connsiteY11" fmla="*/ 213265 h 1456266"/>
                    <a:gd name="connsiteX12" fmla="*/ 1203485 w 1203485"/>
                    <a:gd name="connsiteY12" fmla="*/ 318558 h 1456266"/>
                    <a:gd name="connsiteX13" fmla="*/ 1154922 w 1203485"/>
                    <a:gd name="connsiteY13" fmla="*/ 318558 h 1456266"/>
                    <a:gd name="connsiteX14" fmla="*/ 1090001 w 1203485"/>
                    <a:gd name="connsiteY14" fmla="*/ 239874 h 1456266"/>
                    <a:gd name="connsiteX15" fmla="*/ 601742 w 1203485"/>
                    <a:gd name="connsiteY15" fmla="*/ 37630 h 1456266"/>
                    <a:gd name="connsiteX16" fmla="*/ 113483 w 1203485"/>
                    <a:gd name="connsiteY16" fmla="*/ 239874 h 1456266"/>
                    <a:gd name="connsiteX17" fmla="*/ 48562 w 1203485"/>
                    <a:gd name="connsiteY17" fmla="*/ 318558 h 1456266"/>
                    <a:gd name="connsiteX18" fmla="*/ 0 w 1203485"/>
                    <a:gd name="connsiteY18" fmla="*/ 318558 h 1456266"/>
                    <a:gd name="connsiteX19" fmla="*/ 86874 w 1203485"/>
                    <a:gd name="connsiteY19" fmla="*/ 213265 h 1456266"/>
                    <a:gd name="connsiteX20" fmla="*/ 601742 w 1203485"/>
                    <a:gd name="connsiteY20" fmla="*/ 0 h 145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03485" h="1456266">
                      <a:moveTo>
                        <a:pt x="0" y="1137708"/>
                      </a:moveTo>
                      <a:lnTo>
                        <a:pt x="48562" y="1137708"/>
                      </a:lnTo>
                      <a:lnTo>
                        <a:pt x="113483" y="1216392"/>
                      </a:lnTo>
                      <a:cubicBezTo>
                        <a:pt x="238439" y="1341349"/>
                        <a:pt x="411065" y="1418636"/>
                        <a:pt x="601742" y="1418636"/>
                      </a:cubicBezTo>
                      <a:cubicBezTo>
                        <a:pt x="792419" y="1418636"/>
                        <a:pt x="965045" y="1341349"/>
                        <a:pt x="1090001" y="1216392"/>
                      </a:cubicBezTo>
                      <a:lnTo>
                        <a:pt x="1154922" y="1137708"/>
                      </a:lnTo>
                      <a:lnTo>
                        <a:pt x="1203485" y="1137708"/>
                      </a:lnTo>
                      <a:lnTo>
                        <a:pt x="1116610" y="1243001"/>
                      </a:lnTo>
                      <a:cubicBezTo>
                        <a:pt x="984844" y="1374767"/>
                        <a:pt x="802811" y="1456266"/>
                        <a:pt x="601742" y="1456266"/>
                      </a:cubicBezTo>
                      <a:cubicBezTo>
                        <a:pt x="400674" y="1456266"/>
                        <a:pt x="218640" y="1374767"/>
                        <a:pt x="86874" y="1243001"/>
                      </a:cubicBezTo>
                      <a:close/>
                      <a:moveTo>
                        <a:pt x="601742" y="0"/>
                      </a:moveTo>
                      <a:cubicBezTo>
                        <a:pt x="802811" y="0"/>
                        <a:pt x="984844" y="81499"/>
                        <a:pt x="1116610" y="213265"/>
                      </a:cubicBezTo>
                      <a:lnTo>
                        <a:pt x="1203485" y="318558"/>
                      </a:lnTo>
                      <a:lnTo>
                        <a:pt x="1154922" y="318558"/>
                      </a:lnTo>
                      <a:lnTo>
                        <a:pt x="1090001" y="239874"/>
                      </a:lnTo>
                      <a:cubicBezTo>
                        <a:pt x="965045" y="114917"/>
                        <a:pt x="792419" y="37630"/>
                        <a:pt x="601742" y="37630"/>
                      </a:cubicBezTo>
                      <a:cubicBezTo>
                        <a:pt x="411065" y="37630"/>
                        <a:pt x="238439" y="114917"/>
                        <a:pt x="113483" y="239874"/>
                      </a:cubicBezTo>
                      <a:lnTo>
                        <a:pt x="48562" y="318558"/>
                      </a:lnTo>
                      <a:lnTo>
                        <a:pt x="0" y="318558"/>
                      </a:lnTo>
                      <a:lnTo>
                        <a:pt x="86874" y="213265"/>
                      </a:lnTo>
                      <a:cubicBezTo>
                        <a:pt x="218640" y="81499"/>
                        <a:pt x="400674" y="0"/>
                        <a:pt x="601742"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cs typeface="+mn-ea"/>
                    <a:sym typeface="+mn-lt"/>
                  </a:endParaRPr>
                </a:p>
              </p:txBody>
            </p:sp>
          </p:grpSp>
          <p:sp>
            <p:nvSpPr>
              <p:cNvPr id="9" name="文本框 8"/>
              <p:cNvSpPr txBox="1"/>
              <p:nvPr/>
            </p:nvSpPr>
            <p:spPr>
              <a:xfrm>
                <a:off x="2610366" y="2886587"/>
                <a:ext cx="651946" cy="769441"/>
              </a:xfrm>
              <a:prstGeom prst="rect">
                <a:avLst/>
              </a:prstGeom>
              <a:noFill/>
            </p:spPr>
            <p:txBody>
              <a:bodyPr wrap="square" rtlCol="0">
                <a:spAutoFit/>
              </a:bodyPr>
              <a:lstStyle/>
              <a:p>
                <a:r>
                  <a:rPr lang="zh-CN" altLang="en-US" sz="4400">
                    <a:solidFill>
                      <a:schemeClr val="bg1"/>
                    </a:solidFill>
                    <a:cs typeface="+mn-ea"/>
                    <a:sym typeface="+mn-lt"/>
                  </a:rPr>
                  <a:t>肆</a:t>
                </a:r>
              </a:p>
            </p:txBody>
          </p:sp>
        </p:grpSp>
      </p:grpSp>
      <p:grpSp>
        <p:nvGrpSpPr>
          <p:cNvPr id="24" name="组合 23"/>
          <p:cNvGrpSpPr/>
          <p:nvPr/>
        </p:nvGrpSpPr>
        <p:grpSpPr>
          <a:xfrm>
            <a:off x="1403136" y="3812530"/>
            <a:ext cx="2201762" cy="1458973"/>
            <a:chOff x="4995119" y="1333755"/>
            <a:chExt cx="2201762" cy="1458973"/>
          </a:xfrm>
        </p:grpSpPr>
        <p:sp>
          <p:nvSpPr>
            <p:cNvPr id="25" name="文本框 24"/>
            <p:cNvSpPr txBox="1"/>
            <p:nvPr/>
          </p:nvSpPr>
          <p:spPr>
            <a:xfrm>
              <a:off x="5233085" y="1333755"/>
              <a:ext cx="1725831" cy="400110"/>
            </a:xfrm>
            <a:prstGeom prst="rect">
              <a:avLst/>
            </a:prstGeom>
            <a:noFill/>
          </p:spPr>
          <p:txBody>
            <a:bodyPr wrap="square" rtlCol="0">
              <a:spAutoFit/>
            </a:bodyPr>
            <a:lstStyle/>
            <a:p>
              <a:pPr algn="ctr"/>
              <a:r>
                <a:rPr lang="en-US" altLang="zh-CN" sz="2000">
                  <a:solidFill>
                    <a:srgbClr val="595959"/>
                  </a:solidFill>
                  <a:cs typeface="+mn-ea"/>
                  <a:sym typeface="+mn-lt"/>
                </a:rPr>
                <a:t>【</a:t>
              </a:r>
              <a:r>
                <a:rPr lang="zh-CN" altLang="en-US" sz="2000">
                  <a:solidFill>
                    <a:srgbClr val="595959"/>
                  </a:solidFill>
                  <a:cs typeface="+mn-ea"/>
                  <a:sym typeface="+mn-lt"/>
                </a:rPr>
                <a:t>请输入标题</a:t>
              </a:r>
              <a:r>
                <a:rPr lang="en-US" altLang="zh-CN" sz="2000">
                  <a:solidFill>
                    <a:srgbClr val="595959"/>
                  </a:solidFill>
                  <a:cs typeface="+mn-ea"/>
                  <a:sym typeface="+mn-lt"/>
                </a:rPr>
                <a:t>】</a:t>
              </a:r>
              <a:endParaRPr lang="zh-CN" altLang="en-US" sz="2000">
                <a:solidFill>
                  <a:srgbClr val="595959"/>
                </a:solidFill>
                <a:cs typeface="+mn-ea"/>
                <a:sym typeface="+mn-lt"/>
              </a:endParaRPr>
            </a:p>
          </p:txBody>
        </p:sp>
        <p:sp>
          <p:nvSpPr>
            <p:cNvPr id="26" name="文本框 25"/>
            <p:cNvSpPr txBox="1"/>
            <p:nvPr/>
          </p:nvSpPr>
          <p:spPr>
            <a:xfrm>
              <a:off x="4995119" y="1646260"/>
              <a:ext cx="2201762" cy="1146468"/>
            </a:xfrm>
            <a:prstGeom prst="rect">
              <a:avLst/>
            </a:prstGeom>
            <a:noFill/>
          </p:spPr>
          <p:txBody>
            <a:bodyPr wrap="square">
              <a:spAutoFit/>
            </a:bodyPr>
            <a:lstStyle/>
            <a:p>
              <a:pPr algn="ctr">
                <a:lnSpc>
                  <a:spcPct val="200000"/>
                </a:lnSpc>
              </a:pPr>
              <a:r>
                <a:rPr lang="zh-CN" altLang="en-US" sz="1200">
                  <a:solidFill>
                    <a:srgbClr val="595959"/>
                  </a:solidFill>
                  <a:cs typeface="+mn-ea"/>
                  <a:sym typeface="+mn-lt"/>
                </a:rPr>
                <a:t>请输入标题文字内容，请输入标题文字内容，请输入标题文字内容，请输入标题文字内容</a:t>
              </a:r>
            </a:p>
          </p:txBody>
        </p:sp>
      </p:grpSp>
      <p:grpSp>
        <p:nvGrpSpPr>
          <p:cNvPr id="27" name="组合 26"/>
          <p:cNvGrpSpPr/>
          <p:nvPr/>
        </p:nvGrpSpPr>
        <p:grpSpPr>
          <a:xfrm>
            <a:off x="6066046" y="3812530"/>
            <a:ext cx="2201762" cy="1458973"/>
            <a:chOff x="4995119" y="1333755"/>
            <a:chExt cx="2201762" cy="1458973"/>
          </a:xfrm>
        </p:grpSpPr>
        <p:sp>
          <p:nvSpPr>
            <p:cNvPr id="28" name="文本框 27"/>
            <p:cNvSpPr txBox="1"/>
            <p:nvPr/>
          </p:nvSpPr>
          <p:spPr>
            <a:xfrm>
              <a:off x="5233085" y="1333755"/>
              <a:ext cx="1725831" cy="400110"/>
            </a:xfrm>
            <a:prstGeom prst="rect">
              <a:avLst/>
            </a:prstGeom>
            <a:noFill/>
          </p:spPr>
          <p:txBody>
            <a:bodyPr wrap="square" rtlCol="0">
              <a:spAutoFit/>
            </a:bodyPr>
            <a:lstStyle/>
            <a:p>
              <a:pPr algn="ctr"/>
              <a:r>
                <a:rPr lang="en-US" altLang="zh-CN" sz="2000">
                  <a:solidFill>
                    <a:srgbClr val="595959"/>
                  </a:solidFill>
                  <a:cs typeface="+mn-ea"/>
                  <a:sym typeface="+mn-lt"/>
                </a:rPr>
                <a:t>【</a:t>
              </a:r>
              <a:r>
                <a:rPr lang="zh-CN" altLang="en-US" sz="2000">
                  <a:solidFill>
                    <a:srgbClr val="595959"/>
                  </a:solidFill>
                  <a:cs typeface="+mn-ea"/>
                  <a:sym typeface="+mn-lt"/>
                </a:rPr>
                <a:t>请输入标题</a:t>
              </a:r>
              <a:r>
                <a:rPr lang="en-US" altLang="zh-CN" sz="2000">
                  <a:solidFill>
                    <a:srgbClr val="595959"/>
                  </a:solidFill>
                  <a:cs typeface="+mn-ea"/>
                  <a:sym typeface="+mn-lt"/>
                </a:rPr>
                <a:t>】</a:t>
              </a:r>
              <a:endParaRPr lang="zh-CN" altLang="en-US" sz="2000">
                <a:solidFill>
                  <a:srgbClr val="595959"/>
                </a:solidFill>
                <a:cs typeface="+mn-ea"/>
                <a:sym typeface="+mn-lt"/>
              </a:endParaRPr>
            </a:p>
          </p:txBody>
        </p:sp>
        <p:sp>
          <p:nvSpPr>
            <p:cNvPr id="29" name="文本框 28"/>
            <p:cNvSpPr txBox="1"/>
            <p:nvPr/>
          </p:nvSpPr>
          <p:spPr>
            <a:xfrm>
              <a:off x="4995119" y="1646260"/>
              <a:ext cx="2201762" cy="1146468"/>
            </a:xfrm>
            <a:prstGeom prst="rect">
              <a:avLst/>
            </a:prstGeom>
            <a:noFill/>
          </p:spPr>
          <p:txBody>
            <a:bodyPr wrap="square">
              <a:spAutoFit/>
            </a:bodyPr>
            <a:lstStyle/>
            <a:p>
              <a:pPr algn="ctr">
                <a:lnSpc>
                  <a:spcPct val="200000"/>
                </a:lnSpc>
              </a:pPr>
              <a:r>
                <a:rPr lang="zh-CN" altLang="en-US" sz="1200">
                  <a:solidFill>
                    <a:srgbClr val="595959"/>
                  </a:solidFill>
                  <a:cs typeface="+mn-ea"/>
                  <a:sym typeface="+mn-lt"/>
                </a:rPr>
                <a:t>请输入标题文字内容，请输入标题文字内容，请输入标题文字内容，请输入标题文字内容</a:t>
              </a:r>
            </a:p>
          </p:txBody>
        </p:sp>
      </p:grpSp>
      <p:grpSp>
        <p:nvGrpSpPr>
          <p:cNvPr id="30" name="组合 29"/>
          <p:cNvGrpSpPr/>
          <p:nvPr/>
        </p:nvGrpSpPr>
        <p:grpSpPr>
          <a:xfrm>
            <a:off x="3756555" y="3806631"/>
            <a:ext cx="2201762" cy="1458973"/>
            <a:chOff x="4995119" y="1333755"/>
            <a:chExt cx="2201762" cy="1458973"/>
          </a:xfrm>
        </p:grpSpPr>
        <p:sp>
          <p:nvSpPr>
            <p:cNvPr id="31" name="文本框 30"/>
            <p:cNvSpPr txBox="1"/>
            <p:nvPr/>
          </p:nvSpPr>
          <p:spPr>
            <a:xfrm>
              <a:off x="5233085" y="1333755"/>
              <a:ext cx="1725831" cy="400110"/>
            </a:xfrm>
            <a:prstGeom prst="rect">
              <a:avLst/>
            </a:prstGeom>
            <a:noFill/>
          </p:spPr>
          <p:txBody>
            <a:bodyPr wrap="square" rtlCol="0">
              <a:spAutoFit/>
            </a:bodyPr>
            <a:lstStyle/>
            <a:p>
              <a:pPr algn="ctr"/>
              <a:r>
                <a:rPr lang="en-US" altLang="zh-CN" sz="2000">
                  <a:solidFill>
                    <a:srgbClr val="595959"/>
                  </a:solidFill>
                  <a:cs typeface="+mn-ea"/>
                  <a:sym typeface="+mn-lt"/>
                </a:rPr>
                <a:t>【</a:t>
              </a:r>
              <a:r>
                <a:rPr lang="zh-CN" altLang="en-US" sz="2000">
                  <a:solidFill>
                    <a:srgbClr val="595959"/>
                  </a:solidFill>
                  <a:cs typeface="+mn-ea"/>
                  <a:sym typeface="+mn-lt"/>
                </a:rPr>
                <a:t>请输入标题</a:t>
              </a:r>
              <a:r>
                <a:rPr lang="en-US" altLang="zh-CN" sz="2000">
                  <a:solidFill>
                    <a:srgbClr val="595959"/>
                  </a:solidFill>
                  <a:cs typeface="+mn-ea"/>
                  <a:sym typeface="+mn-lt"/>
                </a:rPr>
                <a:t>】</a:t>
              </a:r>
              <a:endParaRPr lang="zh-CN" altLang="en-US" sz="2000">
                <a:solidFill>
                  <a:srgbClr val="595959"/>
                </a:solidFill>
                <a:cs typeface="+mn-ea"/>
                <a:sym typeface="+mn-lt"/>
              </a:endParaRPr>
            </a:p>
          </p:txBody>
        </p:sp>
        <p:sp>
          <p:nvSpPr>
            <p:cNvPr id="32" name="文本框 31"/>
            <p:cNvSpPr txBox="1"/>
            <p:nvPr/>
          </p:nvSpPr>
          <p:spPr>
            <a:xfrm>
              <a:off x="4995119" y="1646260"/>
              <a:ext cx="2201762" cy="1146468"/>
            </a:xfrm>
            <a:prstGeom prst="rect">
              <a:avLst/>
            </a:prstGeom>
            <a:noFill/>
          </p:spPr>
          <p:txBody>
            <a:bodyPr wrap="square">
              <a:spAutoFit/>
            </a:bodyPr>
            <a:lstStyle/>
            <a:p>
              <a:pPr algn="ctr">
                <a:lnSpc>
                  <a:spcPct val="200000"/>
                </a:lnSpc>
              </a:pPr>
              <a:r>
                <a:rPr lang="zh-CN" altLang="en-US" sz="1200">
                  <a:solidFill>
                    <a:srgbClr val="595959"/>
                  </a:solidFill>
                  <a:cs typeface="+mn-ea"/>
                  <a:sym typeface="+mn-lt"/>
                </a:rPr>
                <a:t>请输入标题文字内容，请输入标题文字内容，请输入标题文字内容，请输入标题文字内容</a:t>
              </a:r>
            </a:p>
          </p:txBody>
        </p:sp>
      </p:grpSp>
      <p:grpSp>
        <p:nvGrpSpPr>
          <p:cNvPr id="33" name="组合 32"/>
          <p:cNvGrpSpPr/>
          <p:nvPr/>
        </p:nvGrpSpPr>
        <p:grpSpPr>
          <a:xfrm>
            <a:off x="8463392" y="3812530"/>
            <a:ext cx="2201762" cy="1458973"/>
            <a:chOff x="4995119" y="1333755"/>
            <a:chExt cx="2201762" cy="1458973"/>
          </a:xfrm>
        </p:grpSpPr>
        <p:sp>
          <p:nvSpPr>
            <p:cNvPr id="34" name="文本框 33"/>
            <p:cNvSpPr txBox="1"/>
            <p:nvPr/>
          </p:nvSpPr>
          <p:spPr>
            <a:xfrm>
              <a:off x="5233085" y="1333755"/>
              <a:ext cx="1725831" cy="400110"/>
            </a:xfrm>
            <a:prstGeom prst="rect">
              <a:avLst/>
            </a:prstGeom>
            <a:noFill/>
          </p:spPr>
          <p:txBody>
            <a:bodyPr wrap="square" rtlCol="0">
              <a:spAutoFit/>
            </a:bodyPr>
            <a:lstStyle/>
            <a:p>
              <a:pPr algn="ctr"/>
              <a:r>
                <a:rPr lang="en-US" altLang="zh-CN" sz="2000">
                  <a:solidFill>
                    <a:srgbClr val="595959"/>
                  </a:solidFill>
                  <a:cs typeface="+mn-ea"/>
                  <a:sym typeface="+mn-lt"/>
                </a:rPr>
                <a:t>【</a:t>
              </a:r>
              <a:r>
                <a:rPr lang="zh-CN" altLang="en-US" sz="2000">
                  <a:solidFill>
                    <a:srgbClr val="595959"/>
                  </a:solidFill>
                  <a:cs typeface="+mn-ea"/>
                  <a:sym typeface="+mn-lt"/>
                </a:rPr>
                <a:t>请输入标题</a:t>
              </a:r>
              <a:r>
                <a:rPr lang="en-US" altLang="zh-CN" sz="2000">
                  <a:solidFill>
                    <a:srgbClr val="595959"/>
                  </a:solidFill>
                  <a:cs typeface="+mn-ea"/>
                  <a:sym typeface="+mn-lt"/>
                </a:rPr>
                <a:t>】</a:t>
              </a:r>
              <a:endParaRPr lang="zh-CN" altLang="en-US" sz="2000">
                <a:solidFill>
                  <a:srgbClr val="595959"/>
                </a:solidFill>
                <a:cs typeface="+mn-ea"/>
                <a:sym typeface="+mn-lt"/>
              </a:endParaRPr>
            </a:p>
          </p:txBody>
        </p:sp>
        <p:sp>
          <p:nvSpPr>
            <p:cNvPr id="35" name="文本框 34"/>
            <p:cNvSpPr txBox="1"/>
            <p:nvPr/>
          </p:nvSpPr>
          <p:spPr>
            <a:xfrm>
              <a:off x="4995119" y="1646260"/>
              <a:ext cx="2201762" cy="1146468"/>
            </a:xfrm>
            <a:prstGeom prst="rect">
              <a:avLst/>
            </a:prstGeom>
            <a:noFill/>
          </p:spPr>
          <p:txBody>
            <a:bodyPr wrap="square">
              <a:spAutoFit/>
            </a:bodyPr>
            <a:lstStyle/>
            <a:p>
              <a:pPr algn="ctr">
                <a:lnSpc>
                  <a:spcPct val="200000"/>
                </a:lnSpc>
              </a:pPr>
              <a:r>
                <a:rPr lang="zh-CN" altLang="en-US" sz="1200">
                  <a:solidFill>
                    <a:srgbClr val="595959"/>
                  </a:solidFill>
                  <a:cs typeface="+mn-ea"/>
                  <a:sym typeface="+mn-lt"/>
                </a:rPr>
                <a:t>请输入标题文字内容，请输入标题文字内容，请输入标题文字内容，请输入标题文字内容</a:t>
              </a: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dur="5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42" presetClass="entr" presetSubtype="0" dur="50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anim calcmode="lin" valueType="num">
                                      <p:cBhvr>
                                        <p:cTn id="12" dur="500" fill="hold"/>
                                        <p:tgtEl>
                                          <p:spTgt spid="24"/>
                                        </p:tgtEl>
                                        <p:attrNameLst>
                                          <p:attrName>ppt_x</p:attrName>
                                        </p:attrNameLst>
                                      </p:cBhvr>
                                      <p:tavLst>
                                        <p:tav tm="0">
                                          <p:val>
                                            <p:strVal val="#ppt_x"/>
                                          </p:val>
                                        </p:tav>
                                        <p:tav tm="100000">
                                          <p:val>
                                            <p:strVal val="#ppt_x"/>
                                          </p:val>
                                        </p:tav>
                                      </p:tavLst>
                                    </p:anim>
                                    <p:anim calcmode="lin" valueType="num">
                                      <p:cBhvr>
                                        <p:cTn id="13" dur="500" fill="hold"/>
                                        <p:tgtEl>
                                          <p:spTgt spid="24"/>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000"/>
                            </p:stCondLst>
                            <p:childTnLst>
                              <p:par>
                                <p:cTn id="15" presetID="42" presetClass="entr" presetSubtype="0" dur="500" fill="hold" nodeType="after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anim calcmode="lin" valueType="num">
                                      <p:cBhvr>
                                        <p:cTn id="18" dur="500" fill="hold"/>
                                        <p:tgtEl>
                                          <p:spTgt spid="30"/>
                                        </p:tgtEl>
                                        <p:attrNameLst>
                                          <p:attrName>ppt_x</p:attrName>
                                        </p:attrNameLst>
                                      </p:cBhvr>
                                      <p:tavLst>
                                        <p:tav tm="0">
                                          <p:val>
                                            <p:strVal val="#ppt_x"/>
                                          </p:val>
                                        </p:tav>
                                        <p:tav tm="100000">
                                          <p:val>
                                            <p:strVal val="#ppt_x"/>
                                          </p:val>
                                        </p:tav>
                                      </p:tavLst>
                                    </p:anim>
                                    <p:anim calcmode="lin" valueType="num">
                                      <p:cBhvr>
                                        <p:cTn id="19" dur="500" fill="hold"/>
                                        <p:tgtEl>
                                          <p:spTgt spid="30"/>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1500"/>
                            </p:stCondLst>
                            <p:childTnLst>
                              <p:par>
                                <p:cTn id="21" presetID="42" presetClass="entr" presetSubtype="0" dur="500"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anim calcmode="lin" valueType="num">
                                      <p:cBhvr>
                                        <p:cTn id="24" dur="500" fill="hold"/>
                                        <p:tgtEl>
                                          <p:spTgt spid="27"/>
                                        </p:tgtEl>
                                        <p:attrNameLst>
                                          <p:attrName>ppt_x</p:attrName>
                                        </p:attrNameLst>
                                      </p:cBhvr>
                                      <p:tavLst>
                                        <p:tav tm="0">
                                          <p:val>
                                            <p:strVal val="#ppt_x"/>
                                          </p:val>
                                        </p:tav>
                                        <p:tav tm="100000">
                                          <p:val>
                                            <p:strVal val="#ppt_x"/>
                                          </p:val>
                                        </p:tav>
                                      </p:tavLst>
                                    </p:anim>
                                    <p:anim calcmode="lin" valueType="num">
                                      <p:cBhvr>
                                        <p:cTn id="25" dur="500" fill="hold"/>
                                        <p:tgtEl>
                                          <p:spTgt spid="27"/>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2000"/>
                            </p:stCondLst>
                            <p:childTnLst>
                              <p:par>
                                <p:cTn id="27" presetID="42" presetClass="entr" presetSubtype="0" dur="500" fill="hold"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anim calcmode="lin" valueType="num">
                                      <p:cBhvr>
                                        <p:cTn id="30" dur="500" fill="hold"/>
                                        <p:tgtEl>
                                          <p:spTgt spid="33"/>
                                        </p:tgtEl>
                                        <p:attrNameLst>
                                          <p:attrName>ppt_x</p:attrName>
                                        </p:attrNameLst>
                                      </p:cBhvr>
                                      <p:tavLst>
                                        <p:tav tm="0">
                                          <p:val>
                                            <p:strVal val="#ppt_x"/>
                                          </p:val>
                                        </p:tav>
                                        <p:tav tm="100000">
                                          <p:val>
                                            <p:strVal val="#ppt_x"/>
                                          </p:val>
                                        </p:tav>
                                      </p:tavLst>
                                    </p:anim>
                                    <p:anim calcmode="lin" valueType="num">
                                      <p:cBhvr>
                                        <p:cTn id="31"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713949" y="2288684"/>
            <a:ext cx="582713" cy="2137213"/>
            <a:chOff x="1497367" y="1471749"/>
            <a:chExt cx="582713" cy="2137213"/>
          </a:xfrm>
          <a:solidFill>
            <a:srgbClr val="FFFFA5"/>
          </a:solidFill>
        </p:grpSpPr>
        <p:sp>
          <p:nvSpPr>
            <p:cNvPr id="3" name="文本框 2"/>
            <p:cNvSpPr txBox="1"/>
            <p:nvPr/>
          </p:nvSpPr>
          <p:spPr>
            <a:xfrm>
              <a:off x="1516488" y="1707513"/>
              <a:ext cx="553998" cy="1667222"/>
            </a:xfrm>
            <a:prstGeom prst="rect">
              <a:avLst/>
            </a:prstGeom>
            <a:solidFill>
              <a:schemeClr val="accent1"/>
            </a:solidFill>
            <a:ln>
              <a:noFill/>
            </a:ln>
          </p:spPr>
          <p:txBody>
            <a:bodyPr vert="eaVert" wrap="square" rtlCol="0">
              <a:spAutoFit/>
            </a:bodyPr>
            <a:lstStyle/>
            <a:p>
              <a:pPr algn="r"/>
              <a:r>
                <a:rPr lang="zh-CN" altLang="en-US" sz="2400" b="1" spc="600">
                  <a:solidFill>
                    <a:srgbClr val="FFFFFF"/>
                  </a:solidFill>
                  <a:effectLst/>
                  <a:cs typeface="+mn-ea"/>
                  <a:sym typeface="+mn-lt"/>
                </a:rPr>
                <a:t>添加标题</a:t>
              </a:r>
            </a:p>
          </p:txBody>
        </p:sp>
        <p:cxnSp>
          <p:nvCxnSpPr>
            <p:cNvPr id="4" name="直接连接符 3"/>
            <p:cNvCxnSpPr/>
            <p:nvPr/>
          </p:nvCxnSpPr>
          <p:spPr>
            <a:xfrm>
              <a:off x="1497367" y="3608962"/>
              <a:ext cx="555319" cy="0"/>
            </a:xfrm>
            <a:prstGeom prst="line">
              <a:avLst/>
            </a:prstGeom>
            <a:solidFill>
              <a:srgbClr val="E8AE89"/>
            </a:solidFill>
            <a:ln w="63500" cmpd="thinThick">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1524761" y="1471749"/>
              <a:ext cx="555319" cy="0"/>
            </a:xfrm>
            <a:prstGeom prst="line">
              <a:avLst/>
            </a:prstGeom>
            <a:grpFill/>
            <a:ln w="63500" cmpd="thinThick">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 name="文本框 5"/>
          <p:cNvSpPr txBox="1"/>
          <p:nvPr/>
        </p:nvSpPr>
        <p:spPr>
          <a:xfrm>
            <a:off x="8246570" y="1634856"/>
            <a:ext cx="1292662" cy="3866049"/>
          </a:xfrm>
          <a:prstGeom prst="rect">
            <a:avLst/>
          </a:prstGeom>
          <a:noFill/>
        </p:spPr>
        <p:txBody>
          <a:bodyPr vert="eaVert" wrap="square" rtlCol="0" anchor="ctr">
            <a:spAutoFit/>
          </a:bodyPr>
          <a:lstStyle/>
          <a:p>
            <a:pPr marL="285750" lvl="0" indent="-285750" algn="l" fontAlgn="auto">
              <a:lnSpc>
                <a:spcPct val="150000"/>
              </a:lnSpc>
              <a:buFont typeface="Wingdings" panose="05000000000000000000" pitchFamily="2" charset="2"/>
              <a:buChar char="p"/>
            </a:pPr>
            <a:r>
              <a:rPr lang="zh-CN" altLang="en-US" sz="1600">
                <a:solidFill>
                  <a:srgbClr val="404040"/>
                </a:solidFill>
                <a:cs typeface="+mn-ea"/>
                <a:sym typeface="+mn-lt"/>
              </a:rPr>
              <a:t>请在此处添加具体内容，文字尽量言简意赅，简单说明即可，不必过于繁琐，注意版面美观度.</a:t>
            </a:r>
            <a:endParaRPr lang="zh-CN" altLang="en-US" sz="1600" spc="300">
              <a:solidFill>
                <a:srgbClr val="404040"/>
              </a:solidFill>
              <a:cs typeface="+mn-ea"/>
              <a:sym typeface="+mn-lt"/>
            </a:endParaRPr>
          </a:p>
        </p:txBody>
      </p:sp>
      <p:sp>
        <p:nvSpPr>
          <p:cNvPr id="7" name="文本框 6"/>
          <p:cNvSpPr txBox="1"/>
          <p:nvPr/>
        </p:nvSpPr>
        <p:spPr>
          <a:xfrm>
            <a:off x="6845392" y="1634856"/>
            <a:ext cx="1292662" cy="3866049"/>
          </a:xfrm>
          <a:prstGeom prst="rect">
            <a:avLst/>
          </a:prstGeom>
          <a:noFill/>
        </p:spPr>
        <p:txBody>
          <a:bodyPr vert="eaVert" wrap="square" rtlCol="0" anchor="ctr">
            <a:spAutoFit/>
          </a:bodyPr>
          <a:lstStyle/>
          <a:p>
            <a:pPr marL="285750" lvl="0" indent="-285750" algn="l" fontAlgn="auto">
              <a:lnSpc>
                <a:spcPct val="150000"/>
              </a:lnSpc>
              <a:buFont typeface="Wingdings" panose="05000000000000000000" pitchFamily="2" charset="2"/>
              <a:buChar char="p"/>
            </a:pPr>
            <a:r>
              <a:rPr lang="zh-CN" altLang="en-US" sz="1600">
                <a:solidFill>
                  <a:srgbClr val="404040"/>
                </a:solidFill>
                <a:cs typeface="+mn-ea"/>
                <a:sym typeface="+mn-lt"/>
              </a:rPr>
              <a:t>请在此处添加具体内容，文字尽量言简意赅，简单说明即可，不必过于繁琐，注意版面美观度.</a:t>
            </a:r>
            <a:endParaRPr lang="zh-CN" altLang="en-US" sz="1600" spc="300">
              <a:solidFill>
                <a:srgbClr val="404040"/>
              </a:solidFill>
              <a:cs typeface="+mn-ea"/>
              <a:sym typeface="+mn-lt"/>
            </a:endParaRPr>
          </a:p>
        </p:txBody>
      </p:sp>
      <p:sp>
        <p:nvSpPr>
          <p:cNvPr id="8" name="文本框 7"/>
          <p:cNvSpPr txBox="1"/>
          <p:nvPr/>
        </p:nvSpPr>
        <p:spPr>
          <a:xfrm>
            <a:off x="5444214" y="1634856"/>
            <a:ext cx="1292662" cy="3866049"/>
          </a:xfrm>
          <a:prstGeom prst="rect">
            <a:avLst/>
          </a:prstGeom>
          <a:noFill/>
        </p:spPr>
        <p:txBody>
          <a:bodyPr vert="eaVert" wrap="square" rtlCol="0" anchor="ctr">
            <a:spAutoFit/>
          </a:bodyPr>
          <a:lstStyle/>
          <a:p>
            <a:pPr marL="285750" lvl="0" indent="-285750" algn="l" fontAlgn="auto">
              <a:lnSpc>
                <a:spcPct val="150000"/>
              </a:lnSpc>
              <a:buFont typeface="Wingdings" panose="05000000000000000000" pitchFamily="2" charset="2"/>
              <a:buChar char="p"/>
            </a:pPr>
            <a:r>
              <a:rPr lang="zh-CN" altLang="en-US" sz="1600" dirty="0">
                <a:solidFill>
                  <a:srgbClr val="404040"/>
                </a:solidFill>
                <a:cs typeface="+mn-ea"/>
                <a:sym typeface="+mn-lt"/>
              </a:rPr>
              <a:t>请在此处添加具体内容，文字尽量言简意赅，简单说明即可，不必过于繁琐，注意版面美观度.</a:t>
            </a:r>
            <a:endParaRPr lang="zh-CN" altLang="en-US" sz="1600" spc="300" dirty="0">
              <a:solidFill>
                <a:srgbClr val="404040"/>
              </a:solidFill>
              <a:cs typeface="+mn-ea"/>
              <a:sym typeface="+mn-lt"/>
            </a:endParaRPr>
          </a:p>
        </p:txBody>
      </p:sp>
      <p:sp>
        <p:nvSpPr>
          <p:cNvPr id="9" name="文本框 8"/>
          <p:cNvSpPr txBox="1"/>
          <p:nvPr/>
        </p:nvSpPr>
        <p:spPr>
          <a:xfrm>
            <a:off x="4043036" y="1615806"/>
            <a:ext cx="1292662" cy="3866049"/>
          </a:xfrm>
          <a:prstGeom prst="rect">
            <a:avLst/>
          </a:prstGeom>
          <a:noFill/>
        </p:spPr>
        <p:txBody>
          <a:bodyPr vert="eaVert" wrap="square" rtlCol="0" anchor="ctr">
            <a:spAutoFit/>
          </a:bodyPr>
          <a:lstStyle/>
          <a:p>
            <a:pPr marL="285750" lvl="0" indent="-285750" algn="l" fontAlgn="auto">
              <a:lnSpc>
                <a:spcPct val="150000"/>
              </a:lnSpc>
              <a:buFont typeface="Wingdings" panose="05000000000000000000" pitchFamily="2" charset="2"/>
              <a:buChar char="p"/>
            </a:pPr>
            <a:r>
              <a:rPr lang="zh-CN" altLang="en-US" sz="1600">
                <a:solidFill>
                  <a:srgbClr val="404040"/>
                </a:solidFill>
                <a:cs typeface="+mn-ea"/>
                <a:sym typeface="+mn-lt"/>
              </a:rPr>
              <a:t>请在此处添加具体内容，文字尽量言简意赅，简单说明即可，不必过于繁琐，注意版面美观度.</a:t>
            </a:r>
            <a:endParaRPr lang="zh-CN" altLang="en-US" sz="1600" spc="300">
              <a:solidFill>
                <a:srgbClr val="404040"/>
              </a:solidFill>
              <a:cs typeface="+mn-ea"/>
              <a:sym typeface="+mn-lt"/>
            </a:endParaRPr>
          </a:p>
        </p:txBody>
      </p:sp>
      <p:pic>
        <p:nvPicPr>
          <p:cNvPr id="15" name="图片 1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74704" y="1058265"/>
            <a:ext cx="3869069" cy="5799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dur="5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22" presetClass="entr" presetSubtype="2" dur="50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par>
                          <p:cTn id="12" fill="hold" nodeType="afterGroup">
                            <p:stCondLst>
                              <p:cond delay="1000"/>
                            </p:stCondLst>
                            <p:childTnLst>
                              <p:par>
                                <p:cTn id="13" presetID="22" presetClass="entr" presetSubtype="2" dur="50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right)">
                                      <p:cBhvr>
                                        <p:cTn id="15" dur="500"/>
                                        <p:tgtEl>
                                          <p:spTgt spid="7"/>
                                        </p:tgtEl>
                                      </p:cBhvr>
                                    </p:animEffect>
                                  </p:childTnLst>
                                </p:cTn>
                              </p:par>
                            </p:childTnLst>
                          </p:cTn>
                        </p:par>
                        <p:par>
                          <p:cTn id="16" fill="hold" nodeType="afterGroup">
                            <p:stCondLst>
                              <p:cond delay="1500"/>
                            </p:stCondLst>
                            <p:childTnLst>
                              <p:par>
                                <p:cTn id="17" presetID="22" presetClass="entr" presetSubtype="2" dur="50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right)">
                                      <p:cBhvr>
                                        <p:cTn id="19" dur="500"/>
                                        <p:tgtEl>
                                          <p:spTgt spid="8"/>
                                        </p:tgtEl>
                                      </p:cBhvr>
                                    </p:animEffect>
                                  </p:childTnLst>
                                </p:cTn>
                              </p:par>
                            </p:childTnLst>
                          </p:cTn>
                        </p:par>
                        <p:par>
                          <p:cTn id="20" fill="hold" nodeType="afterGroup">
                            <p:stCondLst>
                              <p:cond delay="2000"/>
                            </p:stCondLst>
                            <p:childTnLst>
                              <p:par>
                                <p:cTn id="21" presetID="22" presetClass="entr" presetSubtype="2" dur="5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3" name="组合 2"/>
          <p:cNvGrpSpPr/>
          <p:nvPr/>
        </p:nvGrpSpPr>
        <p:grpSpPr>
          <a:xfrm>
            <a:off x="269073" y="251836"/>
            <a:ext cx="618686" cy="1786826"/>
            <a:chOff x="10936436" y="-2013487"/>
            <a:chExt cx="618686" cy="1846084"/>
          </a:xfrm>
        </p:grpSpPr>
        <p:sp>
          <p:nvSpPr>
            <p:cNvPr id="4" name="文本框 3"/>
            <p:cNvSpPr txBox="1"/>
            <p:nvPr/>
          </p:nvSpPr>
          <p:spPr>
            <a:xfrm>
              <a:off x="10936436"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白墙灰瓦雨如烟</a:t>
              </a:r>
              <a:endParaRPr lang="zh-CN" altLang="en-US" sz="1100">
                <a:solidFill>
                  <a:schemeClr val="tx1">
                    <a:lumMod val="85000"/>
                    <a:lumOff val="15000"/>
                  </a:schemeClr>
                </a:solidFill>
                <a:cs typeface="+mn-ea"/>
                <a:sym typeface="+mn-lt"/>
              </a:endParaRPr>
            </a:p>
          </p:txBody>
        </p:sp>
        <p:sp>
          <p:nvSpPr>
            <p:cNvPr id="5" name="文本框 4"/>
            <p:cNvSpPr txBox="1"/>
            <p:nvPr/>
          </p:nvSpPr>
          <p:spPr>
            <a:xfrm>
              <a:off x="11201179"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古意石桥月半弯</a:t>
              </a:r>
              <a:endParaRPr lang="zh-CN" altLang="en-US" sz="1100">
                <a:solidFill>
                  <a:schemeClr val="tx1">
                    <a:lumMod val="85000"/>
                    <a:lumOff val="15000"/>
                  </a:schemeClr>
                </a:solidFill>
                <a:cs typeface="+mn-ea"/>
                <a:sym typeface="+mn-lt"/>
              </a:endParaRPr>
            </a:p>
          </p:txBody>
        </p:sp>
      </p:grpSp>
      <p:sp>
        <p:nvSpPr>
          <p:cNvPr id="6" name="文本框 5"/>
          <p:cNvSpPr txBox="1"/>
          <p:nvPr/>
        </p:nvSpPr>
        <p:spPr>
          <a:xfrm>
            <a:off x="3939630" y="814566"/>
            <a:ext cx="1109486" cy="4508927"/>
          </a:xfrm>
          <a:prstGeom prst="rect">
            <a:avLst/>
          </a:prstGeom>
          <a:noFill/>
        </p:spPr>
        <p:txBody>
          <a:bodyPr wrap="square" rtlCol="0">
            <a:spAutoFit/>
          </a:bodyPr>
          <a:lstStyle/>
          <a:p>
            <a:pPr algn="dist"/>
            <a:r>
              <a:rPr lang="zh-CN" altLang="en-US" sz="28700">
                <a:gradFill>
                  <a:gsLst>
                    <a:gs pos="29000">
                      <a:srgbClr val="282C33">
                        <a:alpha val="91000"/>
                      </a:srgbClr>
                    </a:gs>
                    <a:gs pos="60000">
                      <a:srgbClr val="282C33">
                        <a:alpha val="0"/>
                      </a:srgbClr>
                    </a:gs>
                  </a:gsLst>
                  <a:lin ang="5400000" scaled="1"/>
                </a:gradFill>
                <a:cs typeface="+mn-ea"/>
                <a:sym typeface="+mn-lt"/>
              </a:rPr>
              <a:t>贰</a:t>
            </a:r>
          </a:p>
        </p:txBody>
      </p:sp>
      <p:grpSp>
        <p:nvGrpSpPr>
          <p:cNvPr id="7" name="组合 6"/>
          <p:cNvGrpSpPr/>
          <p:nvPr/>
        </p:nvGrpSpPr>
        <p:grpSpPr>
          <a:xfrm>
            <a:off x="2745423" y="3116537"/>
            <a:ext cx="6955350" cy="1733346"/>
            <a:chOff x="2936201" y="2850518"/>
            <a:chExt cx="6955350" cy="1733346"/>
          </a:xfrm>
        </p:grpSpPr>
        <p:grpSp>
          <p:nvGrpSpPr>
            <p:cNvPr id="8" name="组合 7"/>
            <p:cNvGrpSpPr/>
            <p:nvPr/>
          </p:nvGrpSpPr>
          <p:grpSpPr>
            <a:xfrm rot="21417380">
              <a:off x="2936201" y="2850518"/>
              <a:ext cx="6955350" cy="1733346"/>
              <a:chOff x="-15230" y="-2173288"/>
              <a:chExt cx="2171456" cy="571501"/>
            </a:xfrm>
            <a:solidFill>
              <a:srgbClr val="282C33"/>
            </a:solidFill>
          </p:grpSpPr>
          <p:sp>
            <p:nvSpPr>
              <p:cNvPr id="10" name="Freeform 692"/>
              <p:cNvSpPr/>
              <p:nvPr/>
            </p:nvSpPr>
            <p:spPr bwMode="auto">
              <a:xfrm flipH="1">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1" name="Freeform 693"/>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2" name="Freeform 699"/>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4" name="Freeform 700"/>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5" name="Freeform 701"/>
              <p:cNvSpPr>
                <a:spLocks noEditPoints="1"/>
              </p:cNvSpPr>
              <p:nvPr/>
            </p:nvSpPr>
            <p:spPr bwMode="auto">
              <a:xfrm rot="15140">
                <a:off x="-15230" y="-2018784"/>
                <a:ext cx="2171456" cy="37612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6" name="Freeform 702"/>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7" name="Freeform 703"/>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8" name="Freeform 704"/>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9" name="Freeform 705"/>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0" name="Freeform 706"/>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1" name="Freeform 707"/>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2" name="Freeform 708"/>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3" name="Freeform 709"/>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4" name="Freeform 710"/>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5" name="Freeform 711"/>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6" name="Freeform 712"/>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7" name="Freeform 713"/>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8" name="Freeform 714"/>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9" name="Freeform 715"/>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9" name="文本框 8"/>
            <p:cNvSpPr txBox="1"/>
            <p:nvPr/>
          </p:nvSpPr>
          <p:spPr>
            <a:xfrm>
              <a:off x="3214635" y="3489470"/>
              <a:ext cx="5354012" cy="923330"/>
            </a:xfrm>
            <a:prstGeom prst="rect">
              <a:avLst/>
            </a:prstGeom>
            <a:noFill/>
          </p:spPr>
          <p:txBody>
            <a:bodyPr wrap="square" rtlCol="0">
              <a:spAutoFit/>
            </a:bodyPr>
            <a:lstStyle/>
            <a:p>
              <a:pPr algn="dist"/>
              <a:r>
                <a:rPr lang="zh-CN" altLang="en-US" sz="5400" spc="300">
                  <a:solidFill>
                    <a:schemeClr val="bg1"/>
                  </a:solidFill>
                  <a:cs typeface="+mn-ea"/>
                  <a:sym typeface="+mn-lt"/>
                </a:rPr>
                <a:t>输入标题内容二</a:t>
              </a:r>
              <a:endParaRPr lang="en-US" altLang="zh-CN" sz="5400" spc="300">
                <a:solidFill>
                  <a:schemeClr val="bg1"/>
                </a:solidFill>
                <a:cs typeface="+mn-ea"/>
                <a:sym typeface="+mn-lt"/>
              </a:endParaRPr>
            </a:p>
          </p:txBody>
        </p:sp>
      </p:grpSp>
      <p:sp>
        <p:nvSpPr>
          <p:cNvPr id="30" name="文本框 29"/>
          <p:cNvSpPr txBox="1"/>
          <p:nvPr/>
        </p:nvSpPr>
        <p:spPr>
          <a:xfrm>
            <a:off x="2443759" y="4969318"/>
            <a:ext cx="7245496" cy="619913"/>
          </a:xfrm>
          <a:prstGeom prst="rect">
            <a:avLst/>
          </a:prstGeom>
          <a:noFill/>
        </p:spPr>
        <p:txBody>
          <a:bodyPr wrap="square" rtlCol="0">
            <a:spAutoFit/>
          </a:bodyPr>
          <a:lstStyle/>
          <a:p>
            <a:pPr algn="ctr">
              <a:lnSpc>
                <a:spcPct val="150000"/>
              </a:lnSpc>
            </a:pPr>
            <a:r>
              <a:rPr lang="en-US" altLang="zh-CN" sz="1200" b="1">
                <a:solidFill>
                  <a:schemeClr val="tx1">
                    <a:lumMod val="65000"/>
                    <a:lumOff val="35000"/>
                    <a:alpha val="69000"/>
                  </a:schemeClr>
                </a:solidFill>
                <a:cs typeface="+mn-ea"/>
                <a:sym typeface="+mn-lt"/>
              </a:rPr>
              <a:t>The average person is always waiting for an opportunity to come The average person is always waiting for an The average for an The average</a:t>
            </a:r>
            <a:endParaRPr lang="zh-CN" altLang="en-US" sz="1200" b="1">
              <a:solidFill>
                <a:schemeClr val="tx1">
                  <a:lumMod val="65000"/>
                  <a:lumOff val="35000"/>
                  <a:alpha val="69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dur="75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par>
                          <p:cTn id="8" fill="hold" nodeType="afterGroup">
                            <p:stCondLst>
                              <p:cond delay="750"/>
                            </p:stCondLst>
                            <p:childTnLst>
                              <p:par>
                                <p:cTn id="9" presetID="42" presetClass="entr" presetSubtype="0" dur="75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750"/>
                                        <p:tgtEl>
                                          <p:spTgt spid="6"/>
                                        </p:tgtEl>
                                      </p:cBhvr>
                                    </p:animEffect>
                                    <p:anim calcmode="lin" valueType="num">
                                      <p:cBhvr>
                                        <p:cTn id="12" dur="750" fill="hold"/>
                                        <p:tgtEl>
                                          <p:spTgt spid="6"/>
                                        </p:tgtEl>
                                        <p:attrNameLst>
                                          <p:attrName>ppt_x</p:attrName>
                                        </p:attrNameLst>
                                      </p:cBhvr>
                                      <p:tavLst>
                                        <p:tav tm="0">
                                          <p:val>
                                            <p:strVal val="#ppt_x"/>
                                          </p:val>
                                        </p:tav>
                                        <p:tav tm="100000">
                                          <p:val>
                                            <p:strVal val="#ppt_x"/>
                                          </p:val>
                                        </p:tav>
                                      </p:tavLst>
                                    </p:anim>
                                    <p:anim calcmode="lin" valueType="num">
                                      <p:cBhvr>
                                        <p:cTn id="13" dur="750" fill="hold"/>
                                        <p:tgtEl>
                                          <p:spTgt spid="6"/>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16" presetClass="entr" presetSubtype="21" dur="75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750"/>
                                        <p:tgtEl>
                                          <p:spTgt spid="7"/>
                                        </p:tgtEl>
                                      </p:cBhvr>
                                    </p:animEffect>
                                  </p:childTnLst>
                                </p:cTn>
                              </p:par>
                            </p:childTnLst>
                          </p:cTn>
                        </p:par>
                        <p:par>
                          <p:cTn id="18" fill="hold" nodeType="afterGroup">
                            <p:stCondLst>
                              <p:cond delay="2250"/>
                            </p:stCondLst>
                            <p:childTnLst>
                              <p:par>
                                <p:cTn id="19" presetID="42" presetClass="entr" presetSubtype="0" dur="75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750"/>
                                        <p:tgtEl>
                                          <p:spTgt spid="30"/>
                                        </p:tgtEl>
                                      </p:cBhvr>
                                    </p:animEffect>
                                    <p:anim calcmode="lin" valueType="num">
                                      <p:cBhvr>
                                        <p:cTn id="22" dur="750" fill="hold"/>
                                        <p:tgtEl>
                                          <p:spTgt spid="30"/>
                                        </p:tgtEl>
                                        <p:attrNameLst>
                                          <p:attrName>ppt_x</p:attrName>
                                        </p:attrNameLst>
                                      </p:cBhvr>
                                      <p:tavLst>
                                        <p:tav tm="0">
                                          <p:val>
                                            <p:strVal val="#ppt_x"/>
                                          </p:val>
                                        </p:tav>
                                        <p:tav tm="100000">
                                          <p:val>
                                            <p:strVal val="#ppt_x"/>
                                          </p:val>
                                        </p:tav>
                                      </p:tavLst>
                                    </p:anim>
                                    <p:anim calcmode="lin" valueType="num">
                                      <p:cBhvr>
                                        <p:cTn id="23" dur="7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4804093" y="1115954"/>
            <a:ext cx="2621915" cy="307881"/>
          </a:xfrm>
          <a:prstGeom prst="rect">
            <a:avLst/>
          </a:prstGeom>
          <a:noFill/>
        </p:spPr>
        <p:txBody>
          <a:bodyPr wrap="square" lIns="90000" tIns="46800" rIns="90000" bIns="46800" rtlCol="0" anchor="ctr" anchorCtr="0">
            <a:noAutofit/>
          </a:bodyPr>
          <a:lstStyle>
            <a:defPPr>
              <a:defRPr lang="en-US"/>
            </a:defPPr>
            <a:lvl1pPr marL="342900" indent="-342900">
              <a:lnSpc>
                <a:spcPct val="140000"/>
              </a:lnSpc>
              <a:buFont typeface="Arial" panose="020B0604020202020204" pitchFamily="34" charset="0"/>
              <a:buAutoNum type="arabicPeriod"/>
              <a:defRPr kumimoji="1" sz="1400">
                <a:solidFill>
                  <a:sysClr val="windowText" lastClr="000000">
                    <a:lumMod val="75000"/>
                    <a:lumOff val="25000"/>
                  </a:sysClr>
                </a:solidFill>
              </a:defRPr>
            </a:lvl1pPr>
          </a:lstStyle>
          <a:p>
            <a:pPr marL="0" indent="0" fontAlgn="auto">
              <a:lnSpc>
                <a:spcPct val="150000"/>
              </a:lnSpc>
              <a:buNone/>
            </a:pPr>
            <a:r>
              <a:rPr lang="zh-CN" altLang="en-US" sz="2400" b="1" spc="300">
                <a:solidFill>
                  <a:srgbClr val="404040"/>
                </a:solidFill>
                <a:cs typeface="+mn-ea"/>
                <a:sym typeface="+mn-lt"/>
              </a:rPr>
              <a:t>请您编辑标题</a:t>
            </a:r>
          </a:p>
        </p:txBody>
      </p:sp>
      <p:sp>
        <p:nvSpPr>
          <p:cNvPr id="3" name="Title 6"/>
          <p:cNvSpPr txBox="1"/>
          <p:nvPr>
            <p:custDataLst>
              <p:tags r:id="rId2"/>
            </p:custDataLst>
          </p:nvPr>
        </p:nvSpPr>
        <p:spPr>
          <a:xfrm>
            <a:off x="1386810" y="1690812"/>
            <a:ext cx="9763760" cy="443198"/>
          </a:xfrm>
          <a:prstGeom prst="rect">
            <a:avLst/>
          </a:prstGeom>
          <a:noFill/>
        </p:spPr>
        <p:txBody>
          <a:bodyPr wrap="square" lIns="101600" tIns="0" rIns="82550" bIns="0" rtlCol="0" anchor="t" anchorCtr="0">
            <a:spAutoFit/>
          </a:bodyPr>
          <a:lstStyle>
            <a:defPPr>
              <a:defRPr lang="zh-CN"/>
            </a:defPPr>
            <a:lvl1pPr fontAlgn="auto">
              <a:lnSpc>
                <a:spcPct val="130000"/>
              </a:lnSpc>
              <a:spcAft>
                <a:spcPts val="1000"/>
              </a:spcAft>
              <a:defRPr sz="1600" spc="150"/>
            </a:lvl1pPr>
          </a:lstStyle>
          <a:p>
            <a:pPr lvl="0" indent="0" algn="just" fontAlgn="ctr">
              <a:lnSpc>
                <a:spcPct val="180000"/>
              </a:lnSpc>
              <a:spcBef>
                <a:spcPct val="0"/>
              </a:spcBef>
              <a:spcAft>
                <a:spcPct val="0"/>
              </a:spcAft>
              <a:buSzTx/>
            </a:pPr>
            <a:r>
              <a:rPr lang="zh-CN" altLang="en-US" spc="160">
                <a:solidFill>
                  <a:srgbClr val="404040"/>
                </a:solidFill>
                <a:cs typeface="+mn-ea"/>
                <a:sym typeface="+mn-lt"/>
              </a:rPr>
              <a:t>这里输入简单的文字概述里输入简单文字概述这里简单输入简单文字这里输入简单的文字概述</a:t>
            </a:r>
          </a:p>
        </p:txBody>
      </p:sp>
      <p:grpSp>
        <p:nvGrpSpPr>
          <p:cNvPr id="4" name="组合 3"/>
          <p:cNvGrpSpPr/>
          <p:nvPr/>
        </p:nvGrpSpPr>
        <p:grpSpPr>
          <a:xfrm>
            <a:off x="1007265" y="2726595"/>
            <a:ext cx="4314005" cy="3086100"/>
            <a:chOff x="873915" y="2636260"/>
            <a:chExt cx="4314005" cy="3086100"/>
          </a:xfrm>
        </p:grpSpPr>
        <p:sp>
          <p:nvSpPr>
            <p:cNvPr id="5" name="Aitds2"/>
            <p:cNvSpPr/>
            <p:nvPr/>
          </p:nvSpPr>
          <p:spPr>
            <a:xfrm>
              <a:off x="873915" y="2694469"/>
              <a:ext cx="4294955" cy="3027891"/>
            </a:xfrm>
            <a:prstGeom prst="rect">
              <a:avLst/>
            </a:prstGeom>
            <a:noFill/>
            <a:ln w="19050">
              <a:solidFill>
                <a:srgbClr val="A6A6A6"/>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465" b="0" i="0" u="none" strike="noStrike" kern="1200" cap="none" spc="0" normalizeH="0" baseline="0" noProof="0">
                <a:ln>
                  <a:noFill/>
                </a:ln>
                <a:solidFill>
                  <a:srgbClr val="FFFFFF"/>
                </a:solidFill>
                <a:effectLst/>
                <a:uLnTx/>
                <a:uFillTx/>
                <a:cs typeface="+mn-ea"/>
                <a:sym typeface="+mn-lt"/>
              </a:endParaRPr>
            </a:p>
          </p:txBody>
        </p:sp>
        <p:sp>
          <p:nvSpPr>
            <p:cNvPr id="6" name="Aitds3"/>
            <p:cNvSpPr txBox="1"/>
            <p:nvPr/>
          </p:nvSpPr>
          <p:spPr>
            <a:xfrm>
              <a:off x="951546" y="3496062"/>
              <a:ext cx="4139691" cy="1670754"/>
            </a:xfrm>
            <a:prstGeom prst="rect">
              <a:avLst/>
            </a:prstGeom>
            <a:noFill/>
          </p:spPr>
          <p:txBody>
            <a:bodyPr wrap="square" lIns="91416" tIns="45708" rIns="91416" bIns="45708" rtlCol="0">
              <a:spAutoFit/>
            </a:bodyPr>
            <a:lstStyle/>
            <a:p>
              <a:pPr lvl="0" algn="just">
                <a:lnSpc>
                  <a:spcPct val="200000"/>
                </a:lnSpc>
                <a:defRPr/>
              </a:pPr>
              <a:r>
                <a:rPr lang="zh-CN" altLang="en-US">
                  <a:solidFill>
                    <a:srgbClr val="404040"/>
                  </a:solidFill>
                  <a:cs typeface="+mn-ea"/>
                  <a:sym typeface="+mn-lt"/>
                </a:rPr>
                <a:t>这里输入简单的文字概述里输入简单文字概述这里简单输入简单文字这里输入简单的文字概述</a:t>
              </a:r>
            </a:p>
          </p:txBody>
        </p:sp>
        <p:sp>
          <p:nvSpPr>
            <p:cNvPr id="7" name="Aitds4"/>
            <p:cNvSpPr txBox="1"/>
            <p:nvPr/>
          </p:nvSpPr>
          <p:spPr>
            <a:xfrm>
              <a:off x="892966" y="2636260"/>
              <a:ext cx="4294954" cy="461641"/>
            </a:xfrm>
            <a:prstGeom prst="rect">
              <a:avLst/>
            </a:prstGeom>
            <a:solidFill>
              <a:schemeClr val="accent1"/>
            </a:solidFill>
            <a:ln>
              <a:noFill/>
            </a:ln>
            <a:effectLst/>
          </p:spPr>
          <p:txBody>
            <a:bodyPr wrap="square" lIns="91416" tIns="45708" rIns="91416" bIns="45708" rtlCol="0">
              <a:spAutoFit/>
            </a:bodyPr>
            <a:lstStyle/>
            <a:p>
              <a:pPr lvl="0" algn="ctr">
                <a:defRPr/>
              </a:pPr>
              <a:r>
                <a:rPr lang="zh-CN" altLang="en-US" sz="2400" b="1" spc="900">
                  <a:solidFill>
                    <a:srgbClr val="FEFDF8"/>
                  </a:solidFill>
                  <a:cs typeface="+mn-ea"/>
                  <a:sym typeface="+mn-lt"/>
                </a:rPr>
                <a:t>请您编辑标题</a:t>
              </a:r>
            </a:p>
          </p:txBody>
        </p:sp>
      </p:grpSp>
      <p:grpSp>
        <p:nvGrpSpPr>
          <p:cNvPr id="8" name="组合 7"/>
          <p:cNvGrpSpPr/>
          <p:nvPr/>
        </p:nvGrpSpPr>
        <p:grpSpPr>
          <a:xfrm>
            <a:off x="6741315" y="2726595"/>
            <a:ext cx="4314005" cy="3086100"/>
            <a:chOff x="873915" y="2636260"/>
            <a:chExt cx="4314005" cy="3086100"/>
          </a:xfrm>
        </p:grpSpPr>
        <p:sp>
          <p:nvSpPr>
            <p:cNvPr id="9" name="Aitds2"/>
            <p:cNvSpPr/>
            <p:nvPr/>
          </p:nvSpPr>
          <p:spPr>
            <a:xfrm>
              <a:off x="873915" y="2694469"/>
              <a:ext cx="4294955" cy="3027891"/>
            </a:xfrm>
            <a:prstGeom prst="rect">
              <a:avLst/>
            </a:prstGeom>
            <a:noFill/>
            <a:ln w="19050">
              <a:solidFill>
                <a:srgbClr val="A6A6A6"/>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465" b="0" i="0" u="none" strike="noStrike" kern="1200" cap="none" spc="0" normalizeH="0" baseline="0" noProof="0">
                <a:ln>
                  <a:noFill/>
                </a:ln>
                <a:solidFill>
                  <a:srgbClr val="FFFFFF"/>
                </a:solidFill>
                <a:effectLst/>
                <a:uLnTx/>
                <a:uFillTx/>
                <a:cs typeface="+mn-ea"/>
                <a:sym typeface="+mn-lt"/>
              </a:endParaRPr>
            </a:p>
          </p:txBody>
        </p:sp>
        <p:sp>
          <p:nvSpPr>
            <p:cNvPr id="10" name="Aitds3"/>
            <p:cNvSpPr txBox="1"/>
            <p:nvPr/>
          </p:nvSpPr>
          <p:spPr>
            <a:xfrm>
              <a:off x="1048229" y="3400812"/>
              <a:ext cx="3714272" cy="1670754"/>
            </a:xfrm>
            <a:prstGeom prst="rect">
              <a:avLst/>
            </a:prstGeom>
            <a:noFill/>
          </p:spPr>
          <p:txBody>
            <a:bodyPr wrap="square" lIns="91416" tIns="45708" rIns="91416" bIns="45708" rtlCol="0">
              <a:spAutoFit/>
            </a:bodyPr>
            <a:lstStyle/>
            <a:p>
              <a:pPr lvl="0" algn="just">
                <a:lnSpc>
                  <a:spcPct val="200000"/>
                </a:lnSpc>
                <a:defRPr/>
              </a:pPr>
              <a:r>
                <a:rPr lang="zh-CN" altLang="en-US">
                  <a:solidFill>
                    <a:srgbClr val="404040"/>
                  </a:solidFill>
                  <a:cs typeface="+mn-ea"/>
                  <a:sym typeface="+mn-lt"/>
                </a:rPr>
                <a:t>这里输入简单的文字概述里输入简单文字概述这里简单输入简单文字这里输入简单的文字概述</a:t>
              </a:r>
            </a:p>
          </p:txBody>
        </p:sp>
        <p:sp>
          <p:nvSpPr>
            <p:cNvPr id="11" name="Aitds4"/>
            <p:cNvSpPr txBox="1"/>
            <p:nvPr/>
          </p:nvSpPr>
          <p:spPr>
            <a:xfrm>
              <a:off x="892966" y="2636260"/>
              <a:ext cx="4294954" cy="461641"/>
            </a:xfrm>
            <a:prstGeom prst="rect">
              <a:avLst/>
            </a:prstGeom>
            <a:solidFill>
              <a:schemeClr val="accent1"/>
            </a:solidFill>
            <a:ln>
              <a:noFill/>
            </a:ln>
            <a:effectLst/>
          </p:spPr>
          <p:txBody>
            <a:bodyPr wrap="square" lIns="91416" tIns="45708" rIns="91416" bIns="45708" rtlCol="0">
              <a:spAutoFit/>
            </a:bodyPr>
            <a:lstStyle/>
            <a:p>
              <a:pPr lvl="0" algn="ctr">
                <a:defRPr/>
              </a:pPr>
              <a:r>
                <a:rPr lang="zh-CN" altLang="en-US" sz="2400" b="1" spc="900">
                  <a:solidFill>
                    <a:srgbClr val="FEFDF8"/>
                  </a:solidFill>
                  <a:cs typeface="+mn-ea"/>
                  <a:sym typeface="+mn-lt"/>
                </a:rPr>
                <a:t>请您编辑标题</a:t>
              </a: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16" dur="500" fill="hold" grpId="1"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nodeType="afterGroup">
                            <p:stCondLst>
                              <p:cond delay="500"/>
                            </p:stCondLst>
                            <p:childTnLst>
                              <p:par>
                                <p:cTn id="11" presetID="16" presetClass="entr" presetSubtype="21" dur="50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childTnLst>
                          </p:cTn>
                        </p:par>
                        <p:par>
                          <p:cTn id="14" fill="hold" nodeType="afterGroup">
                            <p:stCondLst>
                              <p:cond delay="1000"/>
                            </p:stCondLst>
                            <p:childTnLst>
                              <p:par>
                                <p:cTn id="15" presetID="42" presetClass="entr" presetSubtype="0" dur="50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1500"/>
                            </p:stCondLst>
                            <p:childTnLst>
                              <p:par>
                                <p:cTn id="21" presetID="42" presetClass="entr" presetSubtype="0" dur="50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anim calcmode="lin" valueType="num">
                                      <p:cBhvr>
                                        <p:cTn id="24" dur="500" fill="hold"/>
                                        <p:tgtEl>
                                          <p:spTgt spid="8"/>
                                        </p:tgtEl>
                                        <p:attrNameLst>
                                          <p:attrName>ppt_x</p:attrName>
                                        </p:attrNameLst>
                                      </p:cBhvr>
                                      <p:tavLst>
                                        <p:tav tm="0">
                                          <p:val>
                                            <p:strVal val="#ppt_x"/>
                                          </p:val>
                                        </p:tav>
                                        <p:tav tm="100000">
                                          <p:val>
                                            <p:strVal val="#ppt_x"/>
                                          </p:val>
                                        </p:tav>
                                      </p:tavLst>
                                    </p:anim>
                                    <p:anim calcmode="lin" valueType="num">
                                      <p:cBhvr>
                                        <p:cTn id="25"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374975" y="1617314"/>
            <a:ext cx="5232400" cy="4165600"/>
            <a:chOff x="1320800" y="1351280"/>
            <a:chExt cx="5567680" cy="4165600"/>
          </a:xfrm>
        </p:grpSpPr>
        <p:cxnSp>
          <p:nvCxnSpPr>
            <p:cNvPr id="6" name="直接连接符 5"/>
            <p:cNvCxnSpPr/>
            <p:nvPr/>
          </p:nvCxnSpPr>
          <p:spPr>
            <a:xfrm>
              <a:off x="1320800" y="1351280"/>
              <a:ext cx="5567680" cy="0"/>
            </a:xfrm>
            <a:prstGeom prst="line">
              <a:avLst/>
            </a:prstGeom>
            <a:ln w="12700">
              <a:solidFill>
                <a:schemeClr val="accent1"/>
              </a:solidFill>
            </a:ln>
          </p:spPr>
          <p:style>
            <a:lnRef idx="1">
              <a:schemeClr val="accent3"/>
            </a:lnRef>
            <a:fillRef idx="0">
              <a:schemeClr val="accent3"/>
            </a:fillRef>
            <a:effectRef idx="0">
              <a:schemeClr val="accent3"/>
            </a:effectRef>
            <a:fontRef idx="minor">
              <a:schemeClr val="tx1"/>
            </a:fontRef>
          </p:style>
        </p:cxnSp>
        <p:cxnSp>
          <p:nvCxnSpPr>
            <p:cNvPr id="7" name="直接连接符 6"/>
            <p:cNvCxnSpPr/>
            <p:nvPr/>
          </p:nvCxnSpPr>
          <p:spPr>
            <a:xfrm>
              <a:off x="1320800" y="5516880"/>
              <a:ext cx="5567680" cy="0"/>
            </a:xfrm>
            <a:prstGeom prst="line">
              <a:avLst/>
            </a:prstGeom>
            <a:ln w="12700">
              <a:solidFill>
                <a:schemeClr val="accent1"/>
              </a:solidFill>
            </a:ln>
          </p:spPr>
          <p:style>
            <a:lnRef idx="1">
              <a:schemeClr val="accent3"/>
            </a:lnRef>
            <a:fillRef idx="0">
              <a:schemeClr val="accent3"/>
            </a:fillRef>
            <a:effectRef idx="0">
              <a:schemeClr val="accent3"/>
            </a:effectRef>
            <a:fontRef idx="minor">
              <a:schemeClr val="tx1"/>
            </a:fontRef>
          </p:style>
        </p:cxnSp>
      </p:grpSp>
      <p:sp>
        <p:nvSpPr>
          <p:cNvPr id="8" name="矩形 7"/>
          <p:cNvSpPr/>
          <p:nvPr/>
        </p:nvSpPr>
        <p:spPr>
          <a:xfrm>
            <a:off x="2225000" y="2246565"/>
            <a:ext cx="4433176" cy="1705403"/>
          </a:xfrm>
          <a:prstGeom prst="rect">
            <a:avLst/>
          </a:prstGeom>
        </p:spPr>
        <p:txBody>
          <a:bodyPr vert="horz" wrap="square">
            <a:spAutoFit/>
          </a:bodyPr>
          <a:lstStyle/>
          <a:p>
            <a:pPr marL="285750" indent="-285750">
              <a:lnSpc>
                <a:spcPct val="150000"/>
              </a:lnSpc>
              <a:buFont typeface="Wingdings" panose="05000000000000000000" pitchFamily="2" charset="2"/>
              <a:buChar char="u"/>
            </a:pPr>
            <a:r>
              <a:rPr lang="zh-CN" altLang="en-US">
                <a:solidFill>
                  <a:srgbClr val="000000"/>
                </a:solidFill>
                <a:cs typeface="+mn-ea"/>
                <a:sym typeface="+mn-lt"/>
              </a:rPr>
              <a:t>点击添加标题点击添加标题点击添加标题点击添加标题点击添加标题点击添加标题点击添加标题点击点击标题点击</a:t>
            </a:r>
          </a:p>
          <a:p>
            <a:pPr marL="285750" indent="-285750">
              <a:lnSpc>
                <a:spcPct val="150000"/>
              </a:lnSpc>
              <a:buFont typeface="Wingdings" panose="05000000000000000000" pitchFamily="2" charset="2"/>
              <a:buChar char="u"/>
            </a:pPr>
            <a:endParaRPr lang="zh-CN" altLang="en-US">
              <a:solidFill>
                <a:srgbClr val="000000"/>
              </a:solidFill>
              <a:cs typeface="+mn-ea"/>
              <a:sym typeface="+mn-lt"/>
            </a:endParaRPr>
          </a:p>
        </p:txBody>
      </p:sp>
      <p:sp>
        <p:nvSpPr>
          <p:cNvPr id="9" name="矩形 8"/>
          <p:cNvSpPr/>
          <p:nvPr/>
        </p:nvSpPr>
        <p:spPr>
          <a:xfrm>
            <a:off x="2225000" y="4001062"/>
            <a:ext cx="4433176" cy="1705403"/>
          </a:xfrm>
          <a:prstGeom prst="rect">
            <a:avLst/>
          </a:prstGeom>
        </p:spPr>
        <p:txBody>
          <a:bodyPr vert="horz" wrap="square">
            <a:spAutoFit/>
          </a:bodyPr>
          <a:lstStyle/>
          <a:p>
            <a:pPr marL="285750" indent="-285750">
              <a:lnSpc>
                <a:spcPct val="150000"/>
              </a:lnSpc>
              <a:buFont typeface="Wingdings" panose="05000000000000000000" pitchFamily="2" charset="2"/>
              <a:buChar char="u"/>
            </a:pPr>
            <a:r>
              <a:rPr lang="zh-CN" altLang="en-US">
                <a:solidFill>
                  <a:srgbClr val="000000"/>
                </a:solidFill>
                <a:cs typeface="+mn-ea"/>
                <a:sym typeface="+mn-lt"/>
              </a:rPr>
              <a:t>点击添加标题点击添加标题点击添加标题点击添加标题点击添加标题点击添加标题点击添加标题点击点击标题点击</a:t>
            </a:r>
          </a:p>
          <a:p>
            <a:pPr marL="285750" indent="-285750">
              <a:lnSpc>
                <a:spcPct val="150000"/>
              </a:lnSpc>
              <a:buFont typeface="Wingdings" panose="05000000000000000000" pitchFamily="2" charset="2"/>
              <a:buChar char="u"/>
            </a:pPr>
            <a:endParaRPr lang="zh-CN" altLang="en-US">
              <a:solidFill>
                <a:srgbClr val="000000"/>
              </a:solidFill>
              <a:cs typeface="+mn-ea"/>
              <a:sym typeface="+mn-lt"/>
            </a:endParaRPr>
          </a:p>
        </p:txBody>
      </p:sp>
      <p:sp>
        <p:nvSpPr>
          <p:cNvPr id="10" name="椭圆 9"/>
          <p:cNvSpPr/>
          <p:nvPr/>
        </p:nvSpPr>
        <p:spPr>
          <a:xfrm>
            <a:off x="1344495" y="2746977"/>
            <a:ext cx="773566" cy="75749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a:solidFill>
                  <a:srgbClr val="FFFFFF"/>
                </a:solidFill>
                <a:cs typeface="+mn-ea"/>
                <a:sym typeface="+mn-lt"/>
              </a:rPr>
              <a:t>标</a:t>
            </a:r>
          </a:p>
        </p:txBody>
      </p:sp>
      <p:sp>
        <p:nvSpPr>
          <p:cNvPr id="11" name="椭圆 10"/>
          <p:cNvSpPr/>
          <p:nvPr/>
        </p:nvSpPr>
        <p:spPr>
          <a:xfrm>
            <a:off x="1344495" y="3785894"/>
            <a:ext cx="795081" cy="75749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a:solidFill>
                  <a:srgbClr val="FFFFFF"/>
                </a:solidFill>
                <a:cs typeface="+mn-ea"/>
                <a:sym typeface="+mn-lt"/>
              </a:rPr>
              <a:t>题</a:t>
            </a:r>
          </a:p>
        </p:txBody>
      </p:sp>
      <p:pic>
        <p:nvPicPr>
          <p:cNvPr id="2" name="图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714314" y="931324"/>
            <a:ext cx="5146304" cy="514630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dur="50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nodeType="afterGroup">
                            <p:stCondLst>
                              <p:cond delay="500"/>
                            </p:stCondLst>
                            <p:childTnLst>
                              <p:par>
                                <p:cTn id="9" presetID="42" presetClass="entr" presetSubtype="0" dur="50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par>
                                <p:cTn id="14" presetID="42" presetClass="entr" presetSubtype="0" dur="50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anim calcmode="lin" valueType="num">
                                      <p:cBhvr>
                                        <p:cTn id="17" dur="500" fill="hold"/>
                                        <p:tgtEl>
                                          <p:spTgt spid="11"/>
                                        </p:tgtEl>
                                        <p:attrNameLst>
                                          <p:attrName>ppt_x</p:attrName>
                                        </p:attrNameLst>
                                      </p:cBhvr>
                                      <p:tavLst>
                                        <p:tav tm="0">
                                          <p:val>
                                            <p:strVal val="#ppt_x"/>
                                          </p:val>
                                        </p:tav>
                                        <p:tav tm="100000">
                                          <p:val>
                                            <p:strVal val="#ppt_x"/>
                                          </p:val>
                                        </p:tav>
                                      </p:tavLst>
                                    </p:anim>
                                    <p:anim calcmode="lin" valueType="num">
                                      <p:cBhvr>
                                        <p:cTn id="18" dur="500" fill="hold"/>
                                        <p:tgtEl>
                                          <p:spTgt spid="11"/>
                                        </p:tgtEl>
                                        <p:attrNameLst>
                                          <p:attrName>ppt_y</p:attrName>
                                        </p:attrNameLst>
                                      </p:cBhvr>
                                      <p:tavLst>
                                        <p:tav tm="0">
                                          <p:val>
                                            <p:strVal val="#ppt_y+.1"/>
                                          </p:val>
                                        </p:tav>
                                        <p:tav tm="100000">
                                          <p:val>
                                            <p:strVal val="#ppt_y"/>
                                          </p:val>
                                        </p:tav>
                                      </p:tavLst>
                                    </p:anim>
                                  </p:childTnLst>
                                </p:cTn>
                              </p:par>
                              <p:par>
                                <p:cTn id="19" presetID="42" presetClass="entr" presetSubtype="0" dur="50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5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dur="50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anim calcmode="lin" valueType="num">
                                      <p:cBhvr>
                                        <p:cTn id="27" dur="500" fill="hold"/>
                                        <p:tgtEl>
                                          <p:spTgt spid="9"/>
                                        </p:tgtEl>
                                        <p:attrNameLst>
                                          <p:attrName>ppt_x</p:attrName>
                                        </p:attrNameLst>
                                      </p:cBhvr>
                                      <p:tavLst>
                                        <p:tav tm="0">
                                          <p:val>
                                            <p:strVal val="#ppt_x"/>
                                          </p:val>
                                        </p:tav>
                                        <p:tav tm="100000">
                                          <p:val>
                                            <p:strVal val="#ppt_x"/>
                                          </p:val>
                                        </p:tav>
                                      </p:tavLst>
                                    </p:anim>
                                    <p:anim calcmode="lin" valueType="num">
                                      <p:cBhvr>
                                        <p:cTn id="28"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697103" y="1923641"/>
            <a:ext cx="664797" cy="3218189"/>
          </a:xfrm>
          <a:prstGeom prst="rect">
            <a:avLst/>
          </a:prstGeom>
          <a:noFill/>
        </p:spPr>
        <p:txBody>
          <a:bodyPr vert="eaVert" wrap="none" rtlCol="0">
            <a:spAutoFit/>
          </a:bodyPr>
          <a:lstStyle>
            <a:defPPr>
              <a:defRPr lang="zh-CN"/>
            </a:defPPr>
            <a:lvl1pPr>
              <a:defRPr sz="2800">
                <a:latin typeface="方正清刻本悦宋简体" panose="02000000000000000000" pitchFamily="2" charset="-122"/>
                <a:ea typeface="方正清刻本悦宋简体" panose="02000000000000000000" pitchFamily="2" charset="-122"/>
              </a:defRPr>
            </a:lvl1pPr>
          </a:lstStyle>
          <a:p>
            <a:pPr lvl="0" algn="ctr">
              <a:lnSpc>
                <a:spcPct val="130000"/>
              </a:lnSpc>
            </a:pPr>
            <a:r>
              <a:rPr lang="zh-CN" altLang="en-US" sz="2400" b="1">
                <a:solidFill>
                  <a:schemeClr val="tx1">
                    <a:lumMod val="75000"/>
                    <a:lumOff val="25000"/>
                  </a:schemeClr>
                </a:solidFill>
                <a:latin typeface="+mn-lt"/>
                <a:ea typeface="+mn-ea"/>
                <a:cs typeface="+mn-ea"/>
                <a:sym typeface="+mn-lt"/>
              </a:rPr>
              <a:t>请您在此处输入小标题</a:t>
            </a:r>
          </a:p>
        </p:txBody>
      </p:sp>
      <p:grpSp>
        <p:nvGrpSpPr>
          <p:cNvPr id="3" name="组合 2"/>
          <p:cNvGrpSpPr/>
          <p:nvPr/>
        </p:nvGrpSpPr>
        <p:grpSpPr>
          <a:xfrm>
            <a:off x="1640811" y="1466211"/>
            <a:ext cx="2840916" cy="4534539"/>
            <a:chOff x="1431261" y="1542411"/>
            <a:chExt cx="2840916" cy="4534539"/>
          </a:xfrm>
        </p:grpSpPr>
        <p:sp>
          <p:nvSpPr>
            <p:cNvPr id="4" name="文本框 3"/>
            <p:cNvSpPr txBox="1"/>
            <p:nvPr/>
          </p:nvSpPr>
          <p:spPr>
            <a:xfrm>
              <a:off x="1469522" y="2674109"/>
              <a:ext cx="1661993" cy="3231391"/>
            </a:xfrm>
            <a:prstGeom prst="rect">
              <a:avLst/>
            </a:prstGeom>
            <a:noFill/>
          </p:spPr>
          <p:txBody>
            <a:bodyPr vert="eaVert" wrap="square" rtlCol="0">
              <a:spAutoFit/>
            </a:bodyPr>
            <a:lstStyle/>
            <a:p>
              <a:pPr lvl="0">
                <a:lnSpc>
                  <a:spcPct val="200000"/>
                </a:lnSpc>
              </a:pPr>
              <a:r>
                <a:rPr lang="zh-CN" altLang="en-US" sz="1600">
                  <a:solidFill>
                    <a:schemeClr val="tx1">
                      <a:lumMod val="75000"/>
                      <a:lumOff val="25000"/>
                    </a:schemeClr>
                  </a:solidFill>
                  <a:cs typeface="+mn-ea"/>
                  <a:sym typeface="+mn-lt"/>
                </a:rPr>
                <a:t>点击输入标题点击输入相关标题。击输入标题点击输入相关标题。点击输入标题。</a:t>
              </a:r>
              <a:endParaRPr lang="en-US" altLang="zh-CN" sz="1600">
                <a:solidFill>
                  <a:schemeClr val="tx1">
                    <a:lumMod val="75000"/>
                    <a:lumOff val="25000"/>
                  </a:schemeClr>
                </a:solidFill>
                <a:cs typeface="+mn-ea"/>
                <a:sym typeface="+mn-lt"/>
              </a:endParaRPr>
            </a:p>
          </p:txBody>
        </p:sp>
        <p:sp>
          <p:nvSpPr>
            <p:cNvPr id="5" name="矩形 4"/>
            <p:cNvSpPr/>
            <p:nvPr/>
          </p:nvSpPr>
          <p:spPr>
            <a:xfrm>
              <a:off x="1431261" y="1542411"/>
              <a:ext cx="1624054" cy="4534539"/>
            </a:xfrm>
            <a:prstGeom prst="rect">
              <a:avLst/>
            </a:prstGeom>
            <a:noFill/>
            <a:ln>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6" name="文本框 5"/>
            <p:cNvSpPr txBox="1"/>
            <p:nvPr/>
          </p:nvSpPr>
          <p:spPr>
            <a:xfrm>
              <a:off x="1781881" y="1588080"/>
              <a:ext cx="2490296" cy="923330"/>
            </a:xfrm>
            <a:prstGeom prst="rect">
              <a:avLst/>
            </a:prstGeom>
            <a:noFill/>
          </p:spPr>
          <p:txBody>
            <a:bodyPr wrap="square" rtlCol="0">
              <a:spAutoFit/>
            </a:bodyPr>
            <a:lstStyle/>
            <a:p>
              <a:r>
                <a:rPr lang="zh-CN" altLang="en-US" sz="5400" spc="-300">
                  <a:solidFill>
                    <a:schemeClr val="tx1">
                      <a:lumMod val="75000"/>
                      <a:lumOff val="25000"/>
                    </a:schemeClr>
                  </a:solidFill>
                  <a:cs typeface="+mn-ea"/>
                  <a:sym typeface="+mn-lt"/>
                </a:rPr>
                <a:t>壹</a:t>
              </a:r>
            </a:p>
          </p:txBody>
        </p:sp>
      </p:grpSp>
      <p:grpSp>
        <p:nvGrpSpPr>
          <p:cNvPr id="7" name="组合 6"/>
          <p:cNvGrpSpPr/>
          <p:nvPr/>
        </p:nvGrpSpPr>
        <p:grpSpPr>
          <a:xfrm>
            <a:off x="4460211" y="1466211"/>
            <a:ext cx="2840916" cy="4534539"/>
            <a:chOff x="1431261" y="1542411"/>
            <a:chExt cx="2840916" cy="4534539"/>
          </a:xfrm>
        </p:grpSpPr>
        <p:sp>
          <p:nvSpPr>
            <p:cNvPr id="8" name="文本框 7"/>
            <p:cNvSpPr txBox="1"/>
            <p:nvPr/>
          </p:nvSpPr>
          <p:spPr>
            <a:xfrm>
              <a:off x="1469522" y="2674109"/>
              <a:ext cx="1661993" cy="3231391"/>
            </a:xfrm>
            <a:prstGeom prst="rect">
              <a:avLst/>
            </a:prstGeom>
            <a:noFill/>
          </p:spPr>
          <p:txBody>
            <a:bodyPr vert="eaVert" wrap="square" rtlCol="0">
              <a:spAutoFit/>
            </a:bodyPr>
            <a:lstStyle/>
            <a:p>
              <a:pPr lvl="0">
                <a:lnSpc>
                  <a:spcPct val="200000"/>
                </a:lnSpc>
              </a:pPr>
              <a:r>
                <a:rPr lang="zh-CN" altLang="en-US" sz="1600">
                  <a:solidFill>
                    <a:schemeClr val="tx1">
                      <a:lumMod val="75000"/>
                      <a:lumOff val="25000"/>
                    </a:schemeClr>
                  </a:solidFill>
                  <a:cs typeface="+mn-ea"/>
                  <a:sym typeface="+mn-lt"/>
                </a:rPr>
                <a:t>点击输入标题点击输入相关标题。击输入标题点击输入相关标题。点击输入标题。</a:t>
              </a:r>
              <a:endParaRPr lang="en-US" altLang="zh-CN" sz="1600">
                <a:solidFill>
                  <a:schemeClr val="tx1">
                    <a:lumMod val="75000"/>
                    <a:lumOff val="25000"/>
                  </a:schemeClr>
                </a:solidFill>
                <a:cs typeface="+mn-ea"/>
                <a:sym typeface="+mn-lt"/>
              </a:endParaRPr>
            </a:p>
          </p:txBody>
        </p:sp>
        <p:sp>
          <p:nvSpPr>
            <p:cNvPr id="9" name="矩形 8"/>
            <p:cNvSpPr/>
            <p:nvPr/>
          </p:nvSpPr>
          <p:spPr>
            <a:xfrm>
              <a:off x="1431261" y="1542411"/>
              <a:ext cx="1624054" cy="4534539"/>
            </a:xfrm>
            <a:prstGeom prst="rect">
              <a:avLst/>
            </a:prstGeom>
            <a:noFill/>
            <a:ln>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0" name="文本框 9"/>
            <p:cNvSpPr txBox="1"/>
            <p:nvPr/>
          </p:nvSpPr>
          <p:spPr>
            <a:xfrm>
              <a:off x="1781881" y="1588080"/>
              <a:ext cx="2490296" cy="923330"/>
            </a:xfrm>
            <a:prstGeom prst="rect">
              <a:avLst/>
            </a:prstGeom>
            <a:noFill/>
          </p:spPr>
          <p:txBody>
            <a:bodyPr wrap="square" rtlCol="0">
              <a:spAutoFit/>
            </a:bodyPr>
            <a:lstStyle/>
            <a:p>
              <a:r>
                <a:rPr lang="zh-CN" altLang="en-US" sz="5400" spc="-300">
                  <a:solidFill>
                    <a:schemeClr val="tx1">
                      <a:lumMod val="75000"/>
                      <a:lumOff val="25000"/>
                    </a:schemeClr>
                  </a:solidFill>
                  <a:cs typeface="+mn-ea"/>
                  <a:sym typeface="+mn-lt"/>
                </a:rPr>
                <a:t>贰</a:t>
              </a:r>
            </a:p>
          </p:txBody>
        </p:sp>
      </p:grpSp>
      <p:grpSp>
        <p:nvGrpSpPr>
          <p:cNvPr id="11" name="组合 10"/>
          <p:cNvGrpSpPr/>
          <p:nvPr/>
        </p:nvGrpSpPr>
        <p:grpSpPr>
          <a:xfrm>
            <a:off x="7279611" y="1466211"/>
            <a:ext cx="2840916" cy="4534539"/>
            <a:chOff x="1431261" y="1542411"/>
            <a:chExt cx="2840916" cy="4534539"/>
          </a:xfrm>
        </p:grpSpPr>
        <p:sp>
          <p:nvSpPr>
            <p:cNvPr id="12" name="文本框 11"/>
            <p:cNvSpPr txBox="1"/>
            <p:nvPr/>
          </p:nvSpPr>
          <p:spPr>
            <a:xfrm>
              <a:off x="1469522" y="2674109"/>
              <a:ext cx="1661993" cy="3231391"/>
            </a:xfrm>
            <a:prstGeom prst="rect">
              <a:avLst/>
            </a:prstGeom>
            <a:noFill/>
          </p:spPr>
          <p:txBody>
            <a:bodyPr vert="eaVert" wrap="square" rtlCol="0">
              <a:spAutoFit/>
            </a:bodyPr>
            <a:lstStyle/>
            <a:p>
              <a:pPr lvl="0">
                <a:lnSpc>
                  <a:spcPct val="200000"/>
                </a:lnSpc>
              </a:pPr>
              <a:r>
                <a:rPr lang="zh-CN" altLang="en-US" sz="1600">
                  <a:solidFill>
                    <a:schemeClr val="tx1">
                      <a:lumMod val="75000"/>
                      <a:lumOff val="25000"/>
                    </a:schemeClr>
                  </a:solidFill>
                  <a:cs typeface="+mn-ea"/>
                  <a:sym typeface="+mn-lt"/>
                </a:rPr>
                <a:t>点击输入标题点击输入相关标题。击输入标题点击输入相关标题。点击输入标题。</a:t>
              </a:r>
              <a:endParaRPr lang="en-US" altLang="zh-CN" sz="1600">
                <a:solidFill>
                  <a:schemeClr val="tx1">
                    <a:lumMod val="75000"/>
                    <a:lumOff val="25000"/>
                  </a:schemeClr>
                </a:solidFill>
                <a:cs typeface="+mn-ea"/>
                <a:sym typeface="+mn-lt"/>
              </a:endParaRPr>
            </a:p>
          </p:txBody>
        </p:sp>
        <p:sp>
          <p:nvSpPr>
            <p:cNvPr id="13" name="矩形 12"/>
            <p:cNvSpPr/>
            <p:nvPr/>
          </p:nvSpPr>
          <p:spPr>
            <a:xfrm>
              <a:off x="1431261" y="1542411"/>
              <a:ext cx="1624054" cy="4534539"/>
            </a:xfrm>
            <a:prstGeom prst="rect">
              <a:avLst/>
            </a:prstGeom>
            <a:noFill/>
            <a:ln>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cs typeface="+mn-ea"/>
                <a:sym typeface="+mn-lt"/>
              </a:endParaRPr>
            </a:p>
          </p:txBody>
        </p:sp>
        <p:sp>
          <p:nvSpPr>
            <p:cNvPr id="14" name="文本框 13"/>
            <p:cNvSpPr txBox="1"/>
            <p:nvPr/>
          </p:nvSpPr>
          <p:spPr>
            <a:xfrm>
              <a:off x="1781881" y="1588080"/>
              <a:ext cx="2490296" cy="923330"/>
            </a:xfrm>
            <a:prstGeom prst="rect">
              <a:avLst/>
            </a:prstGeom>
            <a:noFill/>
          </p:spPr>
          <p:txBody>
            <a:bodyPr wrap="square" rtlCol="0">
              <a:spAutoFit/>
            </a:bodyPr>
            <a:lstStyle/>
            <a:p>
              <a:r>
                <a:rPr lang="zh-CN" altLang="en-US" sz="5400" spc="-300">
                  <a:solidFill>
                    <a:schemeClr val="tx1">
                      <a:lumMod val="75000"/>
                      <a:lumOff val="25000"/>
                    </a:schemeClr>
                  </a:solidFill>
                  <a:cs typeface="+mn-ea"/>
                  <a:sym typeface="+mn-lt"/>
                </a:rPr>
                <a:t>叁</a:t>
              </a: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dur="5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nodeType="afterGroup">
                            <p:stCondLst>
                              <p:cond delay="500"/>
                            </p:stCondLst>
                            <p:childTnLst>
                              <p:par>
                                <p:cTn id="9" presetID="42" presetClass="entr" presetSubtype="0" dur="50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000"/>
                            </p:stCondLst>
                            <p:childTnLst>
                              <p:par>
                                <p:cTn id="15" presetID="42" presetClass="entr" presetSubtype="0" dur="50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1500"/>
                            </p:stCondLst>
                            <p:childTnLst>
                              <p:par>
                                <p:cTn id="21" presetID="42" presetClass="entr" presetSubtype="0" dur="50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anim calcmode="lin" valueType="num">
                                      <p:cBhvr>
                                        <p:cTn id="24" dur="500" fill="hold"/>
                                        <p:tgtEl>
                                          <p:spTgt spid="11"/>
                                        </p:tgtEl>
                                        <p:attrNameLst>
                                          <p:attrName>ppt_x</p:attrName>
                                        </p:attrNameLst>
                                      </p:cBhvr>
                                      <p:tavLst>
                                        <p:tav tm="0">
                                          <p:val>
                                            <p:strVal val="#ppt_x"/>
                                          </p:val>
                                        </p:tav>
                                        <p:tav tm="100000">
                                          <p:val>
                                            <p:strVal val="#ppt_x"/>
                                          </p:val>
                                        </p:tav>
                                      </p:tavLst>
                                    </p:anim>
                                    <p:anim calcmode="lin" valueType="num">
                                      <p:cBhvr>
                                        <p:cTn id="25"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24471" y="1875651"/>
            <a:ext cx="4462202" cy="3499997"/>
            <a:chOff x="1853492" y="2430588"/>
            <a:chExt cx="4462202" cy="3499997"/>
          </a:xfrm>
        </p:grpSpPr>
        <p:grpSp>
          <p:nvGrpSpPr>
            <p:cNvPr id="3" name="组合 2"/>
            <p:cNvGrpSpPr/>
            <p:nvPr/>
          </p:nvGrpSpPr>
          <p:grpSpPr>
            <a:xfrm>
              <a:off x="1853492" y="3141238"/>
              <a:ext cx="213434" cy="2261466"/>
              <a:chOff x="1853492" y="3141238"/>
              <a:chExt cx="213434" cy="2261466"/>
            </a:xfrm>
          </p:grpSpPr>
          <p:grpSp>
            <p:nvGrpSpPr>
              <p:cNvPr id="9" name="Group 5"/>
              <p:cNvGrpSpPr/>
              <p:nvPr/>
            </p:nvGrpSpPr>
            <p:grpSpPr>
              <a:xfrm>
                <a:off x="1853492" y="3141238"/>
                <a:ext cx="213434" cy="213434"/>
                <a:chOff x="702871" y="2529732"/>
                <a:chExt cx="335649" cy="335649"/>
              </a:xfrm>
            </p:grpSpPr>
            <p:sp>
              <p:nvSpPr>
                <p:cNvPr id="16" name="Freeform 5"/>
                <p:cNvSpPr>
                  <a:spLocks noEditPoints="1"/>
                </p:cNvSpPr>
                <p:nvPr/>
              </p:nvSpPr>
              <p:spPr bwMode="auto">
                <a:xfrm>
                  <a:off x="702871" y="2529732"/>
                  <a:ext cx="335649" cy="3356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rgbClr val="404040"/>
                    </a:solidFill>
                    <a:cs typeface="+mn-ea"/>
                    <a:sym typeface="+mn-lt"/>
                  </a:endParaRPr>
                </a:p>
              </p:txBody>
            </p:sp>
            <p:sp>
              <p:nvSpPr>
                <p:cNvPr id="17" name="Freeform 9"/>
                <p:cNvSpPr>
                  <a:spLocks noEditPoints="1"/>
                </p:cNvSpPr>
                <p:nvPr/>
              </p:nvSpPr>
              <p:spPr bwMode="auto">
                <a:xfrm>
                  <a:off x="766660" y="2619771"/>
                  <a:ext cx="199668" cy="151966"/>
                </a:xfrm>
                <a:custGeom>
                  <a:avLst/>
                  <a:gdLst>
                    <a:gd name="T0" fmla="*/ 129 w 153"/>
                    <a:gd name="T1" fmla="*/ 6 h 116"/>
                    <a:gd name="T2" fmla="*/ 51 w 153"/>
                    <a:gd name="T3" fmla="*/ 84 h 116"/>
                    <a:gd name="T4" fmla="*/ 24 w 153"/>
                    <a:gd name="T5" fmla="*/ 56 h 116"/>
                    <a:gd name="T6" fmla="*/ 5 w 153"/>
                    <a:gd name="T7" fmla="*/ 56 h 116"/>
                    <a:gd name="T8" fmla="*/ 5 w 153"/>
                    <a:gd name="T9" fmla="*/ 75 h 116"/>
                    <a:gd name="T10" fmla="*/ 42 w 153"/>
                    <a:gd name="T11" fmla="*/ 112 h 116"/>
                    <a:gd name="T12" fmla="*/ 43 w 153"/>
                    <a:gd name="T13" fmla="*/ 113 h 116"/>
                    <a:gd name="T14" fmla="*/ 51 w 153"/>
                    <a:gd name="T15" fmla="*/ 116 h 116"/>
                    <a:gd name="T16" fmla="*/ 61 w 153"/>
                    <a:gd name="T17" fmla="*/ 112 h 116"/>
                    <a:gd name="T18" fmla="*/ 148 w 153"/>
                    <a:gd name="T19" fmla="*/ 25 h 116"/>
                    <a:gd name="T20" fmla="*/ 148 w 153"/>
                    <a:gd name="T21" fmla="*/ 6 h 116"/>
                    <a:gd name="T22" fmla="*/ 129 w 153"/>
                    <a:gd name="T23" fmla="*/ 6 h 116"/>
                    <a:gd name="T24" fmla="*/ 129 w 153"/>
                    <a:gd name="T25" fmla="*/ 6 h 116"/>
                    <a:gd name="T26" fmla="*/ 129 w 153"/>
                    <a:gd name="T27" fmla="*/ 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3" h="115">
                      <a:moveTo>
                        <a:pt x="129" y="6"/>
                      </a:moveTo>
                      <a:cubicBezTo>
                        <a:pt x="51" y="84"/>
                        <a:pt x="51" y="84"/>
                        <a:pt x="51" y="84"/>
                      </a:cubicBezTo>
                      <a:cubicBezTo>
                        <a:pt x="24" y="56"/>
                        <a:pt x="24" y="56"/>
                        <a:pt x="24" y="56"/>
                      </a:cubicBezTo>
                      <a:cubicBezTo>
                        <a:pt x="19" y="51"/>
                        <a:pt x="10" y="51"/>
                        <a:pt x="5" y="56"/>
                      </a:cubicBezTo>
                      <a:cubicBezTo>
                        <a:pt x="0" y="61"/>
                        <a:pt x="0" y="70"/>
                        <a:pt x="5" y="75"/>
                      </a:cubicBezTo>
                      <a:cubicBezTo>
                        <a:pt x="42" y="112"/>
                        <a:pt x="42" y="112"/>
                        <a:pt x="42" y="112"/>
                      </a:cubicBezTo>
                      <a:cubicBezTo>
                        <a:pt x="42" y="112"/>
                        <a:pt x="43" y="113"/>
                        <a:pt x="43" y="113"/>
                      </a:cubicBezTo>
                      <a:cubicBezTo>
                        <a:pt x="45" y="115"/>
                        <a:pt x="48" y="116"/>
                        <a:pt x="51" y="116"/>
                      </a:cubicBezTo>
                      <a:cubicBezTo>
                        <a:pt x="55" y="116"/>
                        <a:pt x="58" y="115"/>
                        <a:pt x="61" y="112"/>
                      </a:cubicBezTo>
                      <a:cubicBezTo>
                        <a:pt x="148" y="25"/>
                        <a:pt x="148" y="25"/>
                        <a:pt x="148" y="25"/>
                      </a:cubicBezTo>
                      <a:cubicBezTo>
                        <a:pt x="153" y="19"/>
                        <a:pt x="153" y="11"/>
                        <a:pt x="148" y="6"/>
                      </a:cubicBezTo>
                      <a:cubicBezTo>
                        <a:pt x="143" y="0"/>
                        <a:pt x="135" y="1"/>
                        <a:pt x="129" y="6"/>
                      </a:cubicBezTo>
                      <a:close/>
                      <a:moveTo>
                        <a:pt x="129" y="6"/>
                      </a:moveTo>
                      <a:cubicBezTo>
                        <a:pt x="129" y="6"/>
                        <a:pt x="129" y="6"/>
                        <a:pt x="129" y="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u="none" strike="noStrike" kern="1200" cap="none" spc="0" normalizeH="0" baseline="0" noProof="0">
                    <a:ln>
                      <a:noFill/>
                    </a:ln>
                    <a:solidFill>
                      <a:srgbClr val="404040"/>
                    </a:solidFill>
                    <a:effectLst/>
                    <a:uLnTx/>
                    <a:uFillTx/>
                    <a:cs typeface="+mn-ea"/>
                    <a:sym typeface="+mn-lt"/>
                  </a:endParaRPr>
                </a:p>
              </p:txBody>
            </p:sp>
          </p:grpSp>
          <p:grpSp>
            <p:nvGrpSpPr>
              <p:cNvPr id="10" name="Group 6"/>
              <p:cNvGrpSpPr/>
              <p:nvPr/>
            </p:nvGrpSpPr>
            <p:grpSpPr>
              <a:xfrm>
                <a:off x="1853492" y="4157999"/>
                <a:ext cx="213434" cy="213434"/>
                <a:chOff x="702871" y="3640996"/>
                <a:chExt cx="335649" cy="335649"/>
              </a:xfrm>
            </p:grpSpPr>
            <p:sp>
              <p:nvSpPr>
                <p:cNvPr id="14" name="Freeform 5"/>
                <p:cNvSpPr>
                  <a:spLocks noEditPoints="1"/>
                </p:cNvSpPr>
                <p:nvPr/>
              </p:nvSpPr>
              <p:spPr bwMode="auto">
                <a:xfrm>
                  <a:off x="702871" y="3640996"/>
                  <a:ext cx="335649" cy="3356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rgbClr val="404040"/>
                    </a:solidFill>
                    <a:cs typeface="+mn-ea"/>
                    <a:sym typeface="+mn-lt"/>
                  </a:endParaRPr>
                </a:p>
              </p:txBody>
            </p:sp>
            <p:sp>
              <p:nvSpPr>
                <p:cNvPr id="15" name="Freeform 9"/>
                <p:cNvSpPr>
                  <a:spLocks noEditPoints="1"/>
                </p:cNvSpPr>
                <p:nvPr/>
              </p:nvSpPr>
              <p:spPr bwMode="auto">
                <a:xfrm>
                  <a:off x="766659" y="3727276"/>
                  <a:ext cx="199668" cy="151966"/>
                </a:xfrm>
                <a:custGeom>
                  <a:avLst/>
                  <a:gdLst>
                    <a:gd name="T0" fmla="*/ 129 w 153"/>
                    <a:gd name="T1" fmla="*/ 6 h 116"/>
                    <a:gd name="T2" fmla="*/ 51 w 153"/>
                    <a:gd name="T3" fmla="*/ 84 h 116"/>
                    <a:gd name="T4" fmla="*/ 24 w 153"/>
                    <a:gd name="T5" fmla="*/ 56 h 116"/>
                    <a:gd name="T6" fmla="*/ 5 w 153"/>
                    <a:gd name="T7" fmla="*/ 56 h 116"/>
                    <a:gd name="T8" fmla="*/ 5 w 153"/>
                    <a:gd name="T9" fmla="*/ 75 h 116"/>
                    <a:gd name="T10" fmla="*/ 42 w 153"/>
                    <a:gd name="T11" fmla="*/ 112 h 116"/>
                    <a:gd name="T12" fmla="*/ 43 w 153"/>
                    <a:gd name="T13" fmla="*/ 113 h 116"/>
                    <a:gd name="T14" fmla="*/ 51 w 153"/>
                    <a:gd name="T15" fmla="*/ 116 h 116"/>
                    <a:gd name="T16" fmla="*/ 61 w 153"/>
                    <a:gd name="T17" fmla="*/ 112 h 116"/>
                    <a:gd name="T18" fmla="*/ 148 w 153"/>
                    <a:gd name="T19" fmla="*/ 25 h 116"/>
                    <a:gd name="T20" fmla="*/ 148 w 153"/>
                    <a:gd name="T21" fmla="*/ 6 h 116"/>
                    <a:gd name="T22" fmla="*/ 129 w 153"/>
                    <a:gd name="T23" fmla="*/ 6 h 116"/>
                    <a:gd name="T24" fmla="*/ 129 w 153"/>
                    <a:gd name="T25" fmla="*/ 6 h 116"/>
                    <a:gd name="T26" fmla="*/ 129 w 153"/>
                    <a:gd name="T27" fmla="*/ 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3" h="115">
                      <a:moveTo>
                        <a:pt x="129" y="6"/>
                      </a:moveTo>
                      <a:cubicBezTo>
                        <a:pt x="51" y="84"/>
                        <a:pt x="51" y="84"/>
                        <a:pt x="51" y="84"/>
                      </a:cubicBezTo>
                      <a:cubicBezTo>
                        <a:pt x="24" y="56"/>
                        <a:pt x="24" y="56"/>
                        <a:pt x="24" y="56"/>
                      </a:cubicBezTo>
                      <a:cubicBezTo>
                        <a:pt x="19" y="51"/>
                        <a:pt x="10" y="51"/>
                        <a:pt x="5" y="56"/>
                      </a:cubicBezTo>
                      <a:cubicBezTo>
                        <a:pt x="0" y="61"/>
                        <a:pt x="0" y="70"/>
                        <a:pt x="5" y="75"/>
                      </a:cubicBezTo>
                      <a:cubicBezTo>
                        <a:pt x="42" y="112"/>
                        <a:pt x="42" y="112"/>
                        <a:pt x="42" y="112"/>
                      </a:cubicBezTo>
                      <a:cubicBezTo>
                        <a:pt x="42" y="112"/>
                        <a:pt x="43" y="113"/>
                        <a:pt x="43" y="113"/>
                      </a:cubicBezTo>
                      <a:cubicBezTo>
                        <a:pt x="45" y="115"/>
                        <a:pt x="48" y="116"/>
                        <a:pt x="51" y="116"/>
                      </a:cubicBezTo>
                      <a:cubicBezTo>
                        <a:pt x="55" y="116"/>
                        <a:pt x="58" y="115"/>
                        <a:pt x="61" y="112"/>
                      </a:cubicBezTo>
                      <a:cubicBezTo>
                        <a:pt x="148" y="25"/>
                        <a:pt x="148" y="25"/>
                        <a:pt x="148" y="25"/>
                      </a:cubicBezTo>
                      <a:cubicBezTo>
                        <a:pt x="153" y="19"/>
                        <a:pt x="153" y="11"/>
                        <a:pt x="148" y="6"/>
                      </a:cubicBezTo>
                      <a:cubicBezTo>
                        <a:pt x="143" y="0"/>
                        <a:pt x="135" y="1"/>
                        <a:pt x="129" y="6"/>
                      </a:cubicBezTo>
                      <a:close/>
                      <a:moveTo>
                        <a:pt x="129" y="6"/>
                      </a:moveTo>
                      <a:cubicBezTo>
                        <a:pt x="129" y="6"/>
                        <a:pt x="129" y="6"/>
                        <a:pt x="129" y="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u="none" strike="noStrike" kern="1200" cap="none" spc="0" normalizeH="0" baseline="0" noProof="0">
                    <a:ln>
                      <a:noFill/>
                    </a:ln>
                    <a:solidFill>
                      <a:srgbClr val="404040"/>
                    </a:solidFill>
                    <a:effectLst/>
                    <a:uLnTx/>
                    <a:uFillTx/>
                    <a:cs typeface="+mn-ea"/>
                    <a:sym typeface="+mn-lt"/>
                  </a:endParaRPr>
                </a:p>
              </p:txBody>
            </p:sp>
          </p:grpSp>
          <p:grpSp>
            <p:nvGrpSpPr>
              <p:cNvPr id="11" name="Group 7"/>
              <p:cNvGrpSpPr/>
              <p:nvPr/>
            </p:nvGrpSpPr>
            <p:grpSpPr>
              <a:xfrm>
                <a:off x="1853492" y="5189270"/>
                <a:ext cx="213434" cy="213434"/>
                <a:chOff x="702873" y="4818785"/>
                <a:chExt cx="335650" cy="335649"/>
              </a:xfrm>
            </p:grpSpPr>
            <p:sp>
              <p:nvSpPr>
                <p:cNvPr id="12" name="Freeform 5"/>
                <p:cNvSpPr>
                  <a:spLocks noEditPoints="1"/>
                </p:cNvSpPr>
                <p:nvPr/>
              </p:nvSpPr>
              <p:spPr bwMode="auto">
                <a:xfrm>
                  <a:off x="702873" y="4818785"/>
                  <a:ext cx="335650" cy="3356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rgbClr val="404040"/>
                    </a:solidFill>
                    <a:cs typeface="+mn-ea"/>
                    <a:sym typeface="+mn-lt"/>
                  </a:endParaRPr>
                </a:p>
              </p:txBody>
            </p:sp>
            <p:sp>
              <p:nvSpPr>
                <p:cNvPr id="13" name="Freeform 9"/>
                <p:cNvSpPr>
                  <a:spLocks noEditPoints="1"/>
                </p:cNvSpPr>
                <p:nvPr/>
              </p:nvSpPr>
              <p:spPr bwMode="auto">
                <a:xfrm>
                  <a:off x="766658" y="4906227"/>
                  <a:ext cx="199667" cy="151966"/>
                </a:xfrm>
                <a:custGeom>
                  <a:avLst/>
                  <a:gdLst>
                    <a:gd name="T0" fmla="*/ 129 w 153"/>
                    <a:gd name="T1" fmla="*/ 6 h 116"/>
                    <a:gd name="T2" fmla="*/ 51 w 153"/>
                    <a:gd name="T3" fmla="*/ 84 h 116"/>
                    <a:gd name="T4" fmla="*/ 24 w 153"/>
                    <a:gd name="T5" fmla="*/ 56 h 116"/>
                    <a:gd name="T6" fmla="*/ 5 w 153"/>
                    <a:gd name="T7" fmla="*/ 56 h 116"/>
                    <a:gd name="T8" fmla="*/ 5 w 153"/>
                    <a:gd name="T9" fmla="*/ 75 h 116"/>
                    <a:gd name="T10" fmla="*/ 42 w 153"/>
                    <a:gd name="T11" fmla="*/ 112 h 116"/>
                    <a:gd name="T12" fmla="*/ 43 w 153"/>
                    <a:gd name="T13" fmla="*/ 113 h 116"/>
                    <a:gd name="T14" fmla="*/ 51 w 153"/>
                    <a:gd name="T15" fmla="*/ 116 h 116"/>
                    <a:gd name="T16" fmla="*/ 61 w 153"/>
                    <a:gd name="T17" fmla="*/ 112 h 116"/>
                    <a:gd name="T18" fmla="*/ 148 w 153"/>
                    <a:gd name="T19" fmla="*/ 25 h 116"/>
                    <a:gd name="T20" fmla="*/ 148 w 153"/>
                    <a:gd name="T21" fmla="*/ 6 h 116"/>
                    <a:gd name="T22" fmla="*/ 129 w 153"/>
                    <a:gd name="T23" fmla="*/ 6 h 116"/>
                    <a:gd name="T24" fmla="*/ 129 w 153"/>
                    <a:gd name="T25" fmla="*/ 6 h 116"/>
                    <a:gd name="T26" fmla="*/ 129 w 153"/>
                    <a:gd name="T27" fmla="*/ 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3" h="115">
                      <a:moveTo>
                        <a:pt x="129" y="6"/>
                      </a:moveTo>
                      <a:cubicBezTo>
                        <a:pt x="51" y="84"/>
                        <a:pt x="51" y="84"/>
                        <a:pt x="51" y="84"/>
                      </a:cubicBezTo>
                      <a:cubicBezTo>
                        <a:pt x="24" y="56"/>
                        <a:pt x="24" y="56"/>
                        <a:pt x="24" y="56"/>
                      </a:cubicBezTo>
                      <a:cubicBezTo>
                        <a:pt x="19" y="51"/>
                        <a:pt x="10" y="51"/>
                        <a:pt x="5" y="56"/>
                      </a:cubicBezTo>
                      <a:cubicBezTo>
                        <a:pt x="0" y="61"/>
                        <a:pt x="0" y="70"/>
                        <a:pt x="5" y="75"/>
                      </a:cubicBezTo>
                      <a:cubicBezTo>
                        <a:pt x="42" y="112"/>
                        <a:pt x="42" y="112"/>
                        <a:pt x="42" y="112"/>
                      </a:cubicBezTo>
                      <a:cubicBezTo>
                        <a:pt x="42" y="112"/>
                        <a:pt x="43" y="113"/>
                        <a:pt x="43" y="113"/>
                      </a:cubicBezTo>
                      <a:cubicBezTo>
                        <a:pt x="45" y="115"/>
                        <a:pt x="48" y="116"/>
                        <a:pt x="51" y="116"/>
                      </a:cubicBezTo>
                      <a:cubicBezTo>
                        <a:pt x="55" y="116"/>
                        <a:pt x="58" y="115"/>
                        <a:pt x="61" y="112"/>
                      </a:cubicBezTo>
                      <a:cubicBezTo>
                        <a:pt x="148" y="25"/>
                        <a:pt x="148" y="25"/>
                        <a:pt x="148" y="25"/>
                      </a:cubicBezTo>
                      <a:cubicBezTo>
                        <a:pt x="153" y="19"/>
                        <a:pt x="153" y="11"/>
                        <a:pt x="148" y="6"/>
                      </a:cubicBezTo>
                      <a:cubicBezTo>
                        <a:pt x="143" y="0"/>
                        <a:pt x="135" y="1"/>
                        <a:pt x="129" y="6"/>
                      </a:cubicBezTo>
                      <a:close/>
                      <a:moveTo>
                        <a:pt x="129" y="6"/>
                      </a:moveTo>
                      <a:cubicBezTo>
                        <a:pt x="129" y="6"/>
                        <a:pt x="129" y="6"/>
                        <a:pt x="129" y="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u="none" strike="noStrike" kern="1200" cap="none" spc="0" normalizeH="0" baseline="0" noProof="0">
                    <a:ln>
                      <a:noFill/>
                    </a:ln>
                    <a:solidFill>
                      <a:srgbClr val="404040"/>
                    </a:solidFill>
                    <a:effectLst/>
                    <a:uLnTx/>
                    <a:uFillTx/>
                    <a:cs typeface="+mn-ea"/>
                    <a:sym typeface="+mn-lt"/>
                  </a:endParaRPr>
                </a:p>
              </p:txBody>
            </p:sp>
          </p:grpSp>
        </p:grpSp>
        <p:grpSp>
          <p:nvGrpSpPr>
            <p:cNvPr id="4" name="组合 3"/>
            <p:cNvGrpSpPr/>
            <p:nvPr/>
          </p:nvGrpSpPr>
          <p:grpSpPr>
            <a:xfrm>
              <a:off x="2273300" y="2430588"/>
              <a:ext cx="4042394" cy="3499997"/>
              <a:chOff x="1825625" y="2087688"/>
              <a:chExt cx="4042394" cy="3499997"/>
            </a:xfrm>
          </p:grpSpPr>
          <p:sp>
            <p:nvSpPr>
              <p:cNvPr id="5" name="矩形 3"/>
              <p:cNvSpPr>
                <a:spLocks noChangeArrowheads="1"/>
              </p:cNvSpPr>
              <p:nvPr/>
            </p:nvSpPr>
            <p:spPr bwMode="auto">
              <a:xfrm>
                <a:off x="1884619" y="2087688"/>
                <a:ext cx="1085861" cy="438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3" tIns="34287" rIns="68573" bIns="34287">
                <a:spAutoFit/>
              </a:bodyPr>
              <a:lstStyle/>
              <a:p>
                <a:pPr defTabSz="457200">
                  <a:spcBef>
                    <a:spcPct val="0"/>
                  </a:spcBef>
                </a:pPr>
                <a:r>
                  <a:rPr lang="zh-CN" altLang="en-US" sz="2400" b="1">
                    <a:solidFill>
                      <a:srgbClr val="404040"/>
                    </a:solidFill>
                    <a:cs typeface="+mn-ea"/>
                    <a:sym typeface="+mn-lt"/>
                  </a:rPr>
                  <a:t>小标题</a:t>
                </a:r>
              </a:p>
            </p:txBody>
          </p:sp>
          <p:sp>
            <p:nvSpPr>
              <p:cNvPr id="6" name="文本框 5"/>
              <p:cNvSpPr txBox="1"/>
              <p:nvPr/>
            </p:nvSpPr>
            <p:spPr>
              <a:xfrm>
                <a:off x="1825625" y="2620221"/>
                <a:ext cx="4042394" cy="795795"/>
              </a:xfrm>
              <a:prstGeom prst="rect">
                <a:avLst/>
              </a:prstGeom>
              <a:noFill/>
            </p:spPr>
            <p:txBody>
              <a:bodyPr wrap="square">
                <a:spAutoFit/>
              </a:bodyPr>
              <a:lstStyle/>
              <a:p>
                <a:pPr fontAlgn="base">
                  <a:lnSpc>
                    <a:spcPct val="150000"/>
                  </a:lnSpc>
                  <a:spcBef>
                    <a:spcPct val="0"/>
                  </a:spcBef>
                  <a:spcAft>
                    <a:spcPct val="0"/>
                  </a:spcAft>
                  <a:defRPr/>
                </a:pPr>
                <a:r>
                  <a:rPr lang="zh-CN" altLang="en-US" sz="1600">
                    <a:solidFill>
                      <a:srgbClr val="404040"/>
                    </a:solidFill>
                    <a:cs typeface="+mn-ea"/>
                    <a:sym typeface="+mn-lt"/>
                  </a:rPr>
                  <a:t>可根据实际情况调整文本框大小，或者字体的大小。</a:t>
                </a:r>
                <a:endParaRPr lang="en-US" altLang="zh-CN" sz="1600">
                  <a:solidFill>
                    <a:srgbClr val="404040"/>
                  </a:solidFill>
                  <a:cs typeface="+mn-ea"/>
                  <a:sym typeface="+mn-lt"/>
                </a:endParaRPr>
              </a:p>
            </p:txBody>
          </p:sp>
          <p:sp>
            <p:nvSpPr>
              <p:cNvPr id="7" name="文本框 6"/>
              <p:cNvSpPr txBox="1"/>
              <p:nvPr/>
            </p:nvSpPr>
            <p:spPr>
              <a:xfrm>
                <a:off x="1825625" y="3728296"/>
                <a:ext cx="4042394" cy="795795"/>
              </a:xfrm>
              <a:prstGeom prst="rect">
                <a:avLst/>
              </a:prstGeom>
              <a:noFill/>
            </p:spPr>
            <p:txBody>
              <a:bodyPr wrap="square">
                <a:spAutoFit/>
              </a:bodyPr>
              <a:lstStyle/>
              <a:p>
                <a:pPr fontAlgn="base">
                  <a:lnSpc>
                    <a:spcPct val="150000"/>
                  </a:lnSpc>
                  <a:spcBef>
                    <a:spcPct val="0"/>
                  </a:spcBef>
                  <a:spcAft>
                    <a:spcPct val="0"/>
                  </a:spcAft>
                  <a:defRPr/>
                </a:pPr>
                <a:r>
                  <a:rPr lang="zh-CN" altLang="en-US" sz="1600">
                    <a:solidFill>
                      <a:srgbClr val="404040"/>
                    </a:solidFill>
                    <a:cs typeface="+mn-ea"/>
                    <a:sym typeface="+mn-lt"/>
                  </a:rPr>
                  <a:t>语言尽可能精炼，可根据实际情况调整文本框大小，或者字体的大小。</a:t>
                </a:r>
                <a:endParaRPr lang="en-US" altLang="zh-CN" sz="1600">
                  <a:solidFill>
                    <a:srgbClr val="404040"/>
                  </a:solidFill>
                  <a:cs typeface="+mn-ea"/>
                  <a:sym typeface="+mn-lt"/>
                </a:endParaRPr>
              </a:p>
            </p:txBody>
          </p:sp>
          <p:sp>
            <p:nvSpPr>
              <p:cNvPr id="8" name="文本框 7"/>
              <p:cNvSpPr txBox="1"/>
              <p:nvPr/>
            </p:nvSpPr>
            <p:spPr>
              <a:xfrm>
                <a:off x="1825625" y="4791890"/>
                <a:ext cx="4042394" cy="795795"/>
              </a:xfrm>
              <a:prstGeom prst="rect">
                <a:avLst/>
              </a:prstGeom>
              <a:noFill/>
            </p:spPr>
            <p:txBody>
              <a:bodyPr wrap="square">
                <a:spAutoFit/>
              </a:bodyPr>
              <a:lstStyle/>
              <a:p>
                <a:pPr fontAlgn="base">
                  <a:lnSpc>
                    <a:spcPct val="150000"/>
                  </a:lnSpc>
                  <a:spcBef>
                    <a:spcPct val="0"/>
                  </a:spcBef>
                  <a:spcAft>
                    <a:spcPct val="0"/>
                  </a:spcAft>
                  <a:defRPr/>
                </a:pPr>
                <a:r>
                  <a:rPr lang="zh-CN" altLang="en-US" sz="1600">
                    <a:solidFill>
                      <a:srgbClr val="404040"/>
                    </a:solidFill>
                    <a:cs typeface="+mn-ea"/>
                    <a:sym typeface="+mn-lt"/>
                  </a:rPr>
                  <a:t>可根据实际情况调整文本框大小，或者字体的大小。</a:t>
                </a:r>
                <a:endParaRPr lang="en-US" altLang="zh-CN" sz="1600">
                  <a:solidFill>
                    <a:srgbClr val="404040"/>
                  </a:solidFill>
                  <a:cs typeface="+mn-ea"/>
                  <a:sym typeface="+mn-lt"/>
                </a:endParaRPr>
              </a:p>
            </p:txBody>
          </p:sp>
        </p:grpSp>
      </p:grpSp>
      <p:sp>
        <p:nvSpPr>
          <p:cNvPr id="18" name="矩形: 圆角 17"/>
          <p:cNvSpPr/>
          <p:nvPr/>
        </p:nvSpPr>
        <p:spPr>
          <a:xfrm>
            <a:off x="2939723" y="2009242"/>
            <a:ext cx="1141015" cy="3282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i="1">
                <a:solidFill>
                  <a:srgbClr val="FFFFFF"/>
                </a:solidFill>
                <a:cs typeface="+mn-ea"/>
                <a:sym typeface="+mn-lt"/>
              </a:rPr>
              <a:t>NO-01</a:t>
            </a:r>
            <a:endParaRPr lang="zh-CN" altLang="en-US" i="1">
              <a:solidFill>
                <a:srgbClr val="FFFFFF"/>
              </a:solidFill>
              <a:cs typeface="+mn-ea"/>
              <a:sym typeface="+mn-lt"/>
            </a:endParaRPr>
          </a:p>
        </p:txBody>
      </p:sp>
      <p:grpSp>
        <p:nvGrpSpPr>
          <p:cNvPr id="19" name="组合 18"/>
          <p:cNvGrpSpPr/>
          <p:nvPr/>
        </p:nvGrpSpPr>
        <p:grpSpPr>
          <a:xfrm>
            <a:off x="6768928" y="1875651"/>
            <a:ext cx="4462202" cy="3499997"/>
            <a:chOff x="1853492" y="2430588"/>
            <a:chExt cx="4462202" cy="3499997"/>
          </a:xfrm>
        </p:grpSpPr>
        <p:grpSp>
          <p:nvGrpSpPr>
            <p:cNvPr id="20" name="组合 19"/>
            <p:cNvGrpSpPr/>
            <p:nvPr/>
          </p:nvGrpSpPr>
          <p:grpSpPr>
            <a:xfrm>
              <a:off x="1853492" y="3141238"/>
              <a:ext cx="213434" cy="2261466"/>
              <a:chOff x="1853492" y="3141238"/>
              <a:chExt cx="213434" cy="2261466"/>
            </a:xfrm>
          </p:grpSpPr>
          <p:grpSp>
            <p:nvGrpSpPr>
              <p:cNvPr id="26" name="Group 5"/>
              <p:cNvGrpSpPr/>
              <p:nvPr/>
            </p:nvGrpSpPr>
            <p:grpSpPr>
              <a:xfrm>
                <a:off x="1853492" y="3141238"/>
                <a:ext cx="213434" cy="213434"/>
                <a:chOff x="702871" y="2529732"/>
                <a:chExt cx="335649" cy="335649"/>
              </a:xfrm>
            </p:grpSpPr>
            <p:sp>
              <p:nvSpPr>
                <p:cNvPr id="33" name="Freeform 5"/>
                <p:cNvSpPr>
                  <a:spLocks noEditPoints="1"/>
                </p:cNvSpPr>
                <p:nvPr/>
              </p:nvSpPr>
              <p:spPr bwMode="auto">
                <a:xfrm>
                  <a:off x="702871" y="2529732"/>
                  <a:ext cx="335649" cy="3356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rgbClr val="404040"/>
                    </a:solidFill>
                    <a:cs typeface="+mn-ea"/>
                    <a:sym typeface="+mn-lt"/>
                  </a:endParaRPr>
                </a:p>
              </p:txBody>
            </p:sp>
            <p:sp>
              <p:nvSpPr>
                <p:cNvPr id="34" name="Freeform 9"/>
                <p:cNvSpPr>
                  <a:spLocks noEditPoints="1"/>
                </p:cNvSpPr>
                <p:nvPr/>
              </p:nvSpPr>
              <p:spPr bwMode="auto">
                <a:xfrm>
                  <a:off x="766660" y="2619771"/>
                  <a:ext cx="199668" cy="151966"/>
                </a:xfrm>
                <a:custGeom>
                  <a:avLst/>
                  <a:gdLst>
                    <a:gd name="T0" fmla="*/ 129 w 153"/>
                    <a:gd name="T1" fmla="*/ 6 h 116"/>
                    <a:gd name="T2" fmla="*/ 51 w 153"/>
                    <a:gd name="T3" fmla="*/ 84 h 116"/>
                    <a:gd name="T4" fmla="*/ 24 w 153"/>
                    <a:gd name="T5" fmla="*/ 56 h 116"/>
                    <a:gd name="T6" fmla="*/ 5 w 153"/>
                    <a:gd name="T7" fmla="*/ 56 h 116"/>
                    <a:gd name="T8" fmla="*/ 5 w 153"/>
                    <a:gd name="T9" fmla="*/ 75 h 116"/>
                    <a:gd name="T10" fmla="*/ 42 w 153"/>
                    <a:gd name="T11" fmla="*/ 112 h 116"/>
                    <a:gd name="T12" fmla="*/ 43 w 153"/>
                    <a:gd name="T13" fmla="*/ 113 h 116"/>
                    <a:gd name="T14" fmla="*/ 51 w 153"/>
                    <a:gd name="T15" fmla="*/ 116 h 116"/>
                    <a:gd name="T16" fmla="*/ 61 w 153"/>
                    <a:gd name="T17" fmla="*/ 112 h 116"/>
                    <a:gd name="T18" fmla="*/ 148 w 153"/>
                    <a:gd name="T19" fmla="*/ 25 h 116"/>
                    <a:gd name="T20" fmla="*/ 148 w 153"/>
                    <a:gd name="T21" fmla="*/ 6 h 116"/>
                    <a:gd name="T22" fmla="*/ 129 w 153"/>
                    <a:gd name="T23" fmla="*/ 6 h 116"/>
                    <a:gd name="T24" fmla="*/ 129 w 153"/>
                    <a:gd name="T25" fmla="*/ 6 h 116"/>
                    <a:gd name="T26" fmla="*/ 129 w 153"/>
                    <a:gd name="T27" fmla="*/ 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3" h="115">
                      <a:moveTo>
                        <a:pt x="129" y="6"/>
                      </a:moveTo>
                      <a:cubicBezTo>
                        <a:pt x="51" y="84"/>
                        <a:pt x="51" y="84"/>
                        <a:pt x="51" y="84"/>
                      </a:cubicBezTo>
                      <a:cubicBezTo>
                        <a:pt x="24" y="56"/>
                        <a:pt x="24" y="56"/>
                        <a:pt x="24" y="56"/>
                      </a:cubicBezTo>
                      <a:cubicBezTo>
                        <a:pt x="19" y="51"/>
                        <a:pt x="10" y="51"/>
                        <a:pt x="5" y="56"/>
                      </a:cubicBezTo>
                      <a:cubicBezTo>
                        <a:pt x="0" y="61"/>
                        <a:pt x="0" y="70"/>
                        <a:pt x="5" y="75"/>
                      </a:cubicBezTo>
                      <a:cubicBezTo>
                        <a:pt x="42" y="112"/>
                        <a:pt x="42" y="112"/>
                        <a:pt x="42" y="112"/>
                      </a:cubicBezTo>
                      <a:cubicBezTo>
                        <a:pt x="42" y="112"/>
                        <a:pt x="43" y="113"/>
                        <a:pt x="43" y="113"/>
                      </a:cubicBezTo>
                      <a:cubicBezTo>
                        <a:pt x="45" y="115"/>
                        <a:pt x="48" y="116"/>
                        <a:pt x="51" y="116"/>
                      </a:cubicBezTo>
                      <a:cubicBezTo>
                        <a:pt x="55" y="116"/>
                        <a:pt x="58" y="115"/>
                        <a:pt x="61" y="112"/>
                      </a:cubicBezTo>
                      <a:cubicBezTo>
                        <a:pt x="148" y="25"/>
                        <a:pt x="148" y="25"/>
                        <a:pt x="148" y="25"/>
                      </a:cubicBezTo>
                      <a:cubicBezTo>
                        <a:pt x="153" y="19"/>
                        <a:pt x="153" y="11"/>
                        <a:pt x="148" y="6"/>
                      </a:cubicBezTo>
                      <a:cubicBezTo>
                        <a:pt x="143" y="0"/>
                        <a:pt x="135" y="1"/>
                        <a:pt x="129" y="6"/>
                      </a:cubicBezTo>
                      <a:close/>
                      <a:moveTo>
                        <a:pt x="129" y="6"/>
                      </a:moveTo>
                      <a:cubicBezTo>
                        <a:pt x="129" y="6"/>
                        <a:pt x="129" y="6"/>
                        <a:pt x="129" y="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u="none" strike="noStrike" kern="1200" cap="none" spc="0" normalizeH="0" baseline="0" noProof="0">
                    <a:ln>
                      <a:noFill/>
                    </a:ln>
                    <a:solidFill>
                      <a:srgbClr val="404040"/>
                    </a:solidFill>
                    <a:effectLst/>
                    <a:uLnTx/>
                    <a:uFillTx/>
                    <a:cs typeface="+mn-ea"/>
                    <a:sym typeface="+mn-lt"/>
                  </a:endParaRPr>
                </a:p>
              </p:txBody>
            </p:sp>
          </p:grpSp>
          <p:grpSp>
            <p:nvGrpSpPr>
              <p:cNvPr id="27" name="Group 6"/>
              <p:cNvGrpSpPr/>
              <p:nvPr/>
            </p:nvGrpSpPr>
            <p:grpSpPr>
              <a:xfrm>
                <a:off x="1853492" y="4157999"/>
                <a:ext cx="213434" cy="213434"/>
                <a:chOff x="702871" y="3640996"/>
                <a:chExt cx="335649" cy="335649"/>
              </a:xfrm>
            </p:grpSpPr>
            <p:sp>
              <p:nvSpPr>
                <p:cNvPr id="31" name="Freeform 5"/>
                <p:cNvSpPr>
                  <a:spLocks noEditPoints="1"/>
                </p:cNvSpPr>
                <p:nvPr/>
              </p:nvSpPr>
              <p:spPr bwMode="auto">
                <a:xfrm>
                  <a:off x="702871" y="3640996"/>
                  <a:ext cx="335649" cy="3356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rgbClr val="404040"/>
                    </a:solidFill>
                    <a:cs typeface="+mn-ea"/>
                    <a:sym typeface="+mn-lt"/>
                  </a:endParaRPr>
                </a:p>
              </p:txBody>
            </p:sp>
            <p:sp>
              <p:nvSpPr>
                <p:cNvPr id="32" name="Freeform 9"/>
                <p:cNvSpPr>
                  <a:spLocks noEditPoints="1"/>
                </p:cNvSpPr>
                <p:nvPr/>
              </p:nvSpPr>
              <p:spPr bwMode="auto">
                <a:xfrm>
                  <a:off x="766659" y="3727276"/>
                  <a:ext cx="199668" cy="151966"/>
                </a:xfrm>
                <a:custGeom>
                  <a:avLst/>
                  <a:gdLst>
                    <a:gd name="T0" fmla="*/ 129 w 153"/>
                    <a:gd name="T1" fmla="*/ 6 h 116"/>
                    <a:gd name="T2" fmla="*/ 51 w 153"/>
                    <a:gd name="T3" fmla="*/ 84 h 116"/>
                    <a:gd name="T4" fmla="*/ 24 w 153"/>
                    <a:gd name="T5" fmla="*/ 56 h 116"/>
                    <a:gd name="T6" fmla="*/ 5 w 153"/>
                    <a:gd name="T7" fmla="*/ 56 h 116"/>
                    <a:gd name="T8" fmla="*/ 5 w 153"/>
                    <a:gd name="T9" fmla="*/ 75 h 116"/>
                    <a:gd name="T10" fmla="*/ 42 w 153"/>
                    <a:gd name="T11" fmla="*/ 112 h 116"/>
                    <a:gd name="T12" fmla="*/ 43 w 153"/>
                    <a:gd name="T13" fmla="*/ 113 h 116"/>
                    <a:gd name="T14" fmla="*/ 51 w 153"/>
                    <a:gd name="T15" fmla="*/ 116 h 116"/>
                    <a:gd name="T16" fmla="*/ 61 w 153"/>
                    <a:gd name="T17" fmla="*/ 112 h 116"/>
                    <a:gd name="T18" fmla="*/ 148 w 153"/>
                    <a:gd name="T19" fmla="*/ 25 h 116"/>
                    <a:gd name="T20" fmla="*/ 148 w 153"/>
                    <a:gd name="T21" fmla="*/ 6 h 116"/>
                    <a:gd name="T22" fmla="*/ 129 w 153"/>
                    <a:gd name="T23" fmla="*/ 6 h 116"/>
                    <a:gd name="T24" fmla="*/ 129 w 153"/>
                    <a:gd name="T25" fmla="*/ 6 h 116"/>
                    <a:gd name="T26" fmla="*/ 129 w 153"/>
                    <a:gd name="T27" fmla="*/ 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3" h="115">
                      <a:moveTo>
                        <a:pt x="129" y="6"/>
                      </a:moveTo>
                      <a:cubicBezTo>
                        <a:pt x="51" y="84"/>
                        <a:pt x="51" y="84"/>
                        <a:pt x="51" y="84"/>
                      </a:cubicBezTo>
                      <a:cubicBezTo>
                        <a:pt x="24" y="56"/>
                        <a:pt x="24" y="56"/>
                        <a:pt x="24" y="56"/>
                      </a:cubicBezTo>
                      <a:cubicBezTo>
                        <a:pt x="19" y="51"/>
                        <a:pt x="10" y="51"/>
                        <a:pt x="5" y="56"/>
                      </a:cubicBezTo>
                      <a:cubicBezTo>
                        <a:pt x="0" y="61"/>
                        <a:pt x="0" y="70"/>
                        <a:pt x="5" y="75"/>
                      </a:cubicBezTo>
                      <a:cubicBezTo>
                        <a:pt x="42" y="112"/>
                        <a:pt x="42" y="112"/>
                        <a:pt x="42" y="112"/>
                      </a:cubicBezTo>
                      <a:cubicBezTo>
                        <a:pt x="42" y="112"/>
                        <a:pt x="43" y="113"/>
                        <a:pt x="43" y="113"/>
                      </a:cubicBezTo>
                      <a:cubicBezTo>
                        <a:pt x="45" y="115"/>
                        <a:pt x="48" y="116"/>
                        <a:pt x="51" y="116"/>
                      </a:cubicBezTo>
                      <a:cubicBezTo>
                        <a:pt x="55" y="116"/>
                        <a:pt x="58" y="115"/>
                        <a:pt x="61" y="112"/>
                      </a:cubicBezTo>
                      <a:cubicBezTo>
                        <a:pt x="148" y="25"/>
                        <a:pt x="148" y="25"/>
                        <a:pt x="148" y="25"/>
                      </a:cubicBezTo>
                      <a:cubicBezTo>
                        <a:pt x="153" y="19"/>
                        <a:pt x="153" y="11"/>
                        <a:pt x="148" y="6"/>
                      </a:cubicBezTo>
                      <a:cubicBezTo>
                        <a:pt x="143" y="0"/>
                        <a:pt x="135" y="1"/>
                        <a:pt x="129" y="6"/>
                      </a:cubicBezTo>
                      <a:close/>
                      <a:moveTo>
                        <a:pt x="129" y="6"/>
                      </a:moveTo>
                      <a:cubicBezTo>
                        <a:pt x="129" y="6"/>
                        <a:pt x="129" y="6"/>
                        <a:pt x="129" y="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u="none" strike="noStrike" kern="1200" cap="none" spc="0" normalizeH="0" baseline="0" noProof="0">
                    <a:ln>
                      <a:noFill/>
                    </a:ln>
                    <a:solidFill>
                      <a:srgbClr val="404040"/>
                    </a:solidFill>
                    <a:effectLst/>
                    <a:uLnTx/>
                    <a:uFillTx/>
                    <a:cs typeface="+mn-ea"/>
                    <a:sym typeface="+mn-lt"/>
                  </a:endParaRPr>
                </a:p>
              </p:txBody>
            </p:sp>
          </p:grpSp>
          <p:grpSp>
            <p:nvGrpSpPr>
              <p:cNvPr id="28" name="Group 7"/>
              <p:cNvGrpSpPr/>
              <p:nvPr/>
            </p:nvGrpSpPr>
            <p:grpSpPr>
              <a:xfrm>
                <a:off x="1853492" y="5189270"/>
                <a:ext cx="213434" cy="213434"/>
                <a:chOff x="702873" y="4818785"/>
                <a:chExt cx="335650" cy="335649"/>
              </a:xfrm>
            </p:grpSpPr>
            <p:sp>
              <p:nvSpPr>
                <p:cNvPr id="29" name="Freeform 5"/>
                <p:cNvSpPr>
                  <a:spLocks noEditPoints="1"/>
                </p:cNvSpPr>
                <p:nvPr/>
              </p:nvSpPr>
              <p:spPr bwMode="auto">
                <a:xfrm>
                  <a:off x="702873" y="4818785"/>
                  <a:ext cx="335650" cy="3356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rgbClr val="404040"/>
                    </a:solidFill>
                    <a:cs typeface="+mn-ea"/>
                    <a:sym typeface="+mn-lt"/>
                  </a:endParaRPr>
                </a:p>
              </p:txBody>
            </p:sp>
            <p:sp>
              <p:nvSpPr>
                <p:cNvPr id="30" name="Freeform 9"/>
                <p:cNvSpPr>
                  <a:spLocks noEditPoints="1"/>
                </p:cNvSpPr>
                <p:nvPr/>
              </p:nvSpPr>
              <p:spPr bwMode="auto">
                <a:xfrm>
                  <a:off x="766658" y="4906227"/>
                  <a:ext cx="199667" cy="151966"/>
                </a:xfrm>
                <a:custGeom>
                  <a:avLst/>
                  <a:gdLst>
                    <a:gd name="T0" fmla="*/ 129 w 153"/>
                    <a:gd name="T1" fmla="*/ 6 h 116"/>
                    <a:gd name="T2" fmla="*/ 51 w 153"/>
                    <a:gd name="T3" fmla="*/ 84 h 116"/>
                    <a:gd name="T4" fmla="*/ 24 w 153"/>
                    <a:gd name="T5" fmla="*/ 56 h 116"/>
                    <a:gd name="T6" fmla="*/ 5 w 153"/>
                    <a:gd name="T7" fmla="*/ 56 h 116"/>
                    <a:gd name="T8" fmla="*/ 5 w 153"/>
                    <a:gd name="T9" fmla="*/ 75 h 116"/>
                    <a:gd name="T10" fmla="*/ 42 w 153"/>
                    <a:gd name="T11" fmla="*/ 112 h 116"/>
                    <a:gd name="T12" fmla="*/ 43 w 153"/>
                    <a:gd name="T13" fmla="*/ 113 h 116"/>
                    <a:gd name="T14" fmla="*/ 51 w 153"/>
                    <a:gd name="T15" fmla="*/ 116 h 116"/>
                    <a:gd name="T16" fmla="*/ 61 w 153"/>
                    <a:gd name="T17" fmla="*/ 112 h 116"/>
                    <a:gd name="T18" fmla="*/ 148 w 153"/>
                    <a:gd name="T19" fmla="*/ 25 h 116"/>
                    <a:gd name="T20" fmla="*/ 148 w 153"/>
                    <a:gd name="T21" fmla="*/ 6 h 116"/>
                    <a:gd name="T22" fmla="*/ 129 w 153"/>
                    <a:gd name="T23" fmla="*/ 6 h 116"/>
                    <a:gd name="T24" fmla="*/ 129 w 153"/>
                    <a:gd name="T25" fmla="*/ 6 h 116"/>
                    <a:gd name="T26" fmla="*/ 129 w 153"/>
                    <a:gd name="T27" fmla="*/ 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3" h="115">
                      <a:moveTo>
                        <a:pt x="129" y="6"/>
                      </a:moveTo>
                      <a:cubicBezTo>
                        <a:pt x="51" y="84"/>
                        <a:pt x="51" y="84"/>
                        <a:pt x="51" y="84"/>
                      </a:cubicBezTo>
                      <a:cubicBezTo>
                        <a:pt x="24" y="56"/>
                        <a:pt x="24" y="56"/>
                        <a:pt x="24" y="56"/>
                      </a:cubicBezTo>
                      <a:cubicBezTo>
                        <a:pt x="19" y="51"/>
                        <a:pt x="10" y="51"/>
                        <a:pt x="5" y="56"/>
                      </a:cubicBezTo>
                      <a:cubicBezTo>
                        <a:pt x="0" y="61"/>
                        <a:pt x="0" y="70"/>
                        <a:pt x="5" y="75"/>
                      </a:cubicBezTo>
                      <a:cubicBezTo>
                        <a:pt x="42" y="112"/>
                        <a:pt x="42" y="112"/>
                        <a:pt x="42" y="112"/>
                      </a:cubicBezTo>
                      <a:cubicBezTo>
                        <a:pt x="42" y="112"/>
                        <a:pt x="43" y="113"/>
                        <a:pt x="43" y="113"/>
                      </a:cubicBezTo>
                      <a:cubicBezTo>
                        <a:pt x="45" y="115"/>
                        <a:pt x="48" y="116"/>
                        <a:pt x="51" y="116"/>
                      </a:cubicBezTo>
                      <a:cubicBezTo>
                        <a:pt x="55" y="116"/>
                        <a:pt x="58" y="115"/>
                        <a:pt x="61" y="112"/>
                      </a:cubicBezTo>
                      <a:cubicBezTo>
                        <a:pt x="148" y="25"/>
                        <a:pt x="148" y="25"/>
                        <a:pt x="148" y="25"/>
                      </a:cubicBezTo>
                      <a:cubicBezTo>
                        <a:pt x="153" y="19"/>
                        <a:pt x="153" y="11"/>
                        <a:pt x="148" y="6"/>
                      </a:cubicBezTo>
                      <a:cubicBezTo>
                        <a:pt x="143" y="0"/>
                        <a:pt x="135" y="1"/>
                        <a:pt x="129" y="6"/>
                      </a:cubicBezTo>
                      <a:close/>
                      <a:moveTo>
                        <a:pt x="129" y="6"/>
                      </a:moveTo>
                      <a:cubicBezTo>
                        <a:pt x="129" y="6"/>
                        <a:pt x="129" y="6"/>
                        <a:pt x="129" y="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u="none" strike="noStrike" kern="1200" cap="none" spc="0" normalizeH="0" baseline="0" noProof="0">
                    <a:ln>
                      <a:noFill/>
                    </a:ln>
                    <a:solidFill>
                      <a:srgbClr val="404040"/>
                    </a:solidFill>
                    <a:effectLst/>
                    <a:uLnTx/>
                    <a:uFillTx/>
                    <a:cs typeface="+mn-ea"/>
                    <a:sym typeface="+mn-lt"/>
                  </a:endParaRPr>
                </a:p>
              </p:txBody>
            </p:sp>
          </p:grpSp>
        </p:grpSp>
        <p:grpSp>
          <p:nvGrpSpPr>
            <p:cNvPr id="21" name="组合 20"/>
            <p:cNvGrpSpPr/>
            <p:nvPr/>
          </p:nvGrpSpPr>
          <p:grpSpPr>
            <a:xfrm>
              <a:off x="2273300" y="2430588"/>
              <a:ext cx="4042394" cy="3499997"/>
              <a:chOff x="1825625" y="2087688"/>
              <a:chExt cx="4042394" cy="3499997"/>
            </a:xfrm>
          </p:grpSpPr>
          <p:sp>
            <p:nvSpPr>
              <p:cNvPr id="22" name="矩形 3"/>
              <p:cNvSpPr>
                <a:spLocks noChangeArrowheads="1"/>
              </p:cNvSpPr>
              <p:nvPr/>
            </p:nvSpPr>
            <p:spPr bwMode="auto">
              <a:xfrm>
                <a:off x="1884619" y="2087688"/>
                <a:ext cx="1085861" cy="438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3" tIns="34287" rIns="68573" bIns="34287">
                <a:spAutoFit/>
              </a:bodyPr>
              <a:lstStyle/>
              <a:p>
                <a:pPr defTabSz="457200">
                  <a:spcBef>
                    <a:spcPct val="0"/>
                  </a:spcBef>
                </a:pPr>
                <a:r>
                  <a:rPr lang="zh-CN" altLang="en-US" sz="2400" b="1">
                    <a:solidFill>
                      <a:srgbClr val="404040"/>
                    </a:solidFill>
                    <a:cs typeface="+mn-ea"/>
                    <a:sym typeface="+mn-lt"/>
                  </a:rPr>
                  <a:t>小标题</a:t>
                </a:r>
              </a:p>
            </p:txBody>
          </p:sp>
          <p:sp>
            <p:nvSpPr>
              <p:cNvPr id="23" name="文本框 22"/>
              <p:cNvSpPr txBox="1"/>
              <p:nvPr/>
            </p:nvSpPr>
            <p:spPr>
              <a:xfrm>
                <a:off x="1825625" y="2620221"/>
                <a:ext cx="4042394" cy="795795"/>
              </a:xfrm>
              <a:prstGeom prst="rect">
                <a:avLst/>
              </a:prstGeom>
              <a:noFill/>
            </p:spPr>
            <p:txBody>
              <a:bodyPr wrap="square">
                <a:spAutoFit/>
              </a:bodyPr>
              <a:lstStyle/>
              <a:p>
                <a:pPr fontAlgn="base">
                  <a:lnSpc>
                    <a:spcPct val="150000"/>
                  </a:lnSpc>
                  <a:spcBef>
                    <a:spcPct val="0"/>
                  </a:spcBef>
                  <a:spcAft>
                    <a:spcPct val="0"/>
                  </a:spcAft>
                  <a:defRPr/>
                </a:pPr>
                <a:r>
                  <a:rPr lang="zh-CN" altLang="en-US" sz="1600">
                    <a:solidFill>
                      <a:srgbClr val="404040"/>
                    </a:solidFill>
                    <a:cs typeface="+mn-ea"/>
                    <a:sym typeface="+mn-lt"/>
                  </a:rPr>
                  <a:t>可根据实际情况调整文本框大小，或者字体的大小。</a:t>
                </a:r>
                <a:endParaRPr lang="en-US" altLang="zh-CN" sz="1600">
                  <a:solidFill>
                    <a:srgbClr val="404040"/>
                  </a:solidFill>
                  <a:cs typeface="+mn-ea"/>
                  <a:sym typeface="+mn-lt"/>
                </a:endParaRPr>
              </a:p>
            </p:txBody>
          </p:sp>
          <p:sp>
            <p:nvSpPr>
              <p:cNvPr id="24" name="文本框 23"/>
              <p:cNvSpPr txBox="1"/>
              <p:nvPr/>
            </p:nvSpPr>
            <p:spPr>
              <a:xfrm>
                <a:off x="1825625" y="3728296"/>
                <a:ext cx="4042394" cy="795795"/>
              </a:xfrm>
              <a:prstGeom prst="rect">
                <a:avLst/>
              </a:prstGeom>
              <a:noFill/>
            </p:spPr>
            <p:txBody>
              <a:bodyPr wrap="square">
                <a:spAutoFit/>
              </a:bodyPr>
              <a:lstStyle/>
              <a:p>
                <a:pPr fontAlgn="base">
                  <a:lnSpc>
                    <a:spcPct val="150000"/>
                  </a:lnSpc>
                  <a:spcBef>
                    <a:spcPct val="0"/>
                  </a:spcBef>
                  <a:spcAft>
                    <a:spcPct val="0"/>
                  </a:spcAft>
                  <a:defRPr/>
                </a:pPr>
                <a:r>
                  <a:rPr lang="zh-CN" altLang="en-US" sz="1600">
                    <a:solidFill>
                      <a:srgbClr val="404040"/>
                    </a:solidFill>
                    <a:cs typeface="+mn-ea"/>
                    <a:sym typeface="+mn-lt"/>
                  </a:rPr>
                  <a:t>语言尽可能精炼，可根据实际情况调整文本框大小，或者字体的大小。</a:t>
                </a:r>
                <a:endParaRPr lang="en-US" altLang="zh-CN" sz="1600">
                  <a:solidFill>
                    <a:srgbClr val="404040"/>
                  </a:solidFill>
                  <a:cs typeface="+mn-ea"/>
                  <a:sym typeface="+mn-lt"/>
                </a:endParaRPr>
              </a:p>
            </p:txBody>
          </p:sp>
          <p:sp>
            <p:nvSpPr>
              <p:cNvPr id="25" name="文本框 24"/>
              <p:cNvSpPr txBox="1"/>
              <p:nvPr/>
            </p:nvSpPr>
            <p:spPr>
              <a:xfrm>
                <a:off x="1825625" y="4791890"/>
                <a:ext cx="4042394" cy="795795"/>
              </a:xfrm>
              <a:prstGeom prst="rect">
                <a:avLst/>
              </a:prstGeom>
              <a:noFill/>
            </p:spPr>
            <p:txBody>
              <a:bodyPr wrap="square">
                <a:spAutoFit/>
              </a:bodyPr>
              <a:lstStyle/>
              <a:p>
                <a:pPr fontAlgn="base">
                  <a:lnSpc>
                    <a:spcPct val="150000"/>
                  </a:lnSpc>
                  <a:spcBef>
                    <a:spcPct val="0"/>
                  </a:spcBef>
                  <a:spcAft>
                    <a:spcPct val="0"/>
                  </a:spcAft>
                  <a:defRPr/>
                </a:pPr>
                <a:r>
                  <a:rPr lang="zh-CN" altLang="en-US" sz="1600">
                    <a:solidFill>
                      <a:srgbClr val="404040"/>
                    </a:solidFill>
                    <a:cs typeface="+mn-ea"/>
                    <a:sym typeface="+mn-lt"/>
                  </a:rPr>
                  <a:t>可根据实际情况调整文本框大小，或者字体的大小。</a:t>
                </a:r>
                <a:endParaRPr lang="en-US" altLang="zh-CN" sz="1600">
                  <a:solidFill>
                    <a:srgbClr val="404040"/>
                  </a:solidFill>
                  <a:cs typeface="+mn-ea"/>
                  <a:sym typeface="+mn-lt"/>
                </a:endParaRPr>
              </a:p>
            </p:txBody>
          </p:sp>
        </p:grpSp>
      </p:grpSp>
      <p:sp>
        <p:nvSpPr>
          <p:cNvPr id="35" name="矩形: 圆角 34"/>
          <p:cNvSpPr/>
          <p:nvPr/>
        </p:nvSpPr>
        <p:spPr>
          <a:xfrm>
            <a:off x="8484180" y="2009242"/>
            <a:ext cx="1141015" cy="3282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i="1">
                <a:solidFill>
                  <a:srgbClr val="FFFFFF"/>
                </a:solidFill>
                <a:cs typeface="+mn-ea"/>
                <a:sym typeface="+mn-lt"/>
              </a:rPr>
              <a:t>NO-02</a:t>
            </a:r>
            <a:endParaRPr lang="zh-CN" altLang="en-US" i="1">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dur="50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par>
                          <p:cTn id="8" fill="hold" nodeType="afterGroup">
                            <p:stCondLst>
                              <p:cond delay="500"/>
                            </p:stCondLst>
                            <p:childTnLst>
                              <p:par>
                                <p:cTn id="9" presetID="16" presetClass="entr" presetSubtype="21" dur="50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barn(inVertical)">
                                      <p:cBhvr>
                                        <p:cTn id="11" dur="500"/>
                                        <p:tgtEl>
                                          <p:spTgt spid="35"/>
                                        </p:tgtEl>
                                      </p:cBhvr>
                                    </p:animEffect>
                                  </p:childTnLst>
                                </p:cTn>
                              </p:par>
                            </p:childTnLst>
                          </p:cTn>
                        </p:par>
                        <p:par>
                          <p:cTn id="12" fill="hold" nodeType="afterGroup">
                            <p:stCondLst>
                              <p:cond delay="1000"/>
                            </p:stCondLst>
                            <p:childTnLst>
                              <p:par>
                                <p:cTn id="13" presetID="42" presetClass="entr" presetSubtype="0" dur="50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anim calcmode="lin" valueType="num">
                                      <p:cBhvr>
                                        <p:cTn id="16" dur="500" fill="hold"/>
                                        <p:tgtEl>
                                          <p:spTgt spid="2"/>
                                        </p:tgtEl>
                                        <p:attrNameLst>
                                          <p:attrName>ppt_x</p:attrName>
                                        </p:attrNameLst>
                                      </p:cBhvr>
                                      <p:tavLst>
                                        <p:tav tm="0">
                                          <p:val>
                                            <p:strVal val="#ppt_x"/>
                                          </p:val>
                                        </p:tav>
                                        <p:tav tm="100000">
                                          <p:val>
                                            <p:strVal val="#ppt_x"/>
                                          </p:val>
                                        </p:tav>
                                      </p:tavLst>
                                    </p:anim>
                                    <p:anim calcmode="lin" valueType="num">
                                      <p:cBhvr>
                                        <p:cTn id="17" dur="500" fill="hold"/>
                                        <p:tgtEl>
                                          <p:spTgt spid="2"/>
                                        </p:tgtEl>
                                        <p:attrNameLst>
                                          <p:attrName>ppt_y</p:attrName>
                                        </p:attrNameLst>
                                      </p:cBhvr>
                                      <p:tavLst>
                                        <p:tav tm="0">
                                          <p:val>
                                            <p:strVal val="#ppt_y+.1"/>
                                          </p:val>
                                        </p:tav>
                                        <p:tav tm="100000">
                                          <p:val>
                                            <p:strVal val="#ppt_y"/>
                                          </p:val>
                                        </p:tav>
                                      </p:tavLst>
                                    </p:anim>
                                  </p:childTnLst>
                                </p:cTn>
                              </p:par>
                            </p:childTnLst>
                          </p:cTn>
                        </p:par>
                        <p:par>
                          <p:cTn id="18" fill="hold" nodeType="afterGroup">
                            <p:stCondLst>
                              <p:cond delay="1500"/>
                            </p:stCondLst>
                            <p:childTnLst>
                              <p:par>
                                <p:cTn id="19" presetID="42" presetClass="entr" presetSubtype="0" dur="500"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anim calcmode="lin" valueType="num">
                                      <p:cBhvr>
                                        <p:cTn id="22" dur="500" fill="hold"/>
                                        <p:tgtEl>
                                          <p:spTgt spid="19"/>
                                        </p:tgtEl>
                                        <p:attrNameLst>
                                          <p:attrName>ppt_x</p:attrName>
                                        </p:attrNameLst>
                                      </p:cBhvr>
                                      <p:tavLst>
                                        <p:tav tm="0">
                                          <p:val>
                                            <p:strVal val="#ppt_x"/>
                                          </p:val>
                                        </p:tav>
                                        <p:tav tm="100000">
                                          <p:val>
                                            <p:strVal val="#ppt_x"/>
                                          </p:val>
                                        </p:tav>
                                      </p:tavLst>
                                    </p:anim>
                                    <p:anim calcmode="lin" valueType="num">
                                      <p:cBhvr>
                                        <p:cTn id="23"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3" name="组合 2"/>
          <p:cNvGrpSpPr/>
          <p:nvPr/>
        </p:nvGrpSpPr>
        <p:grpSpPr>
          <a:xfrm>
            <a:off x="269073" y="251836"/>
            <a:ext cx="618686" cy="1786826"/>
            <a:chOff x="10936436" y="-2013487"/>
            <a:chExt cx="618686" cy="1846084"/>
          </a:xfrm>
        </p:grpSpPr>
        <p:sp>
          <p:nvSpPr>
            <p:cNvPr id="4" name="文本框 3"/>
            <p:cNvSpPr txBox="1"/>
            <p:nvPr/>
          </p:nvSpPr>
          <p:spPr>
            <a:xfrm>
              <a:off x="10936436"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白墙灰瓦雨如烟</a:t>
              </a:r>
              <a:endParaRPr lang="zh-CN" altLang="en-US" sz="1100">
                <a:solidFill>
                  <a:schemeClr val="tx1">
                    <a:lumMod val="85000"/>
                    <a:lumOff val="15000"/>
                  </a:schemeClr>
                </a:solidFill>
                <a:cs typeface="+mn-ea"/>
                <a:sym typeface="+mn-lt"/>
              </a:endParaRPr>
            </a:p>
          </p:txBody>
        </p:sp>
        <p:sp>
          <p:nvSpPr>
            <p:cNvPr id="5" name="文本框 4"/>
            <p:cNvSpPr txBox="1"/>
            <p:nvPr/>
          </p:nvSpPr>
          <p:spPr>
            <a:xfrm>
              <a:off x="11201179"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古意石桥月半弯</a:t>
              </a:r>
              <a:endParaRPr lang="zh-CN" altLang="en-US" sz="1100">
                <a:solidFill>
                  <a:schemeClr val="tx1">
                    <a:lumMod val="85000"/>
                    <a:lumOff val="15000"/>
                  </a:schemeClr>
                </a:solidFill>
                <a:cs typeface="+mn-ea"/>
                <a:sym typeface="+mn-lt"/>
              </a:endParaRPr>
            </a:p>
          </p:txBody>
        </p:sp>
      </p:grpSp>
      <p:sp>
        <p:nvSpPr>
          <p:cNvPr id="6" name="文本框 5"/>
          <p:cNvSpPr txBox="1"/>
          <p:nvPr/>
        </p:nvSpPr>
        <p:spPr>
          <a:xfrm>
            <a:off x="3939630" y="814566"/>
            <a:ext cx="1109486" cy="4508927"/>
          </a:xfrm>
          <a:prstGeom prst="rect">
            <a:avLst/>
          </a:prstGeom>
          <a:noFill/>
        </p:spPr>
        <p:txBody>
          <a:bodyPr wrap="square" rtlCol="0">
            <a:spAutoFit/>
          </a:bodyPr>
          <a:lstStyle/>
          <a:p>
            <a:pPr algn="dist"/>
            <a:r>
              <a:rPr lang="zh-CN" altLang="en-US" sz="28700">
                <a:gradFill>
                  <a:gsLst>
                    <a:gs pos="29000">
                      <a:srgbClr val="282C33">
                        <a:alpha val="91000"/>
                      </a:srgbClr>
                    </a:gs>
                    <a:gs pos="60000">
                      <a:srgbClr val="282C33">
                        <a:alpha val="0"/>
                      </a:srgbClr>
                    </a:gs>
                  </a:gsLst>
                  <a:lin ang="5400000" scaled="1"/>
                </a:gradFill>
                <a:cs typeface="+mn-ea"/>
                <a:sym typeface="+mn-lt"/>
              </a:rPr>
              <a:t>叁</a:t>
            </a:r>
          </a:p>
        </p:txBody>
      </p:sp>
      <p:grpSp>
        <p:nvGrpSpPr>
          <p:cNvPr id="7" name="组合 6"/>
          <p:cNvGrpSpPr/>
          <p:nvPr/>
        </p:nvGrpSpPr>
        <p:grpSpPr>
          <a:xfrm>
            <a:off x="2745423" y="3116537"/>
            <a:ext cx="6955350" cy="1733346"/>
            <a:chOff x="2936201" y="2850518"/>
            <a:chExt cx="6955350" cy="1733346"/>
          </a:xfrm>
        </p:grpSpPr>
        <p:grpSp>
          <p:nvGrpSpPr>
            <p:cNvPr id="8" name="组合 7"/>
            <p:cNvGrpSpPr/>
            <p:nvPr/>
          </p:nvGrpSpPr>
          <p:grpSpPr>
            <a:xfrm rot="21417380">
              <a:off x="2936201" y="2850518"/>
              <a:ext cx="6955350" cy="1733346"/>
              <a:chOff x="-15230" y="-2173288"/>
              <a:chExt cx="2171456" cy="571501"/>
            </a:xfrm>
            <a:solidFill>
              <a:srgbClr val="282C33"/>
            </a:solidFill>
          </p:grpSpPr>
          <p:sp>
            <p:nvSpPr>
              <p:cNvPr id="10" name="Freeform 692"/>
              <p:cNvSpPr/>
              <p:nvPr/>
            </p:nvSpPr>
            <p:spPr bwMode="auto">
              <a:xfrm flipH="1">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1" name="Freeform 693"/>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2" name="Freeform 699"/>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4" name="Freeform 700"/>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5" name="Freeform 701"/>
              <p:cNvSpPr>
                <a:spLocks noEditPoints="1"/>
              </p:cNvSpPr>
              <p:nvPr/>
            </p:nvSpPr>
            <p:spPr bwMode="auto">
              <a:xfrm rot="15140">
                <a:off x="-15230" y="-2018784"/>
                <a:ext cx="2171456" cy="37612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6" name="Freeform 702"/>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7" name="Freeform 703"/>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8" name="Freeform 704"/>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9" name="Freeform 705"/>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0" name="Freeform 706"/>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1" name="Freeform 707"/>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2" name="Freeform 708"/>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3" name="Freeform 709"/>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4" name="Freeform 710"/>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5" name="Freeform 711"/>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6" name="Freeform 712"/>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7" name="Freeform 713"/>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8" name="Freeform 714"/>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9" name="Freeform 715"/>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9" name="文本框 8"/>
            <p:cNvSpPr txBox="1"/>
            <p:nvPr/>
          </p:nvSpPr>
          <p:spPr>
            <a:xfrm>
              <a:off x="3214635" y="3489470"/>
              <a:ext cx="5354012" cy="923330"/>
            </a:xfrm>
            <a:prstGeom prst="rect">
              <a:avLst/>
            </a:prstGeom>
            <a:noFill/>
          </p:spPr>
          <p:txBody>
            <a:bodyPr wrap="square" rtlCol="0">
              <a:spAutoFit/>
            </a:bodyPr>
            <a:lstStyle/>
            <a:p>
              <a:pPr algn="dist"/>
              <a:r>
                <a:rPr lang="zh-CN" altLang="en-US" sz="5400" spc="300">
                  <a:solidFill>
                    <a:schemeClr val="bg1"/>
                  </a:solidFill>
                  <a:cs typeface="+mn-ea"/>
                  <a:sym typeface="+mn-lt"/>
                </a:rPr>
                <a:t>输入标题内容三</a:t>
              </a:r>
              <a:endParaRPr lang="en-US" altLang="zh-CN" sz="5400" spc="300">
                <a:solidFill>
                  <a:schemeClr val="bg1"/>
                </a:solidFill>
                <a:cs typeface="+mn-ea"/>
                <a:sym typeface="+mn-lt"/>
              </a:endParaRPr>
            </a:p>
          </p:txBody>
        </p:sp>
      </p:grpSp>
      <p:sp>
        <p:nvSpPr>
          <p:cNvPr id="30" name="文本框 29"/>
          <p:cNvSpPr txBox="1"/>
          <p:nvPr/>
        </p:nvSpPr>
        <p:spPr>
          <a:xfrm>
            <a:off x="2443759" y="4969318"/>
            <a:ext cx="7245496" cy="619913"/>
          </a:xfrm>
          <a:prstGeom prst="rect">
            <a:avLst/>
          </a:prstGeom>
          <a:noFill/>
        </p:spPr>
        <p:txBody>
          <a:bodyPr wrap="square" rtlCol="0">
            <a:spAutoFit/>
          </a:bodyPr>
          <a:lstStyle/>
          <a:p>
            <a:pPr algn="ctr">
              <a:lnSpc>
                <a:spcPct val="150000"/>
              </a:lnSpc>
            </a:pPr>
            <a:r>
              <a:rPr lang="en-US" altLang="zh-CN" sz="1200" b="1">
                <a:solidFill>
                  <a:schemeClr val="tx1">
                    <a:lumMod val="65000"/>
                    <a:lumOff val="35000"/>
                    <a:alpha val="69000"/>
                  </a:schemeClr>
                </a:solidFill>
                <a:cs typeface="+mn-ea"/>
                <a:sym typeface="+mn-lt"/>
              </a:rPr>
              <a:t>The average person is always waiting for an opportunity to come The average person is always waiting for an The average for an The average</a:t>
            </a:r>
            <a:endParaRPr lang="zh-CN" altLang="en-US" sz="1200" b="1">
              <a:solidFill>
                <a:schemeClr val="tx1">
                  <a:lumMod val="65000"/>
                  <a:lumOff val="35000"/>
                  <a:alpha val="69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dur="75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par>
                          <p:cTn id="8" fill="hold" nodeType="afterGroup">
                            <p:stCondLst>
                              <p:cond delay="750"/>
                            </p:stCondLst>
                            <p:childTnLst>
                              <p:par>
                                <p:cTn id="9" presetID="42" presetClass="entr" presetSubtype="0" dur="75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750"/>
                                        <p:tgtEl>
                                          <p:spTgt spid="6"/>
                                        </p:tgtEl>
                                      </p:cBhvr>
                                    </p:animEffect>
                                    <p:anim calcmode="lin" valueType="num">
                                      <p:cBhvr>
                                        <p:cTn id="12" dur="750" fill="hold"/>
                                        <p:tgtEl>
                                          <p:spTgt spid="6"/>
                                        </p:tgtEl>
                                        <p:attrNameLst>
                                          <p:attrName>ppt_x</p:attrName>
                                        </p:attrNameLst>
                                      </p:cBhvr>
                                      <p:tavLst>
                                        <p:tav tm="0">
                                          <p:val>
                                            <p:strVal val="#ppt_x"/>
                                          </p:val>
                                        </p:tav>
                                        <p:tav tm="100000">
                                          <p:val>
                                            <p:strVal val="#ppt_x"/>
                                          </p:val>
                                        </p:tav>
                                      </p:tavLst>
                                    </p:anim>
                                    <p:anim calcmode="lin" valueType="num">
                                      <p:cBhvr>
                                        <p:cTn id="13" dur="750" fill="hold"/>
                                        <p:tgtEl>
                                          <p:spTgt spid="6"/>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16" presetClass="entr" presetSubtype="21" dur="75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750"/>
                                        <p:tgtEl>
                                          <p:spTgt spid="7"/>
                                        </p:tgtEl>
                                      </p:cBhvr>
                                    </p:animEffect>
                                  </p:childTnLst>
                                </p:cTn>
                              </p:par>
                            </p:childTnLst>
                          </p:cTn>
                        </p:par>
                        <p:par>
                          <p:cTn id="18" fill="hold" nodeType="afterGroup">
                            <p:stCondLst>
                              <p:cond delay="2250"/>
                            </p:stCondLst>
                            <p:childTnLst>
                              <p:par>
                                <p:cTn id="19" presetID="42" presetClass="entr" presetSubtype="0" dur="75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750"/>
                                        <p:tgtEl>
                                          <p:spTgt spid="30"/>
                                        </p:tgtEl>
                                      </p:cBhvr>
                                    </p:animEffect>
                                    <p:anim calcmode="lin" valueType="num">
                                      <p:cBhvr>
                                        <p:cTn id="22" dur="750" fill="hold"/>
                                        <p:tgtEl>
                                          <p:spTgt spid="30"/>
                                        </p:tgtEl>
                                        <p:attrNameLst>
                                          <p:attrName>ppt_x</p:attrName>
                                        </p:attrNameLst>
                                      </p:cBhvr>
                                      <p:tavLst>
                                        <p:tav tm="0">
                                          <p:val>
                                            <p:strVal val="#ppt_x"/>
                                          </p:val>
                                        </p:tav>
                                        <p:tav tm="100000">
                                          <p:val>
                                            <p:strVal val="#ppt_x"/>
                                          </p:val>
                                        </p:tav>
                                      </p:tavLst>
                                    </p:anim>
                                    <p:anim calcmode="lin" valueType="num">
                                      <p:cBhvr>
                                        <p:cTn id="23" dur="7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828388" y="1804369"/>
            <a:ext cx="10366872" cy="4034928"/>
          </a:xfrm>
          <a:prstGeom prst="roundRect">
            <a:avLst>
              <a:gd name="adj" fmla="val 6171"/>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3" name="文本框 2"/>
          <p:cNvSpPr txBox="1"/>
          <p:nvPr/>
        </p:nvSpPr>
        <p:spPr>
          <a:xfrm>
            <a:off x="2343398" y="2261058"/>
            <a:ext cx="1292662" cy="3109599"/>
          </a:xfrm>
          <a:prstGeom prst="rect">
            <a:avLst/>
          </a:prstGeom>
          <a:noFill/>
        </p:spPr>
        <p:txBody>
          <a:bodyPr vert="eaVert" wrap="square" rtlCol="0" anchor="t">
            <a:spAutoFit/>
          </a:bodyPr>
          <a:lstStyle/>
          <a:p>
            <a:pPr>
              <a:lnSpc>
                <a:spcPct val="150000"/>
              </a:lnSpc>
              <a:defRPr/>
            </a:pPr>
            <a:r>
              <a:rPr lang="zh-CN" altLang="en-US" sz="1600" spc="300">
                <a:solidFill>
                  <a:srgbClr val="595959"/>
                </a:solidFill>
                <a:cs typeface="+mn-ea"/>
                <a:sym typeface="+mn-lt"/>
              </a:rPr>
              <a:t>简单说明即可，不必过于繁琐，注意版面美观度。请在此处添加具体内容</a:t>
            </a:r>
            <a:endParaRPr lang="en-US" altLang="zh-CN" sz="1600" spc="300">
              <a:solidFill>
                <a:srgbClr val="595959"/>
              </a:solidFill>
              <a:cs typeface="+mn-ea"/>
              <a:sym typeface="+mn-lt"/>
            </a:endParaRPr>
          </a:p>
        </p:txBody>
      </p:sp>
      <p:grpSp>
        <p:nvGrpSpPr>
          <p:cNvPr id="4" name="组合 3"/>
          <p:cNvGrpSpPr/>
          <p:nvPr/>
        </p:nvGrpSpPr>
        <p:grpSpPr>
          <a:xfrm>
            <a:off x="1659245" y="2676078"/>
            <a:ext cx="555419" cy="992895"/>
            <a:chOff x="1611218" y="2587587"/>
            <a:chExt cx="555419" cy="992895"/>
          </a:xfrm>
          <a:solidFill>
            <a:srgbClr val="01638C"/>
          </a:solidFill>
        </p:grpSpPr>
        <p:sp>
          <p:nvSpPr>
            <p:cNvPr id="5" name="矩形 4"/>
            <p:cNvSpPr/>
            <p:nvPr/>
          </p:nvSpPr>
          <p:spPr>
            <a:xfrm>
              <a:off x="1611218" y="2587587"/>
              <a:ext cx="548087" cy="9928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6" name="文本框 5"/>
            <p:cNvSpPr txBox="1"/>
            <p:nvPr/>
          </p:nvSpPr>
          <p:spPr>
            <a:xfrm>
              <a:off x="1612639" y="2697845"/>
              <a:ext cx="553998" cy="717504"/>
            </a:xfrm>
            <a:prstGeom prst="rect">
              <a:avLst/>
            </a:prstGeom>
            <a:noFill/>
          </p:spPr>
          <p:txBody>
            <a:bodyPr vert="eaVert" wrap="none" rtlCol="0">
              <a:spAutoFit/>
            </a:bodyPr>
            <a:lstStyle/>
            <a:p>
              <a:r>
                <a:rPr lang="zh-CN" altLang="en-US" sz="2400" b="1">
                  <a:solidFill>
                    <a:srgbClr val="FFFFFF"/>
                  </a:solidFill>
                  <a:cs typeface="+mn-ea"/>
                  <a:sym typeface="+mn-lt"/>
                </a:rPr>
                <a:t>标题</a:t>
              </a:r>
            </a:p>
          </p:txBody>
        </p:sp>
      </p:grpSp>
      <p:sp>
        <p:nvSpPr>
          <p:cNvPr id="7" name="椭圆 6"/>
          <p:cNvSpPr/>
          <p:nvPr/>
        </p:nvSpPr>
        <p:spPr>
          <a:xfrm>
            <a:off x="4962006" y="2809658"/>
            <a:ext cx="2024350" cy="2024350"/>
          </a:xfrm>
          <a:prstGeom prst="ellipse">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8" name="文本框 7"/>
          <p:cNvSpPr txBox="1"/>
          <p:nvPr/>
        </p:nvSpPr>
        <p:spPr>
          <a:xfrm>
            <a:off x="5565622" y="2322117"/>
            <a:ext cx="1292662" cy="3109599"/>
          </a:xfrm>
          <a:prstGeom prst="rect">
            <a:avLst/>
          </a:prstGeom>
          <a:noFill/>
        </p:spPr>
        <p:txBody>
          <a:bodyPr vert="eaVert" wrap="square" rtlCol="0" anchor="t">
            <a:spAutoFit/>
          </a:bodyPr>
          <a:lstStyle/>
          <a:p>
            <a:pPr>
              <a:lnSpc>
                <a:spcPct val="150000"/>
              </a:lnSpc>
              <a:defRPr/>
            </a:pPr>
            <a:r>
              <a:rPr lang="zh-CN" altLang="en-US" sz="1600" spc="300">
                <a:solidFill>
                  <a:srgbClr val="595959"/>
                </a:solidFill>
                <a:cs typeface="+mn-ea"/>
                <a:sym typeface="+mn-lt"/>
              </a:rPr>
              <a:t>简单说明即可，不必过于繁琐，注意版面美观度。请在此处添加具体内容</a:t>
            </a:r>
            <a:endParaRPr lang="en-US" altLang="zh-CN" sz="1600" spc="300">
              <a:solidFill>
                <a:srgbClr val="595959"/>
              </a:solidFill>
              <a:cs typeface="+mn-ea"/>
              <a:sym typeface="+mn-lt"/>
            </a:endParaRPr>
          </a:p>
        </p:txBody>
      </p:sp>
      <p:grpSp>
        <p:nvGrpSpPr>
          <p:cNvPr id="9" name="组合 8"/>
          <p:cNvGrpSpPr/>
          <p:nvPr/>
        </p:nvGrpSpPr>
        <p:grpSpPr>
          <a:xfrm>
            <a:off x="4832559" y="2676078"/>
            <a:ext cx="555419" cy="992895"/>
            <a:chOff x="4784532" y="2587587"/>
            <a:chExt cx="555419" cy="992895"/>
          </a:xfrm>
          <a:solidFill>
            <a:srgbClr val="01638C"/>
          </a:solidFill>
        </p:grpSpPr>
        <p:sp>
          <p:nvSpPr>
            <p:cNvPr id="10" name="矩形 9"/>
            <p:cNvSpPr/>
            <p:nvPr/>
          </p:nvSpPr>
          <p:spPr>
            <a:xfrm>
              <a:off x="4784532" y="2587587"/>
              <a:ext cx="548087" cy="9928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11" name="文本框 10"/>
            <p:cNvSpPr txBox="1"/>
            <p:nvPr/>
          </p:nvSpPr>
          <p:spPr>
            <a:xfrm>
              <a:off x="4785953" y="2697845"/>
              <a:ext cx="553998" cy="717504"/>
            </a:xfrm>
            <a:prstGeom prst="rect">
              <a:avLst/>
            </a:prstGeom>
            <a:noFill/>
          </p:spPr>
          <p:txBody>
            <a:bodyPr vert="eaVert" wrap="none" rtlCol="0">
              <a:spAutoFit/>
            </a:bodyPr>
            <a:lstStyle/>
            <a:p>
              <a:r>
                <a:rPr lang="zh-CN" altLang="en-US" sz="2400" b="1">
                  <a:solidFill>
                    <a:srgbClr val="FFFFFF"/>
                  </a:solidFill>
                  <a:cs typeface="+mn-ea"/>
                  <a:sym typeface="+mn-lt"/>
                </a:rPr>
                <a:t>标题</a:t>
              </a:r>
            </a:p>
          </p:txBody>
        </p:sp>
      </p:grpSp>
      <p:pic>
        <p:nvPicPr>
          <p:cNvPr id="15" name="图片 1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399708" y="32015"/>
            <a:ext cx="5807282" cy="580728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7" presetClass="entr" presetSubtype="0" dur="5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500"/>
                            </p:stCondLst>
                            <p:childTnLst>
                              <p:par>
                                <p:cTn id="11" presetID="10" presetClass="entr" presetSubtype="0" dur="50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nodeType="afterGroup">
                            <p:stCondLst>
                              <p:cond delay="1000"/>
                            </p:stCondLst>
                            <p:childTnLst>
                              <p:par>
                                <p:cTn id="15" presetID="42" presetClass="entr" presetSubtype="0" dur="50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1500"/>
                            </p:stCondLst>
                            <p:childTnLst>
                              <p:par>
                                <p:cTn id="21" presetID="22" presetClass="entr" presetSubtype="1" dur="50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par>
                          <p:cTn id="24" fill="hold" nodeType="afterGroup">
                            <p:stCondLst>
                              <p:cond delay="2000"/>
                            </p:stCondLst>
                            <p:childTnLst>
                              <p:par>
                                <p:cTn id="25" presetID="42" presetClass="entr" presetSubtype="0" dur="50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p:cTn id="28" dur="500" fill="hold"/>
                                        <p:tgtEl>
                                          <p:spTgt spid="9"/>
                                        </p:tgtEl>
                                        <p:attrNameLst>
                                          <p:attrName>ppt_x</p:attrName>
                                        </p:attrNameLst>
                                      </p:cBhvr>
                                      <p:tavLst>
                                        <p:tav tm="0">
                                          <p:val>
                                            <p:strVal val="#ppt_x"/>
                                          </p:val>
                                        </p:tav>
                                        <p:tav tm="100000">
                                          <p:val>
                                            <p:strVal val="#ppt_x"/>
                                          </p:val>
                                        </p:tav>
                                      </p:tavLst>
                                    </p:anim>
                                    <p:anim calcmode="lin" valueType="num">
                                      <p:cBhvr>
                                        <p:cTn id="29" dur="500" fill="hold"/>
                                        <p:tgtEl>
                                          <p:spTgt spid="9"/>
                                        </p:tgtEl>
                                        <p:attrNameLst>
                                          <p:attrName>ppt_y</p:attrName>
                                        </p:attrNameLst>
                                      </p:cBhvr>
                                      <p:tavLst>
                                        <p:tav tm="0">
                                          <p:val>
                                            <p:strVal val="#ppt_y+.1"/>
                                          </p:val>
                                        </p:tav>
                                        <p:tav tm="100000">
                                          <p:val>
                                            <p:strVal val="#ppt_y"/>
                                          </p:val>
                                        </p:tav>
                                      </p:tavLst>
                                    </p:anim>
                                  </p:childTnLst>
                                </p:cTn>
                              </p:par>
                            </p:childTnLst>
                          </p:cTn>
                        </p:par>
                        <p:par>
                          <p:cTn id="30" fill="hold" nodeType="afterGroup">
                            <p:stCondLst>
                              <p:cond delay="2500"/>
                            </p:stCondLst>
                            <p:childTnLst>
                              <p:par>
                                <p:cTn id="31" presetID="22" presetClass="entr" presetSubtype="1" dur="50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7"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41"/>
          <p:cNvSpPr/>
          <p:nvPr/>
        </p:nvSpPr>
        <p:spPr>
          <a:xfrm>
            <a:off x="1177823" y="1844554"/>
            <a:ext cx="1839760" cy="59405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b="1">
                <a:solidFill>
                  <a:srgbClr val="FFFFFF"/>
                </a:solidFill>
                <a:cs typeface="+mn-ea"/>
                <a:sym typeface="+mn-lt"/>
              </a:rPr>
              <a:t>文字内容</a:t>
            </a:r>
            <a:endParaRPr kumimoji="1" lang="en-GB" altLang="zh-CN" sz="2000" b="1">
              <a:solidFill>
                <a:srgbClr val="FFFFFF"/>
              </a:solidFill>
              <a:cs typeface="+mn-ea"/>
              <a:sym typeface="+mn-lt"/>
            </a:endParaRPr>
          </a:p>
        </p:txBody>
      </p:sp>
      <p:sp>
        <p:nvSpPr>
          <p:cNvPr id="5" name="Text Placeholder 32"/>
          <p:cNvSpPr txBox="1"/>
          <p:nvPr/>
        </p:nvSpPr>
        <p:spPr>
          <a:xfrm>
            <a:off x="1177823" y="3135831"/>
            <a:ext cx="2625827" cy="70346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zh-CN" altLang="en-US" sz="1600">
                <a:solidFill>
                  <a:srgbClr val="404040"/>
                </a:solidFill>
                <a:latin typeface="+mn-lt"/>
                <a:cs typeface="+mn-ea"/>
                <a:sym typeface="+mn-lt"/>
              </a:rPr>
              <a:t>请在此处添加具体内容，文字尽量言简意赅</a:t>
            </a:r>
            <a:endParaRPr lang="en-US" altLang="zh-CN" sz="1600">
              <a:solidFill>
                <a:srgbClr val="404040"/>
              </a:solidFill>
              <a:latin typeface="+mn-lt"/>
              <a:cs typeface="+mn-ea"/>
              <a:sym typeface="+mn-lt"/>
            </a:endParaRPr>
          </a:p>
        </p:txBody>
      </p:sp>
      <p:sp>
        <p:nvSpPr>
          <p:cNvPr id="6" name="Text Placeholder 33"/>
          <p:cNvSpPr txBox="1"/>
          <p:nvPr/>
        </p:nvSpPr>
        <p:spPr>
          <a:xfrm>
            <a:off x="1177823" y="2718968"/>
            <a:ext cx="2203917" cy="36933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0000"/>
              </a:lnSpc>
              <a:buNone/>
            </a:pPr>
            <a:r>
              <a:rPr lang="zh-CN" altLang="en-US" sz="2400" b="1">
                <a:solidFill>
                  <a:srgbClr val="404040"/>
                </a:solidFill>
                <a:latin typeface="+mn-lt"/>
                <a:cs typeface="+mn-ea"/>
                <a:sym typeface="+mn-lt"/>
              </a:rPr>
              <a:t>请替换文字内容</a:t>
            </a:r>
            <a:endParaRPr lang="en-AU" sz="2400" b="1">
              <a:solidFill>
                <a:srgbClr val="404040"/>
              </a:solidFill>
              <a:latin typeface="+mn-lt"/>
              <a:cs typeface="+mn-ea"/>
              <a:sym typeface="+mn-lt"/>
            </a:endParaRPr>
          </a:p>
        </p:txBody>
      </p:sp>
      <p:sp>
        <p:nvSpPr>
          <p:cNvPr id="7" name="Text Placeholder 32"/>
          <p:cNvSpPr txBox="1"/>
          <p:nvPr/>
        </p:nvSpPr>
        <p:spPr>
          <a:xfrm>
            <a:off x="1177823" y="4704745"/>
            <a:ext cx="2625827" cy="70346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zh-CN" altLang="en-US" sz="1600">
                <a:solidFill>
                  <a:srgbClr val="404040"/>
                </a:solidFill>
                <a:latin typeface="+mn-lt"/>
                <a:cs typeface="+mn-ea"/>
                <a:sym typeface="+mn-lt"/>
              </a:rPr>
              <a:t>请在此处添加具体内容，文字尽量言简意赅</a:t>
            </a:r>
            <a:endParaRPr lang="en-US" altLang="zh-CN" sz="1600">
              <a:solidFill>
                <a:srgbClr val="404040"/>
              </a:solidFill>
              <a:latin typeface="+mn-lt"/>
              <a:cs typeface="+mn-ea"/>
              <a:sym typeface="+mn-lt"/>
            </a:endParaRPr>
          </a:p>
        </p:txBody>
      </p:sp>
      <p:sp>
        <p:nvSpPr>
          <p:cNvPr id="8" name="Text Placeholder 33"/>
          <p:cNvSpPr txBox="1"/>
          <p:nvPr/>
        </p:nvSpPr>
        <p:spPr>
          <a:xfrm>
            <a:off x="1177823" y="4287882"/>
            <a:ext cx="2203917" cy="36933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0000"/>
              </a:lnSpc>
              <a:buNone/>
            </a:pPr>
            <a:r>
              <a:rPr lang="zh-CN" altLang="en-US" sz="2400" b="1">
                <a:solidFill>
                  <a:srgbClr val="404040"/>
                </a:solidFill>
                <a:latin typeface="+mn-lt"/>
                <a:cs typeface="+mn-ea"/>
                <a:sym typeface="+mn-lt"/>
              </a:rPr>
              <a:t>请替换文字内容</a:t>
            </a:r>
            <a:endParaRPr lang="en-AU" sz="2400" b="1">
              <a:solidFill>
                <a:srgbClr val="404040"/>
              </a:solidFill>
              <a:latin typeface="+mn-lt"/>
              <a:cs typeface="+mn-ea"/>
              <a:sym typeface="+mn-lt"/>
            </a:endParaRPr>
          </a:p>
        </p:txBody>
      </p:sp>
      <p:sp>
        <p:nvSpPr>
          <p:cNvPr id="9" name="圆角矩形 47"/>
          <p:cNvSpPr/>
          <p:nvPr/>
        </p:nvSpPr>
        <p:spPr>
          <a:xfrm>
            <a:off x="9157706" y="5097521"/>
            <a:ext cx="1839760" cy="59405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000" b="1">
                <a:solidFill>
                  <a:srgbClr val="FFFFFF"/>
                </a:solidFill>
                <a:cs typeface="+mn-ea"/>
                <a:sym typeface="+mn-lt"/>
              </a:rPr>
              <a:t>文字内容</a:t>
            </a:r>
            <a:endParaRPr kumimoji="1" lang="en-GB" altLang="zh-CN" sz="2000" b="1">
              <a:solidFill>
                <a:srgbClr val="FFFFFF"/>
              </a:solidFill>
              <a:cs typeface="+mn-ea"/>
              <a:sym typeface="+mn-lt"/>
            </a:endParaRPr>
          </a:p>
        </p:txBody>
      </p:sp>
      <p:sp>
        <p:nvSpPr>
          <p:cNvPr id="10" name="Text Placeholder 32"/>
          <p:cNvSpPr txBox="1"/>
          <p:nvPr/>
        </p:nvSpPr>
        <p:spPr>
          <a:xfrm>
            <a:off x="8434615" y="3938904"/>
            <a:ext cx="2562852" cy="70346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lnSpc>
                <a:spcPct val="150000"/>
              </a:lnSpc>
              <a:buNone/>
            </a:pPr>
            <a:r>
              <a:rPr lang="zh-CN" altLang="en-US" sz="1600">
                <a:solidFill>
                  <a:srgbClr val="404040"/>
                </a:solidFill>
                <a:latin typeface="+mn-lt"/>
                <a:cs typeface="+mn-ea"/>
                <a:sym typeface="+mn-lt"/>
              </a:rPr>
              <a:t>请在此处添加具体内容，文字尽量言简意赅</a:t>
            </a:r>
            <a:endParaRPr lang="en-US" altLang="zh-CN" sz="1600">
              <a:solidFill>
                <a:srgbClr val="404040"/>
              </a:solidFill>
              <a:latin typeface="+mn-lt"/>
              <a:cs typeface="+mn-ea"/>
              <a:sym typeface="+mn-lt"/>
            </a:endParaRPr>
          </a:p>
        </p:txBody>
      </p:sp>
      <p:sp>
        <p:nvSpPr>
          <p:cNvPr id="11" name="Text Placeholder 33"/>
          <p:cNvSpPr txBox="1"/>
          <p:nvPr/>
        </p:nvSpPr>
        <p:spPr>
          <a:xfrm>
            <a:off x="8793549" y="3522041"/>
            <a:ext cx="2203917" cy="36933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lnSpc>
                <a:spcPct val="100000"/>
              </a:lnSpc>
              <a:buNone/>
            </a:pPr>
            <a:r>
              <a:rPr lang="zh-CN" altLang="en-US" sz="2400" b="1">
                <a:solidFill>
                  <a:srgbClr val="404040"/>
                </a:solidFill>
                <a:latin typeface="+mn-lt"/>
                <a:cs typeface="+mn-ea"/>
                <a:sym typeface="+mn-lt"/>
              </a:rPr>
              <a:t>请替换文字内容</a:t>
            </a:r>
            <a:endParaRPr lang="en-AU" sz="2400" b="1">
              <a:solidFill>
                <a:srgbClr val="404040"/>
              </a:solidFill>
              <a:latin typeface="+mn-lt"/>
              <a:cs typeface="+mn-ea"/>
              <a:sym typeface="+mn-lt"/>
            </a:endParaRPr>
          </a:p>
        </p:txBody>
      </p:sp>
      <p:sp>
        <p:nvSpPr>
          <p:cNvPr id="12" name="Text Placeholder 32"/>
          <p:cNvSpPr txBox="1"/>
          <p:nvPr/>
        </p:nvSpPr>
        <p:spPr>
          <a:xfrm>
            <a:off x="8434615" y="2309294"/>
            <a:ext cx="2562852" cy="70346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lnSpc>
                <a:spcPct val="150000"/>
              </a:lnSpc>
              <a:buNone/>
            </a:pPr>
            <a:r>
              <a:rPr lang="zh-CN" altLang="en-US" sz="1600">
                <a:solidFill>
                  <a:srgbClr val="404040"/>
                </a:solidFill>
                <a:latin typeface="+mn-lt"/>
                <a:cs typeface="+mn-ea"/>
                <a:sym typeface="+mn-lt"/>
              </a:rPr>
              <a:t>请在此处添加具体内容，文字尽量言简意赅</a:t>
            </a:r>
            <a:endParaRPr lang="en-US" altLang="zh-CN" sz="1600">
              <a:solidFill>
                <a:srgbClr val="404040"/>
              </a:solidFill>
              <a:latin typeface="+mn-lt"/>
              <a:cs typeface="+mn-ea"/>
              <a:sym typeface="+mn-lt"/>
            </a:endParaRPr>
          </a:p>
        </p:txBody>
      </p:sp>
      <p:sp>
        <p:nvSpPr>
          <p:cNvPr id="13" name="Text Placeholder 33"/>
          <p:cNvSpPr txBox="1"/>
          <p:nvPr/>
        </p:nvSpPr>
        <p:spPr>
          <a:xfrm>
            <a:off x="8793549" y="1892431"/>
            <a:ext cx="2203917" cy="36933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r">
              <a:lnSpc>
                <a:spcPct val="100000"/>
              </a:lnSpc>
              <a:buNone/>
            </a:pPr>
            <a:r>
              <a:rPr lang="zh-CN" altLang="en-US" sz="2400" b="1">
                <a:solidFill>
                  <a:srgbClr val="404040"/>
                </a:solidFill>
                <a:latin typeface="+mn-lt"/>
                <a:cs typeface="+mn-ea"/>
                <a:sym typeface="+mn-lt"/>
              </a:rPr>
              <a:t>请替换文字内容</a:t>
            </a:r>
            <a:endParaRPr lang="en-AU" sz="2400" b="1">
              <a:solidFill>
                <a:srgbClr val="404040"/>
              </a:solidFill>
              <a:latin typeface="+mn-lt"/>
              <a:cs typeface="+mn-ea"/>
              <a:sym typeface="+mn-lt"/>
            </a:endParaRPr>
          </a:p>
        </p:txBody>
      </p:sp>
      <p:pic>
        <p:nvPicPr>
          <p:cNvPr id="2" name="图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07192" y="1012492"/>
            <a:ext cx="5388429" cy="538842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7" presetClass="entr" presetSubtype="10" dur="5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childTnLst>
                                </p:cTn>
                              </p:par>
                              <p:par>
                                <p:cTn id="9" presetID="17" presetClass="entr" presetSubtype="10" dur="5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strVal val="#ppt_h"/>
                                          </p:val>
                                        </p:tav>
                                        <p:tav tm="100000">
                                          <p:val>
                                            <p:strVal val="#ppt_h"/>
                                          </p:val>
                                        </p:tav>
                                      </p:tavLst>
                                    </p:anim>
                                  </p:childTnLst>
                                </p:cTn>
                              </p:par>
                            </p:childTnLst>
                          </p:cTn>
                        </p:par>
                        <p:par>
                          <p:cTn id="13" fill="hold" nodeType="afterGroup">
                            <p:stCondLst>
                              <p:cond delay="500"/>
                            </p:stCondLst>
                            <p:childTnLst>
                              <p:par>
                                <p:cTn id="14" presetID="22" presetClass="entr" presetSubtype="4" dur="50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par>
                                <p:cTn id="17" presetID="22" presetClass="entr" presetSubtype="4" dur="50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childTnLst>
                          </p:cTn>
                        </p:par>
                        <p:par>
                          <p:cTn id="20" fill="hold" nodeType="afterGroup">
                            <p:stCondLst>
                              <p:cond delay="1000"/>
                            </p:stCondLst>
                            <p:childTnLst>
                              <p:par>
                                <p:cTn id="21" presetID="22" presetClass="entr" presetSubtype="4" dur="50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par>
                                <p:cTn id="24" presetID="22" presetClass="entr" presetSubtype="4" dur="50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childTnLst>
                          </p:cTn>
                        </p:par>
                        <p:par>
                          <p:cTn id="27" fill="hold" nodeType="afterGroup">
                            <p:stCondLst>
                              <p:cond delay="1500"/>
                            </p:stCondLst>
                            <p:childTnLst>
                              <p:par>
                                <p:cTn id="28" presetID="22" presetClass="entr" presetSubtype="4" dur="50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down)">
                                      <p:cBhvr>
                                        <p:cTn id="30" dur="500"/>
                                        <p:tgtEl>
                                          <p:spTgt spid="10"/>
                                        </p:tgtEl>
                                      </p:cBhvr>
                                    </p:animEffect>
                                  </p:childTnLst>
                                </p:cTn>
                              </p:par>
                              <p:par>
                                <p:cTn id="31" presetID="22" presetClass="entr" presetSubtype="4" dur="50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down)">
                                      <p:cBhvr>
                                        <p:cTn id="33" dur="500"/>
                                        <p:tgtEl>
                                          <p:spTgt spid="11"/>
                                        </p:tgtEl>
                                      </p:cBhvr>
                                    </p:animEffect>
                                  </p:childTnLst>
                                </p:cTn>
                              </p:par>
                            </p:childTnLst>
                          </p:cTn>
                        </p:par>
                        <p:par>
                          <p:cTn id="34" fill="hold" nodeType="afterGroup">
                            <p:stCondLst>
                              <p:cond delay="2000"/>
                            </p:stCondLst>
                            <p:childTnLst>
                              <p:par>
                                <p:cTn id="35" presetID="22" presetClass="entr" presetSubtype="4" dur="500"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par>
                                <p:cTn id="38" presetID="22" presetClass="entr" presetSubtype="4" dur="50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down)">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8" grpId="0"/>
      <p:bldP spid="9" grpId="0" animBg="1"/>
      <p:bldP spid="10" grpId="0"/>
      <p:bldP spid="11" grpId="0"/>
      <p:bldP spid="12"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ṣliḑè"/>
          <p:cNvSpPr/>
          <p:nvPr/>
        </p:nvSpPr>
        <p:spPr>
          <a:xfrm>
            <a:off x="1367372" y="4523359"/>
            <a:ext cx="9467541" cy="1002967"/>
          </a:xfrm>
          <a:prstGeom prst="rect">
            <a:avLst/>
          </a:prstGeom>
          <a:ln>
            <a:noFill/>
          </a:ln>
        </p:spPr>
        <p:txBody>
          <a:bodyPr wrap="square" lIns="91440" tIns="45720" rIns="91440" bIns="45720" anchor="t">
            <a:spAutoFit/>
          </a:bodyPr>
          <a:lstStyle/>
          <a:p>
            <a:pPr algn="ctr">
              <a:lnSpc>
                <a:spcPct val="200000"/>
              </a:lnSpc>
            </a:pPr>
            <a:r>
              <a:rPr lang="zh-CN" altLang="en-US" sz="1600">
                <a:solidFill>
                  <a:srgbClr val="404040"/>
                </a:solidFill>
                <a:cs typeface="+mn-ea"/>
                <a:sym typeface="+mn-lt"/>
              </a:rPr>
              <a:t>点击在此输入说明文本点击在此输入说明文本点击在此输入说明文本点击在此输入说明文本点击在此输入说明文本点击在此输入说明文本</a:t>
            </a:r>
            <a:endParaRPr lang="en-US" altLang="zh-CN" sz="1600">
              <a:solidFill>
                <a:srgbClr val="404040"/>
              </a:solidFill>
              <a:cs typeface="+mn-ea"/>
              <a:sym typeface="+mn-lt"/>
            </a:endParaRPr>
          </a:p>
        </p:txBody>
      </p:sp>
      <p:grpSp>
        <p:nvGrpSpPr>
          <p:cNvPr id="4" name="组合 3"/>
          <p:cNvGrpSpPr/>
          <p:nvPr/>
        </p:nvGrpSpPr>
        <p:grpSpPr>
          <a:xfrm>
            <a:off x="832423" y="2240538"/>
            <a:ext cx="10383238" cy="1914732"/>
            <a:chOff x="813373" y="2392938"/>
            <a:chExt cx="10383238" cy="1914732"/>
          </a:xfrm>
        </p:grpSpPr>
        <p:cxnSp>
          <p:nvCxnSpPr>
            <p:cNvPr id="10" name="直接连接符 9"/>
            <p:cNvCxnSpPr/>
            <p:nvPr/>
          </p:nvCxnSpPr>
          <p:spPr>
            <a:xfrm flipH="1">
              <a:off x="2774997" y="2392938"/>
              <a:ext cx="0" cy="13869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a:off x="9205923" y="2392938"/>
              <a:ext cx="0" cy="13869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7062281" y="2392938"/>
              <a:ext cx="0" cy="13869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4918639" y="2392938"/>
              <a:ext cx="0" cy="138698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4" name="i$ḻiḓé"/>
            <p:cNvGrpSpPr/>
            <p:nvPr/>
          </p:nvGrpSpPr>
          <p:grpSpPr>
            <a:xfrm>
              <a:off x="813373" y="2812261"/>
              <a:ext cx="1779608" cy="1495409"/>
              <a:chOff x="1528096" y="3291613"/>
              <a:chExt cx="1779608" cy="1495409"/>
            </a:xfrm>
          </p:grpSpPr>
          <p:sp>
            <p:nvSpPr>
              <p:cNvPr id="27" name="ísľíḋè"/>
              <p:cNvSpPr/>
              <p:nvPr/>
            </p:nvSpPr>
            <p:spPr>
              <a:xfrm>
                <a:off x="1528096" y="3630167"/>
                <a:ext cx="1779608" cy="1156855"/>
              </a:xfrm>
              <a:prstGeom prst="rect">
                <a:avLst/>
              </a:prstGeom>
              <a:ln>
                <a:noFill/>
              </a:ln>
            </p:spPr>
            <p:txBody>
              <a:bodyPr wrap="square" lIns="91440" tIns="45720" rIns="91440" bIns="45720" anchor="t">
                <a:spAutoFit/>
              </a:bodyPr>
              <a:lstStyle/>
              <a:p>
                <a:pPr algn="ctr">
                  <a:lnSpc>
                    <a:spcPct val="150000"/>
                  </a:lnSpc>
                </a:pPr>
                <a:r>
                  <a:rPr lang="zh-CN" altLang="en-US" sz="1600">
                    <a:solidFill>
                      <a:srgbClr val="404040"/>
                    </a:solidFill>
                    <a:cs typeface="+mn-ea"/>
                    <a:sym typeface="+mn-lt"/>
                  </a:rPr>
                  <a:t>点击在此输入说明文本点击在此输入说明文本</a:t>
                </a:r>
                <a:endParaRPr lang="en-US" altLang="zh-CN" sz="1600">
                  <a:solidFill>
                    <a:srgbClr val="404040"/>
                  </a:solidFill>
                  <a:cs typeface="+mn-ea"/>
                  <a:sym typeface="+mn-lt"/>
                </a:endParaRPr>
              </a:p>
            </p:txBody>
          </p:sp>
          <p:sp>
            <p:nvSpPr>
              <p:cNvPr id="28" name="îṧļîḍè"/>
              <p:cNvSpPr txBox="1"/>
              <p:nvPr/>
            </p:nvSpPr>
            <p:spPr>
              <a:xfrm>
                <a:off x="1528096" y="3291613"/>
                <a:ext cx="1779608" cy="461665"/>
              </a:xfrm>
              <a:prstGeom prst="rect">
                <a:avLst/>
              </a:prstGeom>
              <a:noFill/>
            </p:spPr>
            <p:txBody>
              <a:bodyPr wrap="square" rtlCol="0">
                <a:spAutoFit/>
              </a:bodyPr>
              <a:lstStyle/>
              <a:p>
                <a:pPr algn="ctr"/>
                <a:r>
                  <a:rPr lang="zh-CN" altLang="en-US" sz="2400" b="1">
                    <a:solidFill>
                      <a:srgbClr val="404040"/>
                    </a:solidFill>
                    <a:cs typeface="+mn-ea"/>
                    <a:sym typeface="+mn-lt"/>
                  </a:rPr>
                  <a:t>添加标题</a:t>
                </a:r>
                <a:endParaRPr lang="en-US" altLang="zh-CN" sz="2400" b="1">
                  <a:solidFill>
                    <a:srgbClr val="404040"/>
                  </a:solidFill>
                  <a:cs typeface="+mn-ea"/>
                  <a:sym typeface="+mn-lt"/>
                </a:endParaRPr>
              </a:p>
            </p:txBody>
          </p:sp>
        </p:grpSp>
        <p:grpSp>
          <p:nvGrpSpPr>
            <p:cNvPr id="15" name="i$ḻiḓé"/>
            <p:cNvGrpSpPr/>
            <p:nvPr/>
          </p:nvGrpSpPr>
          <p:grpSpPr>
            <a:xfrm>
              <a:off x="2957014" y="2812261"/>
              <a:ext cx="1779608" cy="1495409"/>
              <a:chOff x="1528096" y="3291613"/>
              <a:chExt cx="1779608" cy="1495409"/>
            </a:xfrm>
          </p:grpSpPr>
          <p:sp>
            <p:nvSpPr>
              <p:cNvPr id="25" name="ísľíḋè"/>
              <p:cNvSpPr/>
              <p:nvPr/>
            </p:nvSpPr>
            <p:spPr>
              <a:xfrm>
                <a:off x="1528096" y="3630167"/>
                <a:ext cx="1779608" cy="1156855"/>
              </a:xfrm>
              <a:prstGeom prst="rect">
                <a:avLst/>
              </a:prstGeom>
              <a:ln>
                <a:noFill/>
              </a:ln>
            </p:spPr>
            <p:txBody>
              <a:bodyPr wrap="square" lIns="91440" tIns="45720" rIns="91440" bIns="45720" anchor="t">
                <a:spAutoFit/>
              </a:bodyPr>
              <a:lstStyle/>
              <a:p>
                <a:pPr algn="ctr">
                  <a:lnSpc>
                    <a:spcPct val="150000"/>
                  </a:lnSpc>
                </a:pPr>
                <a:r>
                  <a:rPr lang="zh-CN" altLang="en-US" sz="1600">
                    <a:solidFill>
                      <a:srgbClr val="404040"/>
                    </a:solidFill>
                    <a:cs typeface="+mn-ea"/>
                    <a:sym typeface="+mn-lt"/>
                  </a:rPr>
                  <a:t>点击在此输入说明文本点击在此输入说明文本</a:t>
                </a:r>
                <a:endParaRPr lang="en-US" altLang="zh-CN" sz="1600">
                  <a:solidFill>
                    <a:srgbClr val="404040"/>
                  </a:solidFill>
                  <a:cs typeface="+mn-ea"/>
                  <a:sym typeface="+mn-lt"/>
                </a:endParaRPr>
              </a:p>
            </p:txBody>
          </p:sp>
          <p:sp>
            <p:nvSpPr>
              <p:cNvPr id="26" name="îṧļîḍè"/>
              <p:cNvSpPr txBox="1"/>
              <p:nvPr/>
            </p:nvSpPr>
            <p:spPr>
              <a:xfrm>
                <a:off x="1528096" y="3291613"/>
                <a:ext cx="1779608" cy="461665"/>
              </a:xfrm>
              <a:prstGeom prst="rect">
                <a:avLst/>
              </a:prstGeom>
              <a:noFill/>
            </p:spPr>
            <p:txBody>
              <a:bodyPr wrap="square" rtlCol="0">
                <a:spAutoFit/>
              </a:bodyPr>
              <a:lstStyle/>
              <a:p>
                <a:pPr algn="ctr"/>
                <a:r>
                  <a:rPr lang="zh-CN" altLang="en-US" sz="2400" b="1">
                    <a:solidFill>
                      <a:srgbClr val="404040"/>
                    </a:solidFill>
                    <a:cs typeface="+mn-ea"/>
                    <a:sym typeface="+mn-lt"/>
                  </a:rPr>
                  <a:t>添加标题</a:t>
                </a:r>
                <a:endParaRPr lang="en-US" altLang="zh-CN" sz="2400" b="1">
                  <a:solidFill>
                    <a:srgbClr val="404040"/>
                  </a:solidFill>
                  <a:cs typeface="+mn-ea"/>
                  <a:sym typeface="+mn-lt"/>
                </a:endParaRPr>
              </a:p>
            </p:txBody>
          </p:sp>
        </p:grpSp>
        <p:grpSp>
          <p:nvGrpSpPr>
            <p:cNvPr id="16" name="i$ḻiḓé"/>
            <p:cNvGrpSpPr/>
            <p:nvPr/>
          </p:nvGrpSpPr>
          <p:grpSpPr>
            <a:xfrm>
              <a:off x="5047748" y="2812261"/>
              <a:ext cx="1779608" cy="1495409"/>
              <a:chOff x="1528096" y="3291613"/>
              <a:chExt cx="1779608" cy="1495409"/>
            </a:xfrm>
          </p:grpSpPr>
          <p:sp>
            <p:nvSpPr>
              <p:cNvPr id="23" name="ísľíḋè"/>
              <p:cNvSpPr/>
              <p:nvPr/>
            </p:nvSpPr>
            <p:spPr>
              <a:xfrm>
                <a:off x="1528096" y="3630167"/>
                <a:ext cx="1779608" cy="1156855"/>
              </a:xfrm>
              <a:prstGeom prst="rect">
                <a:avLst/>
              </a:prstGeom>
              <a:ln>
                <a:noFill/>
              </a:ln>
            </p:spPr>
            <p:txBody>
              <a:bodyPr wrap="square" lIns="91440" tIns="45720" rIns="91440" bIns="45720" anchor="t">
                <a:spAutoFit/>
              </a:bodyPr>
              <a:lstStyle/>
              <a:p>
                <a:pPr algn="ctr">
                  <a:lnSpc>
                    <a:spcPct val="150000"/>
                  </a:lnSpc>
                </a:pPr>
                <a:r>
                  <a:rPr lang="zh-CN" altLang="en-US" sz="1600">
                    <a:solidFill>
                      <a:srgbClr val="404040"/>
                    </a:solidFill>
                    <a:cs typeface="+mn-ea"/>
                    <a:sym typeface="+mn-lt"/>
                  </a:rPr>
                  <a:t>点击在此输入说明文本点击在此输入说明文本</a:t>
                </a:r>
                <a:endParaRPr lang="en-US" altLang="zh-CN" sz="1600">
                  <a:solidFill>
                    <a:srgbClr val="404040"/>
                  </a:solidFill>
                  <a:cs typeface="+mn-ea"/>
                  <a:sym typeface="+mn-lt"/>
                </a:endParaRPr>
              </a:p>
            </p:txBody>
          </p:sp>
          <p:sp>
            <p:nvSpPr>
              <p:cNvPr id="24" name="îṧļîḍè"/>
              <p:cNvSpPr txBox="1"/>
              <p:nvPr/>
            </p:nvSpPr>
            <p:spPr>
              <a:xfrm>
                <a:off x="1528096" y="3291613"/>
                <a:ext cx="1779608" cy="461665"/>
              </a:xfrm>
              <a:prstGeom prst="rect">
                <a:avLst/>
              </a:prstGeom>
              <a:noFill/>
            </p:spPr>
            <p:txBody>
              <a:bodyPr wrap="square" rtlCol="0">
                <a:spAutoFit/>
              </a:bodyPr>
              <a:lstStyle/>
              <a:p>
                <a:pPr algn="ctr"/>
                <a:r>
                  <a:rPr lang="zh-CN" altLang="en-US" sz="2400" b="1">
                    <a:solidFill>
                      <a:srgbClr val="404040"/>
                    </a:solidFill>
                    <a:cs typeface="+mn-ea"/>
                    <a:sym typeface="+mn-lt"/>
                  </a:rPr>
                  <a:t>添加标题</a:t>
                </a:r>
                <a:endParaRPr lang="en-US" altLang="zh-CN" sz="2400" b="1">
                  <a:solidFill>
                    <a:srgbClr val="404040"/>
                  </a:solidFill>
                  <a:cs typeface="+mn-ea"/>
                  <a:sym typeface="+mn-lt"/>
                </a:endParaRPr>
              </a:p>
            </p:txBody>
          </p:sp>
        </p:grpSp>
        <p:grpSp>
          <p:nvGrpSpPr>
            <p:cNvPr id="17" name="i$ḻiḓé"/>
            <p:cNvGrpSpPr/>
            <p:nvPr/>
          </p:nvGrpSpPr>
          <p:grpSpPr>
            <a:xfrm>
              <a:off x="7194866" y="2812261"/>
              <a:ext cx="1779608" cy="1495409"/>
              <a:chOff x="1528096" y="3291613"/>
              <a:chExt cx="1779608" cy="1495409"/>
            </a:xfrm>
          </p:grpSpPr>
          <p:sp>
            <p:nvSpPr>
              <p:cNvPr id="21" name="ísľíḋè"/>
              <p:cNvSpPr/>
              <p:nvPr/>
            </p:nvSpPr>
            <p:spPr>
              <a:xfrm>
                <a:off x="1528096" y="3630167"/>
                <a:ext cx="1779608" cy="1156855"/>
              </a:xfrm>
              <a:prstGeom prst="rect">
                <a:avLst/>
              </a:prstGeom>
              <a:ln>
                <a:noFill/>
              </a:ln>
            </p:spPr>
            <p:txBody>
              <a:bodyPr wrap="square" lIns="91440" tIns="45720" rIns="91440" bIns="45720" anchor="t">
                <a:spAutoFit/>
              </a:bodyPr>
              <a:lstStyle/>
              <a:p>
                <a:pPr algn="ctr">
                  <a:lnSpc>
                    <a:spcPct val="150000"/>
                  </a:lnSpc>
                </a:pPr>
                <a:r>
                  <a:rPr lang="zh-CN" altLang="en-US" sz="1600">
                    <a:solidFill>
                      <a:srgbClr val="404040"/>
                    </a:solidFill>
                    <a:cs typeface="+mn-ea"/>
                    <a:sym typeface="+mn-lt"/>
                  </a:rPr>
                  <a:t>点击在此输入说明文本点击在此输入说明文本</a:t>
                </a:r>
                <a:endParaRPr lang="en-US" altLang="zh-CN" sz="1600">
                  <a:solidFill>
                    <a:srgbClr val="404040"/>
                  </a:solidFill>
                  <a:cs typeface="+mn-ea"/>
                  <a:sym typeface="+mn-lt"/>
                </a:endParaRPr>
              </a:p>
            </p:txBody>
          </p:sp>
          <p:sp>
            <p:nvSpPr>
              <p:cNvPr id="22" name="îṧļîḍè"/>
              <p:cNvSpPr txBox="1"/>
              <p:nvPr/>
            </p:nvSpPr>
            <p:spPr>
              <a:xfrm>
                <a:off x="1528096" y="3291613"/>
                <a:ext cx="1779608" cy="461665"/>
              </a:xfrm>
              <a:prstGeom prst="rect">
                <a:avLst/>
              </a:prstGeom>
              <a:noFill/>
            </p:spPr>
            <p:txBody>
              <a:bodyPr wrap="square" rtlCol="0">
                <a:spAutoFit/>
              </a:bodyPr>
              <a:lstStyle/>
              <a:p>
                <a:pPr algn="ctr"/>
                <a:r>
                  <a:rPr lang="zh-CN" altLang="en-US" sz="2400" b="1">
                    <a:solidFill>
                      <a:srgbClr val="404040"/>
                    </a:solidFill>
                    <a:cs typeface="+mn-ea"/>
                    <a:sym typeface="+mn-lt"/>
                  </a:rPr>
                  <a:t>添加标题</a:t>
                </a:r>
                <a:endParaRPr lang="en-US" altLang="zh-CN" sz="2400" b="1">
                  <a:solidFill>
                    <a:srgbClr val="404040"/>
                  </a:solidFill>
                  <a:cs typeface="+mn-ea"/>
                  <a:sym typeface="+mn-lt"/>
                </a:endParaRPr>
              </a:p>
            </p:txBody>
          </p:sp>
        </p:grpSp>
        <p:grpSp>
          <p:nvGrpSpPr>
            <p:cNvPr id="18" name="i$ḻiḓé"/>
            <p:cNvGrpSpPr/>
            <p:nvPr/>
          </p:nvGrpSpPr>
          <p:grpSpPr>
            <a:xfrm>
              <a:off x="9417003" y="2812261"/>
              <a:ext cx="1779608" cy="1495409"/>
              <a:chOff x="1528096" y="3291613"/>
              <a:chExt cx="1779608" cy="1495409"/>
            </a:xfrm>
          </p:grpSpPr>
          <p:sp>
            <p:nvSpPr>
              <p:cNvPr id="19" name="ísľíḋè"/>
              <p:cNvSpPr/>
              <p:nvPr/>
            </p:nvSpPr>
            <p:spPr>
              <a:xfrm>
                <a:off x="1528096" y="3630167"/>
                <a:ext cx="1779608" cy="1156855"/>
              </a:xfrm>
              <a:prstGeom prst="rect">
                <a:avLst/>
              </a:prstGeom>
              <a:ln>
                <a:noFill/>
              </a:ln>
            </p:spPr>
            <p:txBody>
              <a:bodyPr wrap="square" lIns="91440" tIns="45720" rIns="91440" bIns="45720" anchor="t">
                <a:spAutoFit/>
              </a:bodyPr>
              <a:lstStyle/>
              <a:p>
                <a:pPr algn="ctr">
                  <a:lnSpc>
                    <a:spcPct val="150000"/>
                  </a:lnSpc>
                </a:pPr>
                <a:r>
                  <a:rPr lang="zh-CN" altLang="en-US" sz="1600">
                    <a:solidFill>
                      <a:srgbClr val="404040"/>
                    </a:solidFill>
                    <a:cs typeface="+mn-ea"/>
                    <a:sym typeface="+mn-lt"/>
                  </a:rPr>
                  <a:t>点击在此输入说明文本点击在此输入说明文本</a:t>
                </a:r>
                <a:endParaRPr lang="en-US" altLang="zh-CN" sz="1600">
                  <a:solidFill>
                    <a:srgbClr val="404040"/>
                  </a:solidFill>
                  <a:cs typeface="+mn-ea"/>
                  <a:sym typeface="+mn-lt"/>
                </a:endParaRPr>
              </a:p>
            </p:txBody>
          </p:sp>
          <p:sp>
            <p:nvSpPr>
              <p:cNvPr id="20" name="îṧļîḍè"/>
              <p:cNvSpPr txBox="1"/>
              <p:nvPr/>
            </p:nvSpPr>
            <p:spPr>
              <a:xfrm>
                <a:off x="1528096" y="3291613"/>
                <a:ext cx="1779608" cy="461665"/>
              </a:xfrm>
              <a:prstGeom prst="rect">
                <a:avLst/>
              </a:prstGeom>
              <a:noFill/>
            </p:spPr>
            <p:txBody>
              <a:bodyPr wrap="square" rtlCol="0">
                <a:spAutoFit/>
              </a:bodyPr>
              <a:lstStyle/>
              <a:p>
                <a:pPr algn="ctr"/>
                <a:r>
                  <a:rPr lang="zh-CN" altLang="en-US" sz="2400" b="1">
                    <a:solidFill>
                      <a:srgbClr val="404040"/>
                    </a:solidFill>
                    <a:cs typeface="+mn-ea"/>
                    <a:sym typeface="+mn-lt"/>
                  </a:rPr>
                  <a:t>添加标题</a:t>
                </a:r>
                <a:endParaRPr lang="en-US" altLang="zh-CN" sz="2400" b="1">
                  <a:solidFill>
                    <a:srgbClr val="404040"/>
                  </a:solidFill>
                  <a:cs typeface="+mn-ea"/>
                  <a:sym typeface="+mn-lt"/>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5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92057" y="2432743"/>
            <a:ext cx="1431161" cy="2798781"/>
          </a:xfrm>
          <a:prstGeom prst="rect">
            <a:avLst/>
          </a:prstGeom>
          <a:noFill/>
        </p:spPr>
        <p:txBody>
          <a:bodyPr vert="eaVert" wrap="square" rtlCol="0">
            <a:spAutoFit/>
          </a:bodyPr>
          <a:lstStyle/>
          <a:p>
            <a:pPr>
              <a:lnSpc>
                <a:spcPct val="150000"/>
              </a:lnSpc>
              <a:defRPr/>
            </a:pPr>
            <a:r>
              <a:rPr lang="zh-CN" altLang="en-US" spc="300">
                <a:solidFill>
                  <a:srgbClr val="404040"/>
                </a:solidFill>
                <a:cs typeface="+mn-ea"/>
                <a:sym typeface="+mn-lt"/>
              </a:rPr>
              <a:t>请输入你想要的文字内容或者复制粘贴，粘贴你想要的内容</a:t>
            </a:r>
          </a:p>
        </p:txBody>
      </p:sp>
      <p:sp>
        <p:nvSpPr>
          <p:cNvPr id="3" name="文本框 2"/>
          <p:cNvSpPr txBox="1"/>
          <p:nvPr/>
        </p:nvSpPr>
        <p:spPr>
          <a:xfrm>
            <a:off x="9844653" y="2427664"/>
            <a:ext cx="1431161" cy="2798781"/>
          </a:xfrm>
          <a:prstGeom prst="rect">
            <a:avLst/>
          </a:prstGeom>
          <a:noFill/>
        </p:spPr>
        <p:txBody>
          <a:bodyPr vert="eaVert" wrap="square" rtlCol="0">
            <a:spAutoFit/>
          </a:bodyPr>
          <a:lstStyle/>
          <a:p>
            <a:pPr>
              <a:lnSpc>
                <a:spcPct val="150000"/>
              </a:lnSpc>
              <a:defRPr/>
            </a:pPr>
            <a:r>
              <a:rPr lang="zh-CN" altLang="en-US" spc="300">
                <a:solidFill>
                  <a:srgbClr val="404040"/>
                </a:solidFill>
                <a:cs typeface="+mn-ea"/>
                <a:sym typeface="+mn-lt"/>
              </a:rPr>
              <a:t>请输入你想要的文字内容或者复制粘贴，粘贴你想要</a:t>
            </a:r>
          </a:p>
        </p:txBody>
      </p:sp>
      <p:sp>
        <p:nvSpPr>
          <p:cNvPr id="4" name="文本框 3"/>
          <p:cNvSpPr txBox="1"/>
          <p:nvPr/>
        </p:nvSpPr>
        <p:spPr>
          <a:xfrm>
            <a:off x="939957" y="2427664"/>
            <a:ext cx="1431161" cy="2798781"/>
          </a:xfrm>
          <a:prstGeom prst="rect">
            <a:avLst/>
          </a:prstGeom>
          <a:noFill/>
        </p:spPr>
        <p:txBody>
          <a:bodyPr vert="eaVert" wrap="square" rtlCol="0">
            <a:spAutoFit/>
          </a:bodyPr>
          <a:lstStyle/>
          <a:p>
            <a:pPr>
              <a:lnSpc>
                <a:spcPct val="150000"/>
              </a:lnSpc>
              <a:defRPr/>
            </a:pPr>
            <a:r>
              <a:rPr lang="zh-CN" altLang="en-US" spc="300">
                <a:solidFill>
                  <a:srgbClr val="404040"/>
                </a:solidFill>
                <a:cs typeface="+mn-ea"/>
                <a:sym typeface="+mn-lt"/>
              </a:rPr>
              <a:t>请输入你想要的文字内容或者复制粘贴，粘贴你想要内容</a:t>
            </a:r>
          </a:p>
        </p:txBody>
      </p:sp>
      <p:sp>
        <p:nvSpPr>
          <p:cNvPr id="5" name="文本框 4"/>
          <p:cNvSpPr txBox="1"/>
          <p:nvPr/>
        </p:nvSpPr>
        <p:spPr>
          <a:xfrm>
            <a:off x="2550507" y="2427664"/>
            <a:ext cx="1431161" cy="2798781"/>
          </a:xfrm>
          <a:prstGeom prst="rect">
            <a:avLst/>
          </a:prstGeom>
          <a:noFill/>
        </p:spPr>
        <p:txBody>
          <a:bodyPr vert="eaVert" wrap="square" rtlCol="0">
            <a:spAutoFit/>
          </a:bodyPr>
          <a:lstStyle/>
          <a:p>
            <a:pPr>
              <a:lnSpc>
                <a:spcPct val="150000"/>
              </a:lnSpc>
              <a:defRPr/>
            </a:pPr>
            <a:r>
              <a:rPr lang="zh-CN" altLang="en-US" spc="300">
                <a:solidFill>
                  <a:srgbClr val="404040"/>
                </a:solidFill>
                <a:cs typeface="+mn-ea"/>
                <a:sym typeface="+mn-lt"/>
              </a:rPr>
              <a:t>请输入你想要的文字内容或者复制粘贴，粘贴你想要的</a:t>
            </a:r>
          </a:p>
        </p:txBody>
      </p:sp>
      <p:grpSp>
        <p:nvGrpSpPr>
          <p:cNvPr id="6" name="组合 5"/>
          <p:cNvGrpSpPr/>
          <p:nvPr/>
        </p:nvGrpSpPr>
        <p:grpSpPr>
          <a:xfrm>
            <a:off x="1441668" y="1981338"/>
            <a:ext cx="9580409" cy="309375"/>
            <a:chOff x="936064" y="1962908"/>
            <a:chExt cx="7185307" cy="232031"/>
          </a:xfrm>
          <a:solidFill>
            <a:schemeClr val="accent1"/>
          </a:solidFill>
        </p:grpSpPr>
        <p:sp>
          <p:nvSpPr>
            <p:cNvPr id="7" name="椭圆 6"/>
            <p:cNvSpPr/>
            <p:nvPr/>
          </p:nvSpPr>
          <p:spPr>
            <a:xfrm>
              <a:off x="936064" y="2000993"/>
              <a:ext cx="155862" cy="1558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04040"/>
                </a:solidFill>
                <a:cs typeface="+mn-ea"/>
                <a:sym typeface="+mn-lt"/>
              </a:endParaRPr>
            </a:p>
          </p:txBody>
        </p:sp>
        <p:sp>
          <p:nvSpPr>
            <p:cNvPr id="8" name="椭圆 7"/>
            <p:cNvSpPr/>
            <p:nvPr/>
          </p:nvSpPr>
          <p:spPr>
            <a:xfrm>
              <a:off x="7965509" y="2000993"/>
              <a:ext cx="155862" cy="15586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04040"/>
                </a:solidFill>
                <a:cs typeface="+mn-ea"/>
                <a:sym typeface="+mn-lt"/>
              </a:endParaRPr>
            </a:p>
          </p:txBody>
        </p:sp>
        <p:sp>
          <p:nvSpPr>
            <p:cNvPr id="9" name="椭圆 8"/>
            <p:cNvSpPr/>
            <p:nvPr/>
          </p:nvSpPr>
          <p:spPr>
            <a:xfrm>
              <a:off x="2234926" y="1962908"/>
              <a:ext cx="232031" cy="2320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04040"/>
                </a:solidFill>
                <a:cs typeface="+mn-ea"/>
                <a:sym typeface="+mn-lt"/>
              </a:endParaRPr>
            </a:p>
          </p:txBody>
        </p:sp>
        <p:sp>
          <p:nvSpPr>
            <p:cNvPr id="10" name="椭圆 9"/>
            <p:cNvSpPr/>
            <p:nvPr/>
          </p:nvSpPr>
          <p:spPr>
            <a:xfrm>
              <a:off x="6711693" y="1962908"/>
              <a:ext cx="232031" cy="23203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04040"/>
                </a:solidFill>
                <a:cs typeface="+mn-ea"/>
                <a:sym typeface="+mn-lt"/>
              </a:endParaRPr>
            </a:p>
          </p:txBody>
        </p:sp>
      </p:grpSp>
      <p:pic>
        <p:nvPicPr>
          <p:cNvPr id="11" name="图片 10"/>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4276973" y="1196186"/>
            <a:ext cx="3293450" cy="566181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dur="50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nodeType="afterGroup">
                            <p:stCondLst>
                              <p:cond delay="500"/>
                            </p:stCondLst>
                            <p:childTnLst>
                              <p:par>
                                <p:cTn id="9" presetID="22" presetClass="entr" presetSubtype="1" dur="50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par>
                          <p:cTn id="12" fill="hold" nodeType="afterGroup">
                            <p:stCondLst>
                              <p:cond delay="1000"/>
                            </p:stCondLst>
                            <p:childTnLst>
                              <p:par>
                                <p:cTn id="13" presetID="22" presetClass="entr" presetSubtype="1" dur="50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nodeType="afterGroup">
                            <p:stCondLst>
                              <p:cond delay="1500"/>
                            </p:stCondLst>
                            <p:childTnLst>
                              <p:par>
                                <p:cTn id="17" presetID="22" presetClass="entr" presetSubtype="1" dur="50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par>
                          <p:cTn id="20" fill="hold" nodeType="afterGroup">
                            <p:stCondLst>
                              <p:cond delay="2000"/>
                            </p:stCondLst>
                            <p:childTnLst>
                              <p:par>
                                <p:cTn id="21" presetID="22" presetClass="entr" presetSubtype="1" dur="50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grpSp>
        <p:nvGrpSpPr>
          <p:cNvPr id="3" name="组合 2"/>
          <p:cNvGrpSpPr/>
          <p:nvPr/>
        </p:nvGrpSpPr>
        <p:grpSpPr>
          <a:xfrm>
            <a:off x="269073" y="251836"/>
            <a:ext cx="618686" cy="1786826"/>
            <a:chOff x="10936436" y="-2013487"/>
            <a:chExt cx="618686" cy="1846084"/>
          </a:xfrm>
        </p:grpSpPr>
        <p:sp>
          <p:nvSpPr>
            <p:cNvPr id="4" name="文本框 3"/>
            <p:cNvSpPr txBox="1"/>
            <p:nvPr/>
          </p:nvSpPr>
          <p:spPr>
            <a:xfrm>
              <a:off x="10936436"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白墙灰瓦雨如烟</a:t>
              </a:r>
              <a:endParaRPr lang="zh-CN" altLang="en-US" sz="1100">
                <a:solidFill>
                  <a:schemeClr val="tx1">
                    <a:lumMod val="85000"/>
                    <a:lumOff val="15000"/>
                  </a:schemeClr>
                </a:solidFill>
                <a:cs typeface="+mn-ea"/>
                <a:sym typeface="+mn-lt"/>
              </a:endParaRPr>
            </a:p>
          </p:txBody>
        </p:sp>
        <p:sp>
          <p:nvSpPr>
            <p:cNvPr id="5" name="文本框 4"/>
            <p:cNvSpPr txBox="1"/>
            <p:nvPr/>
          </p:nvSpPr>
          <p:spPr>
            <a:xfrm>
              <a:off x="11201179"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古意石桥月半弯</a:t>
              </a:r>
              <a:endParaRPr lang="zh-CN" altLang="en-US" sz="1100">
                <a:solidFill>
                  <a:schemeClr val="tx1">
                    <a:lumMod val="85000"/>
                    <a:lumOff val="15000"/>
                  </a:schemeClr>
                </a:solidFill>
                <a:cs typeface="+mn-ea"/>
                <a:sym typeface="+mn-lt"/>
              </a:endParaRPr>
            </a:p>
          </p:txBody>
        </p:sp>
      </p:grpSp>
      <p:sp>
        <p:nvSpPr>
          <p:cNvPr id="6" name="文本框 5"/>
          <p:cNvSpPr txBox="1"/>
          <p:nvPr/>
        </p:nvSpPr>
        <p:spPr>
          <a:xfrm>
            <a:off x="3939630" y="814566"/>
            <a:ext cx="1109486" cy="4508927"/>
          </a:xfrm>
          <a:prstGeom prst="rect">
            <a:avLst/>
          </a:prstGeom>
          <a:noFill/>
        </p:spPr>
        <p:txBody>
          <a:bodyPr wrap="square" rtlCol="0">
            <a:spAutoFit/>
          </a:bodyPr>
          <a:lstStyle/>
          <a:p>
            <a:pPr algn="dist"/>
            <a:r>
              <a:rPr lang="zh-CN" altLang="en-US" sz="28700">
                <a:gradFill>
                  <a:gsLst>
                    <a:gs pos="29000">
                      <a:srgbClr val="282C33">
                        <a:alpha val="91000"/>
                      </a:srgbClr>
                    </a:gs>
                    <a:gs pos="60000">
                      <a:srgbClr val="282C33">
                        <a:alpha val="0"/>
                      </a:srgbClr>
                    </a:gs>
                  </a:gsLst>
                  <a:lin ang="5400000" scaled="1"/>
                </a:gradFill>
                <a:cs typeface="+mn-ea"/>
                <a:sym typeface="+mn-lt"/>
              </a:rPr>
              <a:t>肆</a:t>
            </a:r>
          </a:p>
        </p:txBody>
      </p:sp>
      <p:grpSp>
        <p:nvGrpSpPr>
          <p:cNvPr id="7" name="组合 6"/>
          <p:cNvGrpSpPr/>
          <p:nvPr/>
        </p:nvGrpSpPr>
        <p:grpSpPr>
          <a:xfrm>
            <a:off x="2745423" y="3116537"/>
            <a:ext cx="6955350" cy="1733346"/>
            <a:chOff x="2936201" y="2850518"/>
            <a:chExt cx="6955350" cy="1733346"/>
          </a:xfrm>
        </p:grpSpPr>
        <p:grpSp>
          <p:nvGrpSpPr>
            <p:cNvPr id="8" name="组合 7"/>
            <p:cNvGrpSpPr/>
            <p:nvPr/>
          </p:nvGrpSpPr>
          <p:grpSpPr>
            <a:xfrm rot="21417380">
              <a:off x="2936201" y="2850518"/>
              <a:ext cx="6955350" cy="1733346"/>
              <a:chOff x="-15230" y="-2173288"/>
              <a:chExt cx="2171456" cy="571501"/>
            </a:xfrm>
            <a:solidFill>
              <a:srgbClr val="282C33"/>
            </a:solidFill>
          </p:grpSpPr>
          <p:sp>
            <p:nvSpPr>
              <p:cNvPr id="10" name="Freeform 692"/>
              <p:cNvSpPr/>
              <p:nvPr/>
            </p:nvSpPr>
            <p:spPr bwMode="auto">
              <a:xfrm flipH="1">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1" name="Freeform 693"/>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2" name="Freeform 699"/>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4" name="Freeform 700"/>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5" name="Freeform 701"/>
              <p:cNvSpPr>
                <a:spLocks noEditPoints="1"/>
              </p:cNvSpPr>
              <p:nvPr/>
            </p:nvSpPr>
            <p:spPr bwMode="auto">
              <a:xfrm rot="15140">
                <a:off x="-15230" y="-2018784"/>
                <a:ext cx="2171456" cy="37612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6" name="Freeform 702"/>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7" name="Freeform 703"/>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8" name="Freeform 704"/>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19" name="Freeform 705"/>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0" name="Freeform 706"/>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1" name="Freeform 707"/>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2" name="Freeform 708"/>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3" name="Freeform 709"/>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4" name="Freeform 710"/>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5" name="Freeform 711"/>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6" name="Freeform 712"/>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7" name="Freeform 713"/>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8" name="Freeform 714"/>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29" name="Freeform 715"/>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9" name="文本框 8"/>
            <p:cNvSpPr txBox="1"/>
            <p:nvPr/>
          </p:nvSpPr>
          <p:spPr>
            <a:xfrm>
              <a:off x="3214635" y="3489470"/>
              <a:ext cx="5354012" cy="923330"/>
            </a:xfrm>
            <a:prstGeom prst="rect">
              <a:avLst/>
            </a:prstGeom>
            <a:noFill/>
          </p:spPr>
          <p:txBody>
            <a:bodyPr wrap="square" rtlCol="0">
              <a:spAutoFit/>
            </a:bodyPr>
            <a:lstStyle/>
            <a:p>
              <a:pPr algn="dist"/>
              <a:r>
                <a:rPr lang="zh-CN" altLang="en-US" sz="5400" spc="300">
                  <a:solidFill>
                    <a:schemeClr val="bg1"/>
                  </a:solidFill>
                  <a:cs typeface="+mn-ea"/>
                  <a:sym typeface="+mn-lt"/>
                </a:rPr>
                <a:t>输入标题内容四</a:t>
              </a:r>
              <a:endParaRPr lang="en-US" altLang="zh-CN" sz="5400" spc="300">
                <a:solidFill>
                  <a:schemeClr val="bg1"/>
                </a:solidFill>
                <a:cs typeface="+mn-ea"/>
                <a:sym typeface="+mn-lt"/>
              </a:endParaRPr>
            </a:p>
          </p:txBody>
        </p:sp>
      </p:grpSp>
      <p:sp>
        <p:nvSpPr>
          <p:cNvPr id="30" name="文本框 29"/>
          <p:cNvSpPr txBox="1"/>
          <p:nvPr/>
        </p:nvSpPr>
        <p:spPr>
          <a:xfrm>
            <a:off x="2443759" y="4969318"/>
            <a:ext cx="7245496" cy="619913"/>
          </a:xfrm>
          <a:prstGeom prst="rect">
            <a:avLst/>
          </a:prstGeom>
          <a:noFill/>
        </p:spPr>
        <p:txBody>
          <a:bodyPr wrap="square" rtlCol="0">
            <a:spAutoFit/>
          </a:bodyPr>
          <a:lstStyle/>
          <a:p>
            <a:pPr algn="ctr">
              <a:lnSpc>
                <a:spcPct val="150000"/>
              </a:lnSpc>
            </a:pPr>
            <a:r>
              <a:rPr lang="en-US" altLang="zh-CN" sz="1200" b="1">
                <a:solidFill>
                  <a:schemeClr val="tx1">
                    <a:lumMod val="65000"/>
                    <a:lumOff val="35000"/>
                    <a:alpha val="69000"/>
                  </a:schemeClr>
                </a:solidFill>
                <a:cs typeface="+mn-ea"/>
                <a:sym typeface="+mn-lt"/>
              </a:rPr>
              <a:t>The average person is always waiting for an opportunity to come The average person is always waiting for an The average for an The average</a:t>
            </a:r>
            <a:endParaRPr lang="zh-CN" altLang="en-US" sz="1200" b="1">
              <a:solidFill>
                <a:schemeClr val="tx1">
                  <a:lumMod val="65000"/>
                  <a:lumOff val="35000"/>
                  <a:alpha val="69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dur="75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par>
                          <p:cTn id="8" fill="hold" nodeType="afterGroup">
                            <p:stCondLst>
                              <p:cond delay="750"/>
                            </p:stCondLst>
                            <p:childTnLst>
                              <p:par>
                                <p:cTn id="9" presetID="42" presetClass="entr" presetSubtype="0" dur="75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750"/>
                                        <p:tgtEl>
                                          <p:spTgt spid="6"/>
                                        </p:tgtEl>
                                      </p:cBhvr>
                                    </p:animEffect>
                                    <p:anim calcmode="lin" valueType="num">
                                      <p:cBhvr>
                                        <p:cTn id="12" dur="750" fill="hold"/>
                                        <p:tgtEl>
                                          <p:spTgt spid="6"/>
                                        </p:tgtEl>
                                        <p:attrNameLst>
                                          <p:attrName>ppt_x</p:attrName>
                                        </p:attrNameLst>
                                      </p:cBhvr>
                                      <p:tavLst>
                                        <p:tav tm="0">
                                          <p:val>
                                            <p:strVal val="#ppt_x"/>
                                          </p:val>
                                        </p:tav>
                                        <p:tav tm="100000">
                                          <p:val>
                                            <p:strVal val="#ppt_x"/>
                                          </p:val>
                                        </p:tav>
                                      </p:tavLst>
                                    </p:anim>
                                    <p:anim calcmode="lin" valueType="num">
                                      <p:cBhvr>
                                        <p:cTn id="13" dur="750" fill="hold"/>
                                        <p:tgtEl>
                                          <p:spTgt spid="6"/>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1500"/>
                            </p:stCondLst>
                            <p:childTnLst>
                              <p:par>
                                <p:cTn id="15" presetID="16" presetClass="entr" presetSubtype="21" dur="75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750"/>
                                        <p:tgtEl>
                                          <p:spTgt spid="7"/>
                                        </p:tgtEl>
                                      </p:cBhvr>
                                    </p:animEffect>
                                  </p:childTnLst>
                                </p:cTn>
                              </p:par>
                            </p:childTnLst>
                          </p:cTn>
                        </p:par>
                        <p:par>
                          <p:cTn id="18" fill="hold" nodeType="afterGroup">
                            <p:stCondLst>
                              <p:cond delay="2250"/>
                            </p:stCondLst>
                            <p:childTnLst>
                              <p:par>
                                <p:cTn id="19" presetID="42" presetClass="entr" presetSubtype="0" dur="75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750"/>
                                        <p:tgtEl>
                                          <p:spTgt spid="30"/>
                                        </p:tgtEl>
                                      </p:cBhvr>
                                    </p:animEffect>
                                    <p:anim calcmode="lin" valueType="num">
                                      <p:cBhvr>
                                        <p:cTn id="22" dur="750" fill="hold"/>
                                        <p:tgtEl>
                                          <p:spTgt spid="30"/>
                                        </p:tgtEl>
                                        <p:attrNameLst>
                                          <p:attrName>ppt_x</p:attrName>
                                        </p:attrNameLst>
                                      </p:cBhvr>
                                      <p:tavLst>
                                        <p:tav tm="0">
                                          <p:val>
                                            <p:strVal val="#ppt_x"/>
                                          </p:val>
                                        </p:tav>
                                        <p:tav tm="100000">
                                          <p:val>
                                            <p:strVal val="#ppt_x"/>
                                          </p:val>
                                        </p:tav>
                                      </p:tavLst>
                                    </p:anim>
                                    <p:anim calcmode="lin" valueType="num">
                                      <p:cBhvr>
                                        <p:cTn id="23" dur="7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490598" y="1743611"/>
            <a:ext cx="2035834" cy="3990884"/>
            <a:chOff x="1505113" y="2122886"/>
            <a:chExt cx="2035834" cy="3990884"/>
          </a:xfrm>
        </p:grpSpPr>
        <p:sp>
          <p:nvSpPr>
            <p:cNvPr id="3" name="椭圆 2"/>
            <p:cNvSpPr/>
            <p:nvPr/>
          </p:nvSpPr>
          <p:spPr>
            <a:xfrm>
              <a:off x="2296127" y="2122886"/>
              <a:ext cx="486137" cy="48613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404040"/>
                </a:solidFill>
                <a:effectLst/>
                <a:uLnTx/>
                <a:uFillTx/>
                <a:cs typeface="+mn-ea"/>
                <a:sym typeface="+mn-lt"/>
              </a:endParaRPr>
            </a:p>
          </p:txBody>
        </p:sp>
        <p:sp>
          <p:nvSpPr>
            <p:cNvPr id="4" name="文本框 3"/>
            <p:cNvSpPr txBox="1"/>
            <p:nvPr/>
          </p:nvSpPr>
          <p:spPr>
            <a:xfrm>
              <a:off x="2293817" y="2146196"/>
              <a:ext cx="486137" cy="461665"/>
            </a:xfrm>
            <a:prstGeom prst="rect">
              <a:avLst/>
            </a:prstGeom>
            <a:noFill/>
          </p:spPr>
          <p:txBody>
            <a:bodyPr wrap="square" rtlCol="0">
              <a:spAutoFit/>
            </a:bodyPr>
            <a:lstStyle/>
            <a:p>
              <a:pPr marL="0" marR="0" lvl="0" indent="0" algn="dist" defTabSz="4572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FFFFFF"/>
                  </a:solidFill>
                  <a:effectLst/>
                  <a:uLnTx/>
                  <a:uFillTx/>
                  <a:cs typeface="+mn-ea"/>
                  <a:sym typeface="+mn-lt"/>
                </a:rPr>
                <a:t>1</a:t>
              </a:r>
              <a:endParaRPr kumimoji="0" lang="zh-CN" altLang="en-US" sz="2400" b="0" i="0" u="none" strike="noStrike" kern="1200" cap="none" spc="0" normalizeH="0" baseline="0" noProof="0">
                <a:ln>
                  <a:noFill/>
                </a:ln>
                <a:solidFill>
                  <a:srgbClr val="FFFFFF"/>
                </a:solidFill>
                <a:effectLst/>
                <a:uLnTx/>
                <a:uFillTx/>
                <a:cs typeface="+mn-ea"/>
                <a:sym typeface="+mn-lt"/>
              </a:endParaRPr>
            </a:p>
          </p:txBody>
        </p:sp>
        <p:sp>
          <p:nvSpPr>
            <p:cNvPr id="5" name="文本框 4"/>
            <p:cNvSpPr txBox="1"/>
            <p:nvPr/>
          </p:nvSpPr>
          <p:spPr>
            <a:xfrm>
              <a:off x="1810331" y="2793974"/>
              <a:ext cx="1661993" cy="3319796"/>
            </a:xfrm>
            <a:prstGeom prst="rect">
              <a:avLst/>
            </a:prstGeom>
            <a:noFill/>
          </p:spPr>
          <p:txBody>
            <a:bodyPr vert="eaVert" wrap="square" rtlCol="0">
              <a:spAutoFit/>
            </a:bodyPr>
            <a:lstStyle/>
            <a:p>
              <a:pPr marL="0" marR="0" lvl="0" indent="0" algn="l" defTabSz="457200" rtl="0" eaLnBrk="1" fontAlgn="auto" latinLnBrk="0" hangingPunct="1">
                <a:lnSpc>
                  <a:spcPct val="2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404040"/>
                  </a:solidFill>
                  <a:uLnTx/>
                  <a:uFillTx/>
                  <a:cs typeface="+mn-ea"/>
                  <a:sym typeface="+mn-lt"/>
                </a:rPr>
                <a:t>单击此处添加您的文本，并根据需要修改文字的颜色及大小。单击此处添加您的文本，并根据需要修改</a:t>
              </a:r>
            </a:p>
          </p:txBody>
        </p:sp>
        <p:cxnSp>
          <p:nvCxnSpPr>
            <p:cNvPr id="6" name="直接连接符 5"/>
            <p:cNvCxnSpPr/>
            <p:nvPr/>
          </p:nvCxnSpPr>
          <p:spPr>
            <a:xfrm flipH="1">
              <a:off x="1505113" y="2476601"/>
              <a:ext cx="0" cy="331979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3540947" y="2476601"/>
              <a:ext cx="0" cy="331979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5023655" y="1743611"/>
            <a:ext cx="2035834" cy="3990884"/>
            <a:chOff x="1505113" y="2122886"/>
            <a:chExt cx="2035834" cy="3990884"/>
          </a:xfrm>
        </p:grpSpPr>
        <p:sp>
          <p:nvSpPr>
            <p:cNvPr id="9" name="椭圆 8"/>
            <p:cNvSpPr/>
            <p:nvPr/>
          </p:nvSpPr>
          <p:spPr>
            <a:xfrm>
              <a:off x="2296127" y="2122886"/>
              <a:ext cx="486137" cy="48613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404040"/>
                </a:solidFill>
                <a:effectLst/>
                <a:uLnTx/>
                <a:uFillTx/>
                <a:cs typeface="+mn-ea"/>
                <a:sym typeface="+mn-lt"/>
              </a:endParaRPr>
            </a:p>
          </p:txBody>
        </p:sp>
        <p:sp>
          <p:nvSpPr>
            <p:cNvPr id="10" name="文本框 9"/>
            <p:cNvSpPr txBox="1"/>
            <p:nvPr/>
          </p:nvSpPr>
          <p:spPr>
            <a:xfrm>
              <a:off x="2296126" y="2135121"/>
              <a:ext cx="486137" cy="461665"/>
            </a:xfrm>
            <a:prstGeom prst="rect">
              <a:avLst/>
            </a:prstGeom>
            <a:noFill/>
          </p:spPr>
          <p:txBody>
            <a:bodyPr wrap="square" rtlCol="0">
              <a:spAutoFit/>
            </a:bodyPr>
            <a:lstStyle/>
            <a:p>
              <a:pPr marL="0" marR="0" lvl="0" indent="0" algn="dist" defTabSz="457200" rtl="0" eaLnBrk="1" fontAlgn="auto" latinLnBrk="0" hangingPunct="1">
                <a:lnSpc>
                  <a:spcPct val="100000"/>
                </a:lnSpc>
                <a:spcBef>
                  <a:spcPct val="0"/>
                </a:spcBef>
                <a:spcAft>
                  <a:spcPct val="0"/>
                </a:spcAft>
                <a:buClrTx/>
                <a:buSzTx/>
                <a:buFontTx/>
                <a:buNone/>
                <a:defRPr/>
              </a:pPr>
              <a:r>
                <a:rPr lang="en-US" altLang="zh-CN" sz="2400">
                  <a:solidFill>
                    <a:srgbClr val="FFFFFF"/>
                  </a:solidFill>
                  <a:cs typeface="+mn-ea"/>
                  <a:sym typeface="+mn-lt"/>
                </a:rPr>
                <a:t>2</a:t>
              </a:r>
              <a:endParaRPr kumimoji="0" lang="zh-CN" altLang="en-US" sz="2400" b="0" i="0" u="none" strike="noStrike" kern="1200" cap="none" spc="0" normalizeH="0" baseline="0" noProof="0">
                <a:ln>
                  <a:noFill/>
                </a:ln>
                <a:solidFill>
                  <a:srgbClr val="FFFFFF"/>
                </a:solidFill>
                <a:effectLst/>
                <a:uLnTx/>
                <a:uFillTx/>
                <a:cs typeface="+mn-ea"/>
                <a:sym typeface="+mn-lt"/>
              </a:endParaRPr>
            </a:p>
          </p:txBody>
        </p:sp>
        <p:sp>
          <p:nvSpPr>
            <p:cNvPr id="11" name="文本框 10"/>
            <p:cNvSpPr txBox="1"/>
            <p:nvPr/>
          </p:nvSpPr>
          <p:spPr>
            <a:xfrm>
              <a:off x="1810331" y="2793974"/>
              <a:ext cx="1661993" cy="3319796"/>
            </a:xfrm>
            <a:prstGeom prst="rect">
              <a:avLst/>
            </a:prstGeom>
            <a:noFill/>
          </p:spPr>
          <p:txBody>
            <a:bodyPr vert="eaVert" wrap="square" rtlCol="0">
              <a:spAutoFit/>
            </a:bodyPr>
            <a:lstStyle/>
            <a:p>
              <a:pPr marL="0" marR="0" lvl="0" indent="0" algn="l" defTabSz="457200" rtl="0" eaLnBrk="1" fontAlgn="auto" latinLnBrk="0" hangingPunct="1">
                <a:lnSpc>
                  <a:spcPct val="2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404040"/>
                  </a:solidFill>
                  <a:uLnTx/>
                  <a:uFillTx/>
                  <a:cs typeface="+mn-ea"/>
                  <a:sym typeface="+mn-lt"/>
                </a:rPr>
                <a:t>单击此处添加您的文本，并根据需要修改文字的颜色及大小。单击此处添加您的文本，并根据需要修改</a:t>
              </a:r>
            </a:p>
          </p:txBody>
        </p:sp>
        <p:cxnSp>
          <p:nvCxnSpPr>
            <p:cNvPr id="12" name="直接连接符 11"/>
            <p:cNvCxnSpPr/>
            <p:nvPr/>
          </p:nvCxnSpPr>
          <p:spPr>
            <a:xfrm flipH="1">
              <a:off x="1505113" y="2476601"/>
              <a:ext cx="0" cy="331979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3540947" y="2476601"/>
              <a:ext cx="0" cy="331979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8483720" y="1743611"/>
            <a:ext cx="2035834" cy="3990884"/>
            <a:chOff x="1505113" y="2122886"/>
            <a:chExt cx="2035834" cy="3990884"/>
          </a:xfrm>
        </p:grpSpPr>
        <p:sp>
          <p:nvSpPr>
            <p:cNvPr id="15" name="椭圆 14"/>
            <p:cNvSpPr/>
            <p:nvPr/>
          </p:nvSpPr>
          <p:spPr>
            <a:xfrm>
              <a:off x="2296127" y="2122886"/>
              <a:ext cx="486137" cy="48613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404040"/>
                </a:solidFill>
                <a:effectLst/>
                <a:uLnTx/>
                <a:uFillTx/>
                <a:cs typeface="+mn-ea"/>
                <a:sym typeface="+mn-lt"/>
              </a:endParaRPr>
            </a:p>
          </p:txBody>
        </p:sp>
        <p:sp>
          <p:nvSpPr>
            <p:cNvPr id="16" name="文本框 15"/>
            <p:cNvSpPr txBox="1"/>
            <p:nvPr/>
          </p:nvSpPr>
          <p:spPr>
            <a:xfrm>
              <a:off x="2296126" y="2146195"/>
              <a:ext cx="486137" cy="461665"/>
            </a:xfrm>
            <a:prstGeom prst="rect">
              <a:avLst/>
            </a:prstGeom>
            <a:noFill/>
          </p:spPr>
          <p:txBody>
            <a:bodyPr wrap="square" rtlCol="0">
              <a:spAutoFit/>
            </a:bodyPr>
            <a:lstStyle/>
            <a:p>
              <a:pPr marL="0" marR="0" lvl="0" indent="0" algn="dist" defTabSz="4572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FFFFFF"/>
                  </a:solidFill>
                  <a:effectLst/>
                  <a:uLnTx/>
                  <a:uFillTx/>
                  <a:cs typeface="+mn-ea"/>
                  <a:sym typeface="+mn-lt"/>
                </a:rPr>
                <a:t>3</a:t>
              </a:r>
              <a:endParaRPr kumimoji="0" lang="zh-CN" altLang="en-US" sz="2400" b="0" i="0" u="none" strike="noStrike" kern="1200" cap="none" spc="0" normalizeH="0" baseline="0" noProof="0">
                <a:ln>
                  <a:noFill/>
                </a:ln>
                <a:solidFill>
                  <a:srgbClr val="FFFFFF"/>
                </a:solidFill>
                <a:effectLst/>
                <a:uLnTx/>
                <a:uFillTx/>
                <a:cs typeface="+mn-ea"/>
                <a:sym typeface="+mn-lt"/>
              </a:endParaRPr>
            </a:p>
          </p:txBody>
        </p:sp>
        <p:sp>
          <p:nvSpPr>
            <p:cNvPr id="17" name="文本框 16"/>
            <p:cNvSpPr txBox="1"/>
            <p:nvPr/>
          </p:nvSpPr>
          <p:spPr>
            <a:xfrm>
              <a:off x="1810331" y="2793974"/>
              <a:ext cx="1661993" cy="3319796"/>
            </a:xfrm>
            <a:prstGeom prst="rect">
              <a:avLst/>
            </a:prstGeom>
            <a:noFill/>
          </p:spPr>
          <p:txBody>
            <a:bodyPr vert="eaVert" wrap="square" rtlCol="0">
              <a:spAutoFit/>
            </a:bodyPr>
            <a:lstStyle/>
            <a:p>
              <a:pPr marL="0" marR="0" lvl="0" indent="0" algn="l" defTabSz="457200" rtl="0" eaLnBrk="1" fontAlgn="auto" latinLnBrk="0" hangingPunct="1">
                <a:lnSpc>
                  <a:spcPct val="2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404040"/>
                  </a:solidFill>
                  <a:uLnTx/>
                  <a:uFillTx/>
                  <a:cs typeface="+mn-ea"/>
                  <a:sym typeface="+mn-lt"/>
                </a:rPr>
                <a:t>单击此处添加您的文本，并根据需要修改文字的颜色及大小。单击此处添加您的文本，并根据需要修改</a:t>
              </a:r>
            </a:p>
          </p:txBody>
        </p:sp>
        <p:cxnSp>
          <p:nvCxnSpPr>
            <p:cNvPr id="18" name="直接连接符 17"/>
            <p:cNvCxnSpPr/>
            <p:nvPr/>
          </p:nvCxnSpPr>
          <p:spPr>
            <a:xfrm flipH="1">
              <a:off x="1505113" y="2476601"/>
              <a:ext cx="0" cy="331979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3540947" y="2476601"/>
              <a:ext cx="0" cy="331979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dur="5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dur="50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dur="500"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文框 3"/>
          <p:cNvSpPr/>
          <p:nvPr/>
        </p:nvSpPr>
        <p:spPr>
          <a:xfrm rot="2735937">
            <a:off x="1360829" y="2043831"/>
            <a:ext cx="3297396" cy="3306715"/>
          </a:xfrm>
          <a:prstGeom prst="frame">
            <a:avLst>
              <a:gd name="adj1" fmla="val 7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4040"/>
              </a:solidFill>
              <a:cs typeface="+mn-ea"/>
              <a:sym typeface="+mn-lt"/>
            </a:endParaRPr>
          </a:p>
        </p:txBody>
      </p:sp>
      <p:sp>
        <p:nvSpPr>
          <p:cNvPr id="5" name="图文框 4"/>
          <p:cNvSpPr/>
          <p:nvPr/>
        </p:nvSpPr>
        <p:spPr>
          <a:xfrm rot="2735937">
            <a:off x="4413738" y="2072406"/>
            <a:ext cx="3297396" cy="3306715"/>
          </a:xfrm>
          <a:prstGeom prst="frame">
            <a:avLst>
              <a:gd name="adj1"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4040"/>
              </a:solidFill>
              <a:cs typeface="+mn-ea"/>
              <a:sym typeface="+mn-lt"/>
            </a:endParaRPr>
          </a:p>
        </p:txBody>
      </p:sp>
      <p:grpSp>
        <p:nvGrpSpPr>
          <p:cNvPr id="6" name="组合 5"/>
          <p:cNvGrpSpPr/>
          <p:nvPr/>
        </p:nvGrpSpPr>
        <p:grpSpPr>
          <a:xfrm>
            <a:off x="5447304" y="2447594"/>
            <a:ext cx="1738934" cy="2894317"/>
            <a:chOff x="5480868" y="2466644"/>
            <a:chExt cx="1738934" cy="2894317"/>
          </a:xfrm>
        </p:grpSpPr>
        <p:sp>
          <p:nvSpPr>
            <p:cNvPr id="7" name="矩形 6"/>
            <p:cNvSpPr/>
            <p:nvPr/>
          </p:nvSpPr>
          <p:spPr>
            <a:xfrm>
              <a:off x="5480868" y="2466644"/>
              <a:ext cx="1144929" cy="2894317"/>
            </a:xfrm>
            <a:prstGeom prst="rect">
              <a:avLst/>
            </a:prstGeom>
          </p:spPr>
          <p:txBody>
            <a:bodyPr vert="eaVert" wrap="square">
              <a:spAutoFit/>
            </a:bodyPr>
            <a:lstStyle/>
            <a:p>
              <a:pPr>
                <a:lnSpc>
                  <a:spcPct val="130000"/>
                </a:lnSpc>
              </a:pPr>
              <a:r>
                <a:rPr lang="zh-CN" altLang="en-US" sz="1600">
                  <a:solidFill>
                    <a:srgbClr val="FFFFFF"/>
                  </a:solidFill>
                  <a:cs typeface="+mn-ea"/>
                  <a:sym typeface="+mn-lt"/>
                </a:rPr>
                <a:t>标题数字等都可以通过点击和重新输入进行更改标题数字等都可以</a:t>
              </a:r>
            </a:p>
          </p:txBody>
        </p:sp>
        <p:sp>
          <p:nvSpPr>
            <p:cNvPr id="8" name="矩形 7"/>
            <p:cNvSpPr/>
            <p:nvPr/>
          </p:nvSpPr>
          <p:spPr>
            <a:xfrm>
              <a:off x="6665804" y="2632265"/>
              <a:ext cx="553998" cy="2252578"/>
            </a:xfrm>
            <a:prstGeom prst="rect">
              <a:avLst/>
            </a:prstGeom>
            <a:noFill/>
          </p:spPr>
          <p:txBody>
            <a:bodyPr vert="eaVert" wrap="square" rtlCol="0">
              <a:spAutoFit/>
            </a:bodyPr>
            <a:lstStyle/>
            <a:p>
              <a:r>
                <a:rPr lang="zh-CN" altLang="en-US" sz="2400" b="1" spc="200">
                  <a:solidFill>
                    <a:srgbClr val="FFFFFF"/>
                  </a:solidFill>
                  <a:cs typeface="+mn-ea"/>
                  <a:sym typeface="+mn-lt"/>
                </a:rPr>
                <a:t>输入文本信息</a:t>
              </a:r>
            </a:p>
          </p:txBody>
        </p:sp>
        <p:cxnSp>
          <p:nvCxnSpPr>
            <p:cNvPr id="9" name="直接连接符 8"/>
            <p:cNvCxnSpPr/>
            <p:nvPr/>
          </p:nvCxnSpPr>
          <p:spPr>
            <a:xfrm flipH="1">
              <a:off x="6617013" y="2632265"/>
              <a:ext cx="0" cy="2144177"/>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8634016" y="1725407"/>
            <a:ext cx="2890328" cy="3957622"/>
          </a:xfrm>
          <a:prstGeom prst="rect">
            <a:avLst/>
          </a:prstGeom>
        </p:spPr>
        <p:txBody>
          <a:bodyPr wrap="square">
            <a:spAutoFit/>
          </a:bodyPr>
          <a:lstStyle/>
          <a:p>
            <a:pPr>
              <a:lnSpc>
                <a:spcPct val="200000"/>
              </a:lnSpc>
            </a:pPr>
            <a:r>
              <a:rPr lang="zh-CN" altLang="en-US" sz="1600">
                <a:solidFill>
                  <a:srgbClr val="404040"/>
                </a:solidFill>
                <a:cs typeface="+mn-ea"/>
                <a:sym typeface="+mn-lt"/>
              </a:rPr>
              <a:t>点击此处输入文本信息。标题数字等都可以通过点击和重新输入进行更改，菜单开始栏设置中可以对字体点击此处输入文本信息。标题数字等都可以通过点击和重新输入进行更改，菜单开始栏设置中可以对字体</a:t>
            </a:r>
          </a:p>
          <a:p>
            <a:pPr>
              <a:lnSpc>
                <a:spcPct val="200000"/>
              </a:lnSpc>
            </a:pPr>
            <a:endParaRPr lang="zh-CN" altLang="en-US" sz="1600">
              <a:solidFill>
                <a:srgbClr val="404040"/>
              </a:solidFill>
              <a:cs typeface="+mn-ea"/>
              <a:sym typeface="+mn-lt"/>
            </a:endParaRPr>
          </a:p>
        </p:txBody>
      </p:sp>
      <p:grpSp>
        <p:nvGrpSpPr>
          <p:cNvPr id="11" name="组合 10"/>
          <p:cNvGrpSpPr/>
          <p:nvPr/>
        </p:nvGrpSpPr>
        <p:grpSpPr>
          <a:xfrm>
            <a:off x="1828168" y="2447594"/>
            <a:ext cx="1762472" cy="2894317"/>
            <a:chOff x="1861732" y="2466644"/>
            <a:chExt cx="1762472" cy="2894317"/>
          </a:xfrm>
        </p:grpSpPr>
        <p:sp>
          <p:nvSpPr>
            <p:cNvPr id="12" name="矩形 11"/>
            <p:cNvSpPr/>
            <p:nvPr/>
          </p:nvSpPr>
          <p:spPr>
            <a:xfrm>
              <a:off x="2479275" y="2466644"/>
              <a:ext cx="1144929" cy="2894317"/>
            </a:xfrm>
            <a:prstGeom prst="rect">
              <a:avLst/>
            </a:prstGeom>
          </p:spPr>
          <p:txBody>
            <a:bodyPr vert="eaVert" wrap="square">
              <a:spAutoFit/>
            </a:bodyPr>
            <a:lstStyle/>
            <a:p>
              <a:pPr>
                <a:lnSpc>
                  <a:spcPct val="130000"/>
                </a:lnSpc>
              </a:pPr>
              <a:r>
                <a:rPr lang="zh-CN" altLang="en-US" sz="1600" dirty="0">
                  <a:solidFill>
                    <a:srgbClr val="404040"/>
                  </a:solidFill>
                  <a:cs typeface="+mn-ea"/>
                  <a:sym typeface="+mn-lt"/>
                </a:rPr>
                <a:t>标题数字等都可以通过点击和重新输入进行更改</a:t>
              </a:r>
            </a:p>
            <a:p>
              <a:pPr>
                <a:lnSpc>
                  <a:spcPct val="130000"/>
                </a:lnSpc>
              </a:pPr>
              <a:endParaRPr lang="zh-CN" altLang="en-US" sz="1600" dirty="0">
                <a:solidFill>
                  <a:srgbClr val="404040"/>
                </a:solidFill>
                <a:cs typeface="+mn-ea"/>
                <a:sym typeface="+mn-lt"/>
              </a:endParaRPr>
            </a:p>
          </p:txBody>
        </p:sp>
        <p:sp>
          <p:nvSpPr>
            <p:cNvPr id="13" name="矩形 12"/>
            <p:cNvSpPr/>
            <p:nvPr/>
          </p:nvSpPr>
          <p:spPr>
            <a:xfrm>
              <a:off x="1861732" y="2676264"/>
              <a:ext cx="553998" cy="2252578"/>
            </a:xfrm>
            <a:prstGeom prst="rect">
              <a:avLst/>
            </a:prstGeom>
            <a:noFill/>
          </p:spPr>
          <p:txBody>
            <a:bodyPr vert="eaVert" wrap="square" rtlCol="0">
              <a:spAutoFit/>
            </a:bodyPr>
            <a:lstStyle/>
            <a:p>
              <a:r>
                <a:rPr lang="zh-CN" altLang="en-US" sz="2400" b="1" spc="200" dirty="0">
                  <a:solidFill>
                    <a:srgbClr val="404040"/>
                  </a:solidFill>
                  <a:cs typeface="+mn-ea"/>
                  <a:sym typeface="+mn-lt"/>
                </a:rPr>
                <a:t>输入文本信息</a:t>
              </a:r>
            </a:p>
          </p:txBody>
        </p:sp>
        <p:cxnSp>
          <p:nvCxnSpPr>
            <p:cNvPr id="14" name="直接连接符 13"/>
            <p:cNvCxnSpPr/>
            <p:nvPr/>
          </p:nvCxnSpPr>
          <p:spPr>
            <a:xfrm flipH="1">
              <a:off x="2529652" y="2676264"/>
              <a:ext cx="0" cy="214417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01657" y="2992383"/>
            <a:ext cx="1870781" cy="139892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5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par>
                                <p:cTn id="10" presetID="47" presetClass="entr" presetSubtype="0" dur="50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500"/>
                            </p:stCondLst>
                            <p:childTnLst>
                              <p:par>
                                <p:cTn id="16" presetID="2" presetClass="entr" presetSubtype="8" dur="500"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0-#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000"/>
                            </p:stCondLst>
                            <p:childTnLst>
                              <p:par>
                                <p:cTn id="21" presetID="2" presetClass="entr" presetSubtype="2" dur="50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1+#ppt_w/2"/>
                                          </p:val>
                                        </p:tav>
                                        <p:tav tm="100000">
                                          <p:val>
                                            <p:strVal val="#ppt_x"/>
                                          </p:val>
                                        </p:tav>
                                      </p:tavLst>
                                    </p:anim>
                                    <p:anim calcmode="lin" valueType="num">
                                      <p:cBhvr additive="base">
                                        <p:cTn id="24" dur="500" fill="hold"/>
                                        <p:tgtEl>
                                          <p:spTgt spid="11"/>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1500"/>
                            </p:stCondLst>
                            <p:childTnLst>
                              <p:par>
                                <p:cTn id="26" presetID="18" presetClass="entr" presetSubtype="6" dur="50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strips(downRight)">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flipH="1">
            <a:off x="4521637" y="1897568"/>
            <a:ext cx="0" cy="3703899"/>
          </a:xfrm>
          <a:prstGeom prst="line">
            <a:avLst/>
          </a:prstGeom>
          <a:ln>
            <a:solidFill>
              <a:srgbClr val="282C33">
                <a:alpha val="62000"/>
              </a:srgbClr>
            </a:solidFill>
          </a:ln>
        </p:spPr>
        <p:style>
          <a:lnRef idx="1">
            <a:schemeClr val="accent1"/>
          </a:lnRef>
          <a:fillRef idx="0">
            <a:schemeClr val="accent1"/>
          </a:fillRef>
          <a:effectRef idx="0">
            <a:schemeClr val="accent1"/>
          </a:effectRef>
          <a:fontRef idx="minor">
            <a:schemeClr val="tx1"/>
          </a:fontRef>
        </p:style>
      </p:cxnSp>
      <p:sp>
        <p:nvSpPr>
          <p:cNvPr id="3" name="椭圆 2"/>
          <p:cNvSpPr/>
          <p:nvPr/>
        </p:nvSpPr>
        <p:spPr>
          <a:xfrm>
            <a:off x="4229537" y="2204743"/>
            <a:ext cx="584200" cy="584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b="1">
              <a:solidFill>
                <a:srgbClr val="FFFFFF"/>
              </a:solidFill>
              <a:cs typeface="+mn-ea"/>
              <a:sym typeface="+mn-lt"/>
            </a:endParaRPr>
          </a:p>
        </p:txBody>
      </p:sp>
      <p:sp>
        <p:nvSpPr>
          <p:cNvPr id="4" name="椭圆 45"/>
          <p:cNvSpPr/>
          <p:nvPr/>
        </p:nvSpPr>
        <p:spPr>
          <a:xfrm>
            <a:off x="4384597" y="2360446"/>
            <a:ext cx="274080" cy="272793"/>
          </a:xfrm>
          <a:custGeom>
            <a:avLst/>
            <a:gdLst>
              <a:gd name="connsiteX0" fmla="*/ 239712 w 338138"/>
              <a:gd name="connsiteY0" fmla="*/ 261938 h 336550"/>
              <a:gd name="connsiteX1" fmla="*/ 179387 w 338138"/>
              <a:gd name="connsiteY1" fmla="*/ 269796 h 336550"/>
              <a:gd name="connsiteX2" fmla="*/ 179387 w 338138"/>
              <a:gd name="connsiteY2" fmla="*/ 314326 h 336550"/>
              <a:gd name="connsiteX3" fmla="*/ 239712 w 338138"/>
              <a:gd name="connsiteY3" fmla="*/ 261938 h 336550"/>
              <a:gd name="connsiteX4" fmla="*/ 100012 w 338138"/>
              <a:gd name="connsiteY4" fmla="*/ 261938 h 336550"/>
              <a:gd name="connsiteX5" fmla="*/ 158750 w 338138"/>
              <a:gd name="connsiteY5" fmla="*/ 314326 h 336550"/>
              <a:gd name="connsiteX6" fmla="*/ 158750 w 338138"/>
              <a:gd name="connsiteY6" fmla="*/ 269796 h 336550"/>
              <a:gd name="connsiteX7" fmla="*/ 100012 w 338138"/>
              <a:gd name="connsiteY7" fmla="*/ 261938 h 336550"/>
              <a:gd name="connsiteX8" fmla="*/ 301625 w 338138"/>
              <a:gd name="connsiteY8" fmla="*/ 231775 h 336550"/>
              <a:gd name="connsiteX9" fmla="*/ 264741 w 338138"/>
              <a:gd name="connsiteY9" fmla="*/ 252603 h 336550"/>
              <a:gd name="connsiteX10" fmla="*/ 239712 w 338138"/>
              <a:gd name="connsiteY10" fmla="*/ 296863 h 336550"/>
              <a:gd name="connsiteX11" fmla="*/ 301625 w 338138"/>
              <a:gd name="connsiteY11" fmla="*/ 231775 h 336550"/>
              <a:gd name="connsiteX12" fmla="*/ 36512 w 338138"/>
              <a:gd name="connsiteY12" fmla="*/ 231775 h 336550"/>
              <a:gd name="connsiteX13" fmla="*/ 98425 w 338138"/>
              <a:gd name="connsiteY13" fmla="*/ 296863 h 336550"/>
              <a:gd name="connsiteX14" fmla="*/ 73396 w 338138"/>
              <a:gd name="connsiteY14" fmla="*/ 252603 h 336550"/>
              <a:gd name="connsiteX15" fmla="*/ 36512 w 338138"/>
              <a:gd name="connsiteY15" fmla="*/ 231775 h 336550"/>
              <a:gd name="connsiteX16" fmla="*/ 279747 w 338138"/>
              <a:gd name="connsiteY16" fmla="*/ 179388 h 336550"/>
              <a:gd name="connsiteX17" fmla="*/ 273050 w 338138"/>
              <a:gd name="connsiteY17" fmla="*/ 225426 h 336550"/>
              <a:gd name="connsiteX18" fmla="*/ 315913 w 338138"/>
              <a:gd name="connsiteY18" fmla="*/ 179388 h 336550"/>
              <a:gd name="connsiteX19" fmla="*/ 279747 w 338138"/>
              <a:gd name="connsiteY19" fmla="*/ 179388 h 336550"/>
              <a:gd name="connsiteX20" fmla="*/ 179387 w 338138"/>
              <a:gd name="connsiteY20" fmla="*/ 179388 h 336550"/>
              <a:gd name="connsiteX21" fmla="*/ 179387 w 338138"/>
              <a:gd name="connsiteY21" fmla="*/ 249238 h 336550"/>
              <a:gd name="connsiteX22" fmla="*/ 249501 w 338138"/>
              <a:gd name="connsiteY22" fmla="*/ 236059 h 336550"/>
              <a:gd name="connsiteX23" fmla="*/ 258762 w 338138"/>
              <a:gd name="connsiteY23" fmla="*/ 179388 h 336550"/>
              <a:gd name="connsiteX24" fmla="*/ 179387 w 338138"/>
              <a:gd name="connsiteY24" fmla="*/ 179388 h 336550"/>
              <a:gd name="connsiteX25" fmla="*/ 273050 w 338138"/>
              <a:gd name="connsiteY25" fmla="*/ 111125 h 336550"/>
              <a:gd name="connsiteX26" fmla="*/ 279747 w 338138"/>
              <a:gd name="connsiteY26" fmla="*/ 157163 h 336550"/>
              <a:gd name="connsiteX27" fmla="*/ 315913 w 338138"/>
              <a:gd name="connsiteY27" fmla="*/ 157163 h 336550"/>
              <a:gd name="connsiteX28" fmla="*/ 273050 w 338138"/>
              <a:gd name="connsiteY28" fmla="*/ 111125 h 336550"/>
              <a:gd name="connsiteX29" fmla="*/ 179387 w 338138"/>
              <a:gd name="connsiteY29" fmla="*/ 87313 h 336550"/>
              <a:gd name="connsiteX30" fmla="*/ 179387 w 338138"/>
              <a:gd name="connsiteY30" fmla="*/ 157163 h 336550"/>
              <a:gd name="connsiteX31" fmla="*/ 258762 w 338138"/>
              <a:gd name="connsiteY31" fmla="*/ 157163 h 336550"/>
              <a:gd name="connsiteX32" fmla="*/ 249501 w 338138"/>
              <a:gd name="connsiteY32" fmla="*/ 100492 h 336550"/>
              <a:gd name="connsiteX33" fmla="*/ 179387 w 338138"/>
              <a:gd name="connsiteY33" fmla="*/ 87313 h 336550"/>
              <a:gd name="connsiteX34" fmla="*/ 239712 w 338138"/>
              <a:gd name="connsiteY34" fmla="*/ 39688 h 336550"/>
              <a:gd name="connsiteX35" fmla="*/ 264741 w 338138"/>
              <a:gd name="connsiteY35" fmla="*/ 83948 h 336550"/>
              <a:gd name="connsiteX36" fmla="*/ 301625 w 338138"/>
              <a:gd name="connsiteY36" fmla="*/ 104776 h 336550"/>
              <a:gd name="connsiteX37" fmla="*/ 239712 w 338138"/>
              <a:gd name="connsiteY37" fmla="*/ 39688 h 336550"/>
              <a:gd name="connsiteX38" fmla="*/ 89694 w 338138"/>
              <a:gd name="connsiteY38" fmla="*/ 31750 h 336550"/>
              <a:gd name="connsiteX39" fmla="*/ 61912 w 338138"/>
              <a:gd name="connsiteY39" fmla="*/ 59532 h 336550"/>
              <a:gd name="connsiteX40" fmla="*/ 89694 w 338138"/>
              <a:gd name="connsiteY40" fmla="*/ 87314 h 336550"/>
              <a:gd name="connsiteX41" fmla="*/ 117476 w 338138"/>
              <a:gd name="connsiteY41" fmla="*/ 59532 h 336550"/>
              <a:gd name="connsiteX42" fmla="*/ 89694 w 338138"/>
              <a:gd name="connsiteY42" fmla="*/ 31750 h 336550"/>
              <a:gd name="connsiteX43" fmla="*/ 179387 w 338138"/>
              <a:gd name="connsiteY43" fmla="*/ 22225 h 336550"/>
              <a:gd name="connsiteX44" fmla="*/ 179387 w 338138"/>
              <a:gd name="connsiteY44" fmla="*/ 66755 h 336550"/>
              <a:gd name="connsiteX45" fmla="*/ 239712 w 338138"/>
              <a:gd name="connsiteY45" fmla="*/ 74613 h 336550"/>
              <a:gd name="connsiteX46" fmla="*/ 179387 w 338138"/>
              <a:gd name="connsiteY46" fmla="*/ 22225 h 336550"/>
              <a:gd name="connsiteX47" fmla="*/ 169069 w 338138"/>
              <a:gd name="connsiteY47" fmla="*/ 0 h 336550"/>
              <a:gd name="connsiteX48" fmla="*/ 338138 w 338138"/>
              <a:gd name="connsiteY48" fmla="*/ 157758 h 336550"/>
              <a:gd name="connsiteX49" fmla="*/ 338138 w 338138"/>
              <a:gd name="connsiteY49" fmla="*/ 178792 h 336550"/>
              <a:gd name="connsiteX50" fmla="*/ 169069 w 338138"/>
              <a:gd name="connsiteY50" fmla="*/ 336550 h 336550"/>
              <a:gd name="connsiteX51" fmla="*/ 0 w 338138"/>
              <a:gd name="connsiteY51" fmla="*/ 178792 h 336550"/>
              <a:gd name="connsiteX52" fmla="*/ 0 w 338138"/>
              <a:gd name="connsiteY52" fmla="*/ 157758 h 336550"/>
              <a:gd name="connsiteX53" fmla="*/ 21133 w 338138"/>
              <a:gd name="connsiteY53" fmla="*/ 86767 h 336550"/>
              <a:gd name="connsiteX54" fmla="*/ 38305 w 338138"/>
              <a:gd name="connsiteY54" fmla="*/ 131465 h 336550"/>
              <a:gd name="connsiteX55" fmla="*/ 22454 w 338138"/>
              <a:gd name="connsiteY55" fmla="*/ 157758 h 336550"/>
              <a:gd name="connsiteX56" fmla="*/ 47551 w 338138"/>
              <a:gd name="connsiteY56" fmla="*/ 157758 h 336550"/>
              <a:gd name="connsiteX57" fmla="*/ 55476 w 338138"/>
              <a:gd name="connsiteY57" fmla="*/ 178792 h 336550"/>
              <a:gd name="connsiteX58" fmla="*/ 22454 w 338138"/>
              <a:gd name="connsiteY58" fmla="*/ 178792 h 336550"/>
              <a:gd name="connsiteX59" fmla="*/ 64722 w 338138"/>
              <a:gd name="connsiteY59" fmla="*/ 224805 h 336550"/>
              <a:gd name="connsiteX60" fmla="*/ 58117 w 338138"/>
              <a:gd name="connsiteY60" fmla="*/ 187995 h 336550"/>
              <a:gd name="connsiteX61" fmla="*/ 73968 w 338138"/>
              <a:gd name="connsiteY61" fmla="*/ 228749 h 336550"/>
              <a:gd name="connsiteX62" fmla="*/ 84534 w 338138"/>
              <a:gd name="connsiteY62" fmla="*/ 257671 h 336550"/>
              <a:gd name="connsiteX63" fmla="*/ 93780 w 338138"/>
              <a:gd name="connsiteY63" fmla="*/ 237952 h 336550"/>
              <a:gd name="connsiteX64" fmla="*/ 158502 w 338138"/>
              <a:gd name="connsiteY64" fmla="*/ 248469 h 336550"/>
              <a:gd name="connsiteX65" fmla="*/ 158502 w 338138"/>
              <a:gd name="connsiteY65" fmla="*/ 178792 h 336550"/>
              <a:gd name="connsiteX66" fmla="*/ 118877 w 338138"/>
              <a:gd name="connsiteY66" fmla="*/ 178792 h 336550"/>
              <a:gd name="connsiteX67" fmla="*/ 128122 w 338138"/>
              <a:gd name="connsiteY67" fmla="*/ 157758 h 336550"/>
              <a:gd name="connsiteX68" fmla="*/ 158502 w 338138"/>
              <a:gd name="connsiteY68" fmla="*/ 157758 h 336550"/>
              <a:gd name="connsiteX69" fmla="*/ 158502 w 338138"/>
              <a:gd name="connsiteY69" fmla="*/ 88081 h 336550"/>
              <a:gd name="connsiteX70" fmla="*/ 157181 w 338138"/>
              <a:gd name="connsiteY70" fmla="*/ 88081 h 336550"/>
              <a:gd name="connsiteX71" fmla="*/ 158502 w 338138"/>
              <a:gd name="connsiteY71" fmla="*/ 85452 h 336550"/>
              <a:gd name="connsiteX72" fmla="*/ 162465 w 338138"/>
              <a:gd name="connsiteY72" fmla="*/ 59159 h 336550"/>
              <a:gd name="connsiteX73" fmla="*/ 158502 w 338138"/>
              <a:gd name="connsiteY73" fmla="*/ 35495 h 336550"/>
              <a:gd name="connsiteX74" fmla="*/ 158502 w 338138"/>
              <a:gd name="connsiteY74" fmla="*/ 22349 h 336550"/>
              <a:gd name="connsiteX75" fmla="*/ 153219 w 338138"/>
              <a:gd name="connsiteY75" fmla="*/ 23664 h 336550"/>
              <a:gd name="connsiteX76" fmla="*/ 136048 w 338138"/>
              <a:gd name="connsiteY76" fmla="*/ 3944 h 336550"/>
              <a:gd name="connsiteX77" fmla="*/ 169069 w 338138"/>
              <a:gd name="connsiteY77" fmla="*/ 0 h 336550"/>
              <a:gd name="connsiteX78" fmla="*/ 90348 w 338138"/>
              <a:gd name="connsiteY78" fmla="*/ 0 h 336550"/>
              <a:gd name="connsiteX79" fmla="*/ 149225 w 338138"/>
              <a:gd name="connsiteY79" fmla="*/ 59251 h 336550"/>
              <a:gd name="connsiteX80" fmla="*/ 145300 w 338138"/>
              <a:gd name="connsiteY80" fmla="*/ 80318 h 336550"/>
              <a:gd name="connsiteX81" fmla="*/ 86422 w 338138"/>
              <a:gd name="connsiteY81" fmla="*/ 223838 h 336550"/>
              <a:gd name="connsiteX82" fmla="*/ 34087 w 338138"/>
              <a:gd name="connsiteY82" fmla="*/ 79002 h 336550"/>
              <a:gd name="connsiteX83" fmla="*/ 30162 w 338138"/>
              <a:gd name="connsiteY83" fmla="*/ 59251 h 336550"/>
              <a:gd name="connsiteX84" fmla="*/ 90348 w 338138"/>
              <a:gd name="connsiteY8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338138" h="336550">
                <a:moveTo>
                  <a:pt x="239712" y="261938"/>
                </a:moveTo>
                <a:cubicBezTo>
                  <a:pt x="220944" y="267177"/>
                  <a:pt x="200836" y="269796"/>
                  <a:pt x="179387" y="269796"/>
                </a:cubicBezTo>
                <a:cubicBezTo>
                  <a:pt x="179387" y="269796"/>
                  <a:pt x="179387" y="269796"/>
                  <a:pt x="179387" y="314326"/>
                </a:cubicBezTo>
                <a:cubicBezTo>
                  <a:pt x="203517" y="310397"/>
                  <a:pt x="224966" y="290752"/>
                  <a:pt x="239712" y="261938"/>
                </a:cubicBezTo>
                <a:close/>
                <a:moveTo>
                  <a:pt x="100012" y="261938"/>
                </a:moveTo>
                <a:cubicBezTo>
                  <a:pt x="114370" y="290752"/>
                  <a:pt x="135255" y="310397"/>
                  <a:pt x="158750" y="314326"/>
                </a:cubicBezTo>
                <a:lnTo>
                  <a:pt x="158750" y="269796"/>
                </a:lnTo>
                <a:cubicBezTo>
                  <a:pt x="137865" y="269796"/>
                  <a:pt x="118286" y="267177"/>
                  <a:pt x="100012" y="261938"/>
                </a:cubicBezTo>
                <a:close/>
                <a:moveTo>
                  <a:pt x="301625" y="231775"/>
                </a:moveTo>
                <a:cubicBezTo>
                  <a:pt x="291087" y="239586"/>
                  <a:pt x="279231" y="247396"/>
                  <a:pt x="264741" y="252603"/>
                </a:cubicBezTo>
                <a:cubicBezTo>
                  <a:pt x="258154" y="269526"/>
                  <a:pt x="250250" y="283846"/>
                  <a:pt x="239712" y="296863"/>
                </a:cubicBezTo>
                <a:cubicBezTo>
                  <a:pt x="267375" y="281242"/>
                  <a:pt x="288452" y="259112"/>
                  <a:pt x="301625" y="231775"/>
                </a:cubicBezTo>
                <a:close/>
                <a:moveTo>
                  <a:pt x="36512" y="231775"/>
                </a:moveTo>
                <a:cubicBezTo>
                  <a:pt x="49685" y="259112"/>
                  <a:pt x="72079" y="281242"/>
                  <a:pt x="98425" y="296863"/>
                </a:cubicBezTo>
                <a:cubicBezTo>
                  <a:pt x="87886" y="283846"/>
                  <a:pt x="79983" y="269526"/>
                  <a:pt x="73396" y="252603"/>
                </a:cubicBezTo>
                <a:cubicBezTo>
                  <a:pt x="58906" y="247396"/>
                  <a:pt x="47050" y="239586"/>
                  <a:pt x="36512" y="231775"/>
                </a:cubicBezTo>
                <a:close/>
                <a:moveTo>
                  <a:pt x="279747" y="179388"/>
                </a:moveTo>
                <a:cubicBezTo>
                  <a:pt x="279747" y="195173"/>
                  <a:pt x="277069" y="210957"/>
                  <a:pt x="273050" y="225426"/>
                </a:cubicBezTo>
                <a:cubicBezTo>
                  <a:pt x="295821" y="213588"/>
                  <a:pt x="310555" y="196488"/>
                  <a:pt x="315913" y="179388"/>
                </a:cubicBezTo>
                <a:cubicBezTo>
                  <a:pt x="315913" y="179388"/>
                  <a:pt x="315913" y="179388"/>
                  <a:pt x="279747" y="179388"/>
                </a:cubicBezTo>
                <a:close/>
                <a:moveTo>
                  <a:pt x="179387" y="179388"/>
                </a:moveTo>
                <a:cubicBezTo>
                  <a:pt x="179387" y="179388"/>
                  <a:pt x="179387" y="179388"/>
                  <a:pt x="179387" y="249238"/>
                </a:cubicBezTo>
                <a:cubicBezTo>
                  <a:pt x="204522" y="249238"/>
                  <a:pt x="228335" y="243966"/>
                  <a:pt x="249501" y="236059"/>
                </a:cubicBezTo>
                <a:cubicBezTo>
                  <a:pt x="254793" y="218926"/>
                  <a:pt x="257439" y="200475"/>
                  <a:pt x="258762" y="179388"/>
                </a:cubicBezTo>
                <a:cubicBezTo>
                  <a:pt x="258762" y="179388"/>
                  <a:pt x="258762" y="179388"/>
                  <a:pt x="179387" y="179388"/>
                </a:cubicBezTo>
                <a:close/>
                <a:moveTo>
                  <a:pt x="273050" y="111125"/>
                </a:moveTo>
                <a:cubicBezTo>
                  <a:pt x="277069" y="125594"/>
                  <a:pt x="279747" y="141379"/>
                  <a:pt x="279747" y="157163"/>
                </a:cubicBezTo>
                <a:lnTo>
                  <a:pt x="315913" y="157163"/>
                </a:lnTo>
                <a:cubicBezTo>
                  <a:pt x="310555" y="140063"/>
                  <a:pt x="295821" y="122963"/>
                  <a:pt x="273050" y="111125"/>
                </a:cubicBezTo>
                <a:close/>
                <a:moveTo>
                  <a:pt x="179387" y="87313"/>
                </a:moveTo>
                <a:lnTo>
                  <a:pt x="179387" y="157163"/>
                </a:lnTo>
                <a:cubicBezTo>
                  <a:pt x="179387" y="157163"/>
                  <a:pt x="179387" y="157163"/>
                  <a:pt x="258762" y="157163"/>
                </a:cubicBezTo>
                <a:cubicBezTo>
                  <a:pt x="257439" y="136076"/>
                  <a:pt x="254793" y="117625"/>
                  <a:pt x="249501" y="100492"/>
                </a:cubicBezTo>
                <a:cubicBezTo>
                  <a:pt x="228335" y="92585"/>
                  <a:pt x="204522" y="87313"/>
                  <a:pt x="179387" y="87313"/>
                </a:cubicBezTo>
                <a:close/>
                <a:moveTo>
                  <a:pt x="239712" y="39688"/>
                </a:moveTo>
                <a:cubicBezTo>
                  <a:pt x="250250" y="52705"/>
                  <a:pt x="258154" y="67025"/>
                  <a:pt x="264741" y="83948"/>
                </a:cubicBezTo>
                <a:cubicBezTo>
                  <a:pt x="279231" y="89155"/>
                  <a:pt x="291087" y="96965"/>
                  <a:pt x="301625" y="104776"/>
                </a:cubicBezTo>
                <a:cubicBezTo>
                  <a:pt x="288452" y="77439"/>
                  <a:pt x="267375" y="55309"/>
                  <a:pt x="239712" y="39688"/>
                </a:cubicBezTo>
                <a:close/>
                <a:moveTo>
                  <a:pt x="89694" y="31750"/>
                </a:moveTo>
                <a:cubicBezTo>
                  <a:pt x="74350" y="31750"/>
                  <a:pt x="61912" y="44188"/>
                  <a:pt x="61912" y="59532"/>
                </a:cubicBezTo>
                <a:cubicBezTo>
                  <a:pt x="61912" y="74876"/>
                  <a:pt x="74350" y="87314"/>
                  <a:pt x="89694" y="87314"/>
                </a:cubicBezTo>
                <a:cubicBezTo>
                  <a:pt x="105038" y="87314"/>
                  <a:pt x="117476" y="74876"/>
                  <a:pt x="117476" y="59532"/>
                </a:cubicBezTo>
                <a:cubicBezTo>
                  <a:pt x="117476" y="44188"/>
                  <a:pt x="105038" y="31750"/>
                  <a:pt x="89694" y="31750"/>
                </a:cubicBezTo>
                <a:close/>
                <a:moveTo>
                  <a:pt x="179387" y="22225"/>
                </a:moveTo>
                <a:lnTo>
                  <a:pt x="179387" y="66755"/>
                </a:lnTo>
                <a:cubicBezTo>
                  <a:pt x="200836" y="66755"/>
                  <a:pt x="220944" y="69374"/>
                  <a:pt x="239712" y="74613"/>
                </a:cubicBezTo>
                <a:cubicBezTo>
                  <a:pt x="224966" y="45799"/>
                  <a:pt x="203517" y="26154"/>
                  <a:pt x="179387" y="22225"/>
                </a:cubicBezTo>
                <a:close/>
                <a:moveTo>
                  <a:pt x="169069" y="0"/>
                </a:moveTo>
                <a:cubicBezTo>
                  <a:pt x="258887" y="0"/>
                  <a:pt x="331534" y="69676"/>
                  <a:pt x="338138" y="157758"/>
                </a:cubicBezTo>
                <a:lnTo>
                  <a:pt x="338138" y="178792"/>
                </a:lnTo>
                <a:cubicBezTo>
                  <a:pt x="331534" y="266874"/>
                  <a:pt x="258887" y="336550"/>
                  <a:pt x="169069" y="336550"/>
                </a:cubicBezTo>
                <a:cubicBezTo>
                  <a:pt x="79251" y="336550"/>
                  <a:pt x="6604" y="266874"/>
                  <a:pt x="0" y="178792"/>
                </a:cubicBezTo>
                <a:cubicBezTo>
                  <a:pt x="0" y="178792"/>
                  <a:pt x="0" y="178792"/>
                  <a:pt x="0" y="157758"/>
                </a:cubicBezTo>
                <a:cubicBezTo>
                  <a:pt x="2642" y="131465"/>
                  <a:pt x="9246" y="107801"/>
                  <a:pt x="21133" y="86767"/>
                </a:cubicBezTo>
                <a:cubicBezTo>
                  <a:pt x="25096" y="95969"/>
                  <a:pt x="30379" y="113060"/>
                  <a:pt x="38305" y="131465"/>
                </a:cubicBezTo>
                <a:cubicBezTo>
                  <a:pt x="30379" y="139353"/>
                  <a:pt x="25096" y="148555"/>
                  <a:pt x="22454" y="157758"/>
                </a:cubicBezTo>
                <a:cubicBezTo>
                  <a:pt x="22454" y="157758"/>
                  <a:pt x="22454" y="157758"/>
                  <a:pt x="47551" y="157758"/>
                </a:cubicBezTo>
                <a:cubicBezTo>
                  <a:pt x="50192" y="164331"/>
                  <a:pt x="52834" y="172219"/>
                  <a:pt x="55476" y="178792"/>
                </a:cubicBezTo>
                <a:cubicBezTo>
                  <a:pt x="55476" y="178792"/>
                  <a:pt x="55476" y="178792"/>
                  <a:pt x="22454" y="178792"/>
                </a:cubicBezTo>
                <a:cubicBezTo>
                  <a:pt x="27738" y="195883"/>
                  <a:pt x="42267" y="212973"/>
                  <a:pt x="64722" y="224805"/>
                </a:cubicBezTo>
                <a:cubicBezTo>
                  <a:pt x="62080" y="212973"/>
                  <a:pt x="59438" y="201141"/>
                  <a:pt x="58117" y="187995"/>
                </a:cubicBezTo>
                <a:cubicBezTo>
                  <a:pt x="66042" y="210344"/>
                  <a:pt x="72647" y="226120"/>
                  <a:pt x="73968" y="228749"/>
                </a:cubicBezTo>
                <a:cubicBezTo>
                  <a:pt x="73968" y="228749"/>
                  <a:pt x="73968" y="228749"/>
                  <a:pt x="84534" y="257671"/>
                </a:cubicBezTo>
                <a:cubicBezTo>
                  <a:pt x="84534" y="257671"/>
                  <a:pt x="84534" y="257671"/>
                  <a:pt x="93780" y="237952"/>
                </a:cubicBezTo>
                <a:cubicBezTo>
                  <a:pt x="113593" y="243210"/>
                  <a:pt x="134727" y="248469"/>
                  <a:pt x="158502" y="248469"/>
                </a:cubicBezTo>
                <a:cubicBezTo>
                  <a:pt x="158502" y="248469"/>
                  <a:pt x="158502" y="248469"/>
                  <a:pt x="158502" y="178792"/>
                </a:cubicBezTo>
                <a:cubicBezTo>
                  <a:pt x="158502" y="178792"/>
                  <a:pt x="158502" y="178792"/>
                  <a:pt x="118877" y="178792"/>
                </a:cubicBezTo>
                <a:cubicBezTo>
                  <a:pt x="122839" y="172219"/>
                  <a:pt x="125481" y="164331"/>
                  <a:pt x="128122" y="157758"/>
                </a:cubicBezTo>
                <a:cubicBezTo>
                  <a:pt x="128122" y="157758"/>
                  <a:pt x="128122" y="157758"/>
                  <a:pt x="158502" y="157758"/>
                </a:cubicBezTo>
                <a:cubicBezTo>
                  <a:pt x="158502" y="157758"/>
                  <a:pt x="158502" y="157758"/>
                  <a:pt x="158502" y="88081"/>
                </a:cubicBezTo>
                <a:cubicBezTo>
                  <a:pt x="158502" y="88081"/>
                  <a:pt x="157181" y="88081"/>
                  <a:pt x="157181" y="88081"/>
                </a:cubicBezTo>
                <a:cubicBezTo>
                  <a:pt x="157181" y="86767"/>
                  <a:pt x="157181" y="85452"/>
                  <a:pt x="158502" y="85452"/>
                </a:cubicBezTo>
                <a:cubicBezTo>
                  <a:pt x="161144" y="77564"/>
                  <a:pt x="162465" y="68362"/>
                  <a:pt x="162465" y="59159"/>
                </a:cubicBezTo>
                <a:cubicBezTo>
                  <a:pt x="162465" y="51271"/>
                  <a:pt x="161144" y="43383"/>
                  <a:pt x="158502" y="35495"/>
                </a:cubicBezTo>
                <a:cubicBezTo>
                  <a:pt x="158502" y="35495"/>
                  <a:pt x="158502" y="35495"/>
                  <a:pt x="158502" y="22349"/>
                </a:cubicBezTo>
                <a:cubicBezTo>
                  <a:pt x="157181" y="22349"/>
                  <a:pt x="154539" y="23664"/>
                  <a:pt x="153219" y="23664"/>
                </a:cubicBezTo>
                <a:cubicBezTo>
                  <a:pt x="147935" y="15776"/>
                  <a:pt x="142652" y="9202"/>
                  <a:pt x="136048" y="3944"/>
                </a:cubicBezTo>
                <a:cubicBezTo>
                  <a:pt x="146614" y="1315"/>
                  <a:pt x="157181" y="0"/>
                  <a:pt x="169069" y="0"/>
                </a:cubicBezTo>
                <a:close/>
                <a:moveTo>
                  <a:pt x="90348" y="0"/>
                </a:moveTo>
                <a:cubicBezTo>
                  <a:pt x="123057" y="0"/>
                  <a:pt x="149225" y="26334"/>
                  <a:pt x="149225" y="59251"/>
                </a:cubicBezTo>
                <a:cubicBezTo>
                  <a:pt x="149225" y="67151"/>
                  <a:pt x="147916" y="73735"/>
                  <a:pt x="145300" y="80318"/>
                </a:cubicBezTo>
                <a:cubicBezTo>
                  <a:pt x="137449" y="104019"/>
                  <a:pt x="86422" y="223838"/>
                  <a:pt x="86422" y="223838"/>
                </a:cubicBezTo>
                <a:cubicBezTo>
                  <a:pt x="86422" y="223838"/>
                  <a:pt x="38012" y="93485"/>
                  <a:pt x="34087" y="79002"/>
                </a:cubicBezTo>
                <a:cubicBezTo>
                  <a:pt x="31470" y="72418"/>
                  <a:pt x="30162" y="65835"/>
                  <a:pt x="30162" y="59251"/>
                </a:cubicBezTo>
                <a:cubicBezTo>
                  <a:pt x="30162" y="26334"/>
                  <a:pt x="57638" y="0"/>
                  <a:pt x="90348"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rgbClr val="FFFFFF"/>
              </a:solidFill>
              <a:cs typeface="+mn-ea"/>
              <a:sym typeface="+mn-lt"/>
            </a:endParaRPr>
          </a:p>
        </p:txBody>
      </p:sp>
      <p:sp>
        <p:nvSpPr>
          <p:cNvPr id="5" name="椭圆 4"/>
          <p:cNvSpPr/>
          <p:nvPr/>
        </p:nvSpPr>
        <p:spPr>
          <a:xfrm>
            <a:off x="4229537" y="3452518"/>
            <a:ext cx="584200" cy="584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b="1">
              <a:solidFill>
                <a:srgbClr val="FFFFFF"/>
              </a:solidFill>
              <a:cs typeface="+mn-ea"/>
              <a:sym typeface="+mn-lt"/>
            </a:endParaRPr>
          </a:p>
        </p:txBody>
      </p:sp>
      <p:sp>
        <p:nvSpPr>
          <p:cNvPr id="6" name="椭圆 52"/>
          <p:cNvSpPr/>
          <p:nvPr/>
        </p:nvSpPr>
        <p:spPr>
          <a:xfrm>
            <a:off x="4393162" y="3607578"/>
            <a:ext cx="256950" cy="274080"/>
          </a:xfrm>
          <a:custGeom>
            <a:avLst/>
            <a:gdLst>
              <a:gd name="connsiteX0" fmla="*/ 6350 w 309563"/>
              <a:gd name="connsiteY0" fmla="*/ 309562 h 330200"/>
              <a:gd name="connsiteX1" fmla="*/ 303213 w 309563"/>
              <a:gd name="connsiteY1" fmla="*/ 309562 h 330200"/>
              <a:gd name="connsiteX2" fmla="*/ 303213 w 309563"/>
              <a:gd name="connsiteY2" fmla="*/ 330200 h 330200"/>
              <a:gd name="connsiteX3" fmla="*/ 6350 w 309563"/>
              <a:gd name="connsiteY3" fmla="*/ 330200 h 330200"/>
              <a:gd name="connsiteX4" fmla="*/ 157162 w 309563"/>
              <a:gd name="connsiteY4" fmla="*/ 196850 h 330200"/>
              <a:gd name="connsiteX5" fmla="*/ 157162 w 309563"/>
              <a:gd name="connsiteY5" fmla="*/ 228600 h 330200"/>
              <a:gd name="connsiteX6" fmla="*/ 167322 w 309563"/>
              <a:gd name="connsiteY6" fmla="*/ 222250 h 330200"/>
              <a:gd name="connsiteX7" fmla="*/ 169862 w 309563"/>
              <a:gd name="connsiteY7" fmla="*/ 212090 h 330200"/>
              <a:gd name="connsiteX8" fmla="*/ 167322 w 309563"/>
              <a:gd name="connsiteY8" fmla="*/ 203200 h 330200"/>
              <a:gd name="connsiteX9" fmla="*/ 157162 w 309563"/>
              <a:gd name="connsiteY9" fmla="*/ 196850 h 330200"/>
              <a:gd name="connsiteX10" fmla="*/ 146050 w 309563"/>
              <a:gd name="connsiteY10" fmla="*/ 141287 h 330200"/>
              <a:gd name="connsiteX11" fmla="*/ 139104 w 309563"/>
              <a:gd name="connsiteY11" fmla="*/ 146483 h 330200"/>
              <a:gd name="connsiteX12" fmla="*/ 134937 w 309563"/>
              <a:gd name="connsiteY12" fmla="*/ 155575 h 330200"/>
              <a:gd name="connsiteX13" fmla="*/ 137715 w 309563"/>
              <a:gd name="connsiteY13" fmla="*/ 163368 h 330200"/>
              <a:gd name="connsiteX14" fmla="*/ 146050 w 309563"/>
              <a:gd name="connsiteY14" fmla="*/ 169862 h 330200"/>
              <a:gd name="connsiteX15" fmla="*/ 146050 w 309563"/>
              <a:gd name="connsiteY15" fmla="*/ 141287 h 330200"/>
              <a:gd name="connsiteX16" fmla="*/ 244475 w 309563"/>
              <a:gd name="connsiteY16" fmla="*/ 123825 h 330200"/>
              <a:gd name="connsiteX17" fmla="*/ 265113 w 309563"/>
              <a:gd name="connsiteY17" fmla="*/ 123825 h 330200"/>
              <a:gd name="connsiteX18" fmla="*/ 265113 w 309563"/>
              <a:gd name="connsiteY18" fmla="*/ 285750 h 330200"/>
              <a:gd name="connsiteX19" fmla="*/ 244475 w 309563"/>
              <a:gd name="connsiteY19" fmla="*/ 285750 h 330200"/>
              <a:gd name="connsiteX20" fmla="*/ 44450 w 309563"/>
              <a:gd name="connsiteY20" fmla="*/ 123825 h 330200"/>
              <a:gd name="connsiteX21" fmla="*/ 65088 w 309563"/>
              <a:gd name="connsiteY21" fmla="*/ 123825 h 330200"/>
              <a:gd name="connsiteX22" fmla="*/ 65088 w 309563"/>
              <a:gd name="connsiteY22" fmla="*/ 285750 h 330200"/>
              <a:gd name="connsiteX23" fmla="*/ 44450 w 309563"/>
              <a:gd name="connsiteY23" fmla="*/ 285750 h 330200"/>
              <a:gd name="connsiteX24" fmla="*/ 145673 w 309563"/>
              <a:gd name="connsiteY24" fmla="*/ 115887 h 330200"/>
              <a:gd name="connsiteX25" fmla="*/ 157539 w 309563"/>
              <a:gd name="connsiteY25" fmla="*/ 115887 h 330200"/>
              <a:gd name="connsiteX26" fmla="*/ 157539 w 309563"/>
              <a:gd name="connsiteY26" fmla="*/ 123626 h 330200"/>
              <a:gd name="connsiteX27" fmla="*/ 178634 w 309563"/>
              <a:gd name="connsiteY27" fmla="*/ 132655 h 330200"/>
              <a:gd name="connsiteX28" fmla="*/ 187863 w 309563"/>
              <a:gd name="connsiteY28" fmla="*/ 152003 h 330200"/>
              <a:gd name="connsiteX29" fmla="*/ 166768 w 309563"/>
              <a:gd name="connsiteY29" fmla="*/ 154583 h 330200"/>
              <a:gd name="connsiteX30" fmla="*/ 157539 w 309563"/>
              <a:gd name="connsiteY30" fmla="*/ 141684 h 330200"/>
              <a:gd name="connsiteX31" fmla="*/ 157539 w 309563"/>
              <a:gd name="connsiteY31" fmla="*/ 173930 h 330200"/>
              <a:gd name="connsiteX32" fmla="*/ 183908 w 309563"/>
              <a:gd name="connsiteY32" fmla="*/ 186829 h 330200"/>
              <a:gd name="connsiteX33" fmla="*/ 190500 w 309563"/>
              <a:gd name="connsiteY33" fmla="*/ 208756 h 330200"/>
              <a:gd name="connsiteX34" fmla="*/ 182589 w 309563"/>
              <a:gd name="connsiteY34" fmla="*/ 233263 h 330200"/>
              <a:gd name="connsiteX35" fmla="*/ 157539 w 309563"/>
              <a:gd name="connsiteY35" fmla="*/ 246162 h 330200"/>
              <a:gd name="connsiteX36" fmla="*/ 157539 w 309563"/>
              <a:gd name="connsiteY36" fmla="*/ 260350 h 330200"/>
              <a:gd name="connsiteX37" fmla="*/ 145673 w 309563"/>
              <a:gd name="connsiteY37" fmla="*/ 260350 h 330200"/>
              <a:gd name="connsiteX38" fmla="*/ 145673 w 309563"/>
              <a:gd name="connsiteY38" fmla="*/ 246162 h 330200"/>
              <a:gd name="connsiteX39" fmla="*/ 123260 w 309563"/>
              <a:gd name="connsiteY39" fmla="*/ 235843 h 330200"/>
              <a:gd name="connsiteX40" fmla="*/ 112712 w 309563"/>
              <a:gd name="connsiteY40" fmla="*/ 211336 h 330200"/>
              <a:gd name="connsiteX41" fmla="*/ 133807 w 309563"/>
              <a:gd name="connsiteY41" fmla="*/ 208756 h 330200"/>
              <a:gd name="connsiteX42" fmla="*/ 137762 w 309563"/>
              <a:gd name="connsiteY42" fmla="*/ 220365 h 330200"/>
              <a:gd name="connsiteX43" fmla="*/ 145673 w 309563"/>
              <a:gd name="connsiteY43" fmla="*/ 226814 h 330200"/>
              <a:gd name="connsiteX44" fmla="*/ 145673 w 309563"/>
              <a:gd name="connsiteY44" fmla="*/ 193278 h 330200"/>
              <a:gd name="connsiteX45" fmla="*/ 123260 w 309563"/>
              <a:gd name="connsiteY45" fmla="*/ 179090 h 330200"/>
              <a:gd name="connsiteX46" fmla="*/ 115349 w 309563"/>
              <a:gd name="connsiteY46" fmla="*/ 157162 h 330200"/>
              <a:gd name="connsiteX47" fmla="*/ 123260 w 309563"/>
              <a:gd name="connsiteY47" fmla="*/ 133945 h 330200"/>
              <a:gd name="connsiteX48" fmla="*/ 145673 w 309563"/>
              <a:gd name="connsiteY48" fmla="*/ 123626 h 330200"/>
              <a:gd name="connsiteX49" fmla="*/ 145673 w 309563"/>
              <a:gd name="connsiteY49" fmla="*/ 115887 h 330200"/>
              <a:gd name="connsiteX50" fmla="*/ 155575 w 309563"/>
              <a:gd name="connsiteY50" fmla="*/ 0 h 330200"/>
              <a:gd name="connsiteX51" fmla="*/ 309563 w 309563"/>
              <a:gd name="connsiteY51" fmla="*/ 96837 h 330200"/>
              <a:gd name="connsiteX52" fmla="*/ 298450 w 309563"/>
              <a:gd name="connsiteY52" fmla="*/ 114300 h 330200"/>
              <a:gd name="connsiteX53" fmla="*/ 155575 w 309563"/>
              <a:gd name="connsiteY53" fmla="*/ 23812 h 330200"/>
              <a:gd name="connsiteX54" fmla="*/ 11113 w 309563"/>
              <a:gd name="connsiteY54" fmla="*/ 114300 h 330200"/>
              <a:gd name="connsiteX55" fmla="*/ 0 w 309563"/>
              <a:gd name="connsiteY55" fmla="*/ 96837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09563" h="330200">
                <a:moveTo>
                  <a:pt x="6350" y="309562"/>
                </a:moveTo>
                <a:lnTo>
                  <a:pt x="303213" y="309562"/>
                </a:lnTo>
                <a:lnTo>
                  <a:pt x="303213" y="330200"/>
                </a:lnTo>
                <a:lnTo>
                  <a:pt x="6350" y="330200"/>
                </a:lnTo>
                <a:close/>
                <a:moveTo>
                  <a:pt x="157162" y="196850"/>
                </a:moveTo>
                <a:lnTo>
                  <a:pt x="157162" y="228600"/>
                </a:lnTo>
                <a:cubicBezTo>
                  <a:pt x="160972" y="227330"/>
                  <a:pt x="164782" y="226060"/>
                  <a:pt x="167322" y="222250"/>
                </a:cubicBezTo>
                <a:cubicBezTo>
                  <a:pt x="168592" y="219710"/>
                  <a:pt x="169862" y="215900"/>
                  <a:pt x="169862" y="212090"/>
                </a:cubicBezTo>
                <a:cubicBezTo>
                  <a:pt x="169862" y="208280"/>
                  <a:pt x="169862" y="205740"/>
                  <a:pt x="167322" y="203200"/>
                </a:cubicBezTo>
                <a:cubicBezTo>
                  <a:pt x="164782" y="200660"/>
                  <a:pt x="162242" y="198120"/>
                  <a:pt x="157162" y="196850"/>
                </a:cubicBezTo>
                <a:close/>
                <a:moveTo>
                  <a:pt x="146050" y="141287"/>
                </a:moveTo>
                <a:cubicBezTo>
                  <a:pt x="143272" y="142586"/>
                  <a:pt x="140494" y="143885"/>
                  <a:pt x="139104" y="146483"/>
                </a:cubicBezTo>
                <a:cubicBezTo>
                  <a:pt x="136326" y="149080"/>
                  <a:pt x="134937" y="151678"/>
                  <a:pt x="134937" y="155575"/>
                </a:cubicBezTo>
                <a:cubicBezTo>
                  <a:pt x="134937" y="158172"/>
                  <a:pt x="136326" y="160770"/>
                  <a:pt x="137715" y="163368"/>
                </a:cubicBezTo>
                <a:cubicBezTo>
                  <a:pt x="140494" y="165966"/>
                  <a:pt x="143272" y="167265"/>
                  <a:pt x="146050" y="169862"/>
                </a:cubicBezTo>
                <a:cubicBezTo>
                  <a:pt x="146050" y="169862"/>
                  <a:pt x="146050" y="169862"/>
                  <a:pt x="146050" y="141287"/>
                </a:cubicBezTo>
                <a:close/>
                <a:moveTo>
                  <a:pt x="244475" y="123825"/>
                </a:moveTo>
                <a:lnTo>
                  <a:pt x="265113" y="123825"/>
                </a:lnTo>
                <a:lnTo>
                  <a:pt x="265113" y="285750"/>
                </a:lnTo>
                <a:lnTo>
                  <a:pt x="244475" y="285750"/>
                </a:lnTo>
                <a:close/>
                <a:moveTo>
                  <a:pt x="44450" y="123825"/>
                </a:moveTo>
                <a:lnTo>
                  <a:pt x="65088" y="123825"/>
                </a:lnTo>
                <a:lnTo>
                  <a:pt x="65088" y="285750"/>
                </a:lnTo>
                <a:lnTo>
                  <a:pt x="44450" y="285750"/>
                </a:lnTo>
                <a:close/>
                <a:moveTo>
                  <a:pt x="145673" y="115887"/>
                </a:moveTo>
                <a:cubicBezTo>
                  <a:pt x="145673" y="115887"/>
                  <a:pt x="145673" y="115887"/>
                  <a:pt x="157539" y="115887"/>
                </a:cubicBezTo>
                <a:cubicBezTo>
                  <a:pt x="157539" y="115887"/>
                  <a:pt x="157539" y="115887"/>
                  <a:pt x="157539" y="123626"/>
                </a:cubicBezTo>
                <a:cubicBezTo>
                  <a:pt x="166768" y="124916"/>
                  <a:pt x="173360" y="127495"/>
                  <a:pt x="178634" y="132655"/>
                </a:cubicBezTo>
                <a:cubicBezTo>
                  <a:pt x="182589" y="137814"/>
                  <a:pt x="186545" y="144264"/>
                  <a:pt x="187863" y="152003"/>
                </a:cubicBezTo>
                <a:cubicBezTo>
                  <a:pt x="187863" y="152003"/>
                  <a:pt x="187863" y="152003"/>
                  <a:pt x="166768" y="154583"/>
                </a:cubicBezTo>
                <a:cubicBezTo>
                  <a:pt x="166768" y="148133"/>
                  <a:pt x="162813" y="144264"/>
                  <a:pt x="157539" y="141684"/>
                </a:cubicBezTo>
                <a:cubicBezTo>
                  <a:pt x="157539" y="141684"/>
                  <a:pt x="157539" y="141684"/>
                  <a:pt x="157539" y="173930"/>
                </a:cubicBezTo>
                <a:cubicBezTo>
                  <a:pt x="170723" y="176510"/>
                  <a:pt x="179952" y="181670"/>
                  <a:pt x="183908" y="186829"/>
                </a:cubicBezTo>
                <a:cubicBezTo>
                  <a:pt x="189182" y="193278"/>
                  <a:pt x="190500" y="199727"/>
                  <a:pt x="190500" y="208756"/>
                </a:cubicBezTo>
                <a:cubicBezTo>
                  <a:pt x="190500" y="217785"/>
                  <a:pt x="187863" y="226814"/>
                  <a:pt x="182589" y="233263"/>
                </a:cubicBezTo>
                <a:cubicBezTo>
                  <a:pt x="175997" y="239713"/>
                  <a:pt x="168087" y="243582"/>
                  <a:pt x="157539" y="246162"/>
                </a:cubicBezTo>
                <a:cubicBezTo>
                  <a:pt x="157539" y="246162"/>
                  <a:pt x="157539" y="246162"/>
                  <a:pt x="157539" y="260350"/>
                </a:cubicBezTo>
                <a:cubicBezTo>
                  <a:pt x="157539" y="260350"/>
                  <a:pt x="157539" y="260350"/>
                  <a:pt x="145673" y="260350"/>
                </a:cubicBezTo>
                <a:cubicBezTo>
                  <a:pt x="145673" y="260350"/>
                  <a:pt x="145673" y="260350"/>
                  <a:pt x="145673" y="246162"/>
                </a:cubicBezTo>
                <a:cubicBezTo>
                  <a:pt x="136444" y="244872"/>
                  <a:pt x="129852" y="241003"/>
                  <a:pt x="123260" y="235843"/>
                </a:cubicBezTo>
                <a:cubicBezTo>
                  <a:pt x="117986" y="229394"/>
                  <a:pt x="114030" y="221655"/>
                  <a:pt x="112712" y="211336"/>
                </a:cubicBezTo>
                <a:cubicBezTo>
                  <a:pt x="112712" y="211336"/>
                  <a:pt x="112712" y="211336"/>
                  <a:pt x="133807" y="208756"/>
                </a:cubicBezTo>
                <a:cubicBezTo>
                  <a:pt x="133807" y="212626"/>
                  <a:pt x="136444" y="216495"/>
                  <a:pt x="137762" y="220365"/>
                </a:cubicBezTo>
                <a:cubicBezTo>
                  <a:pt x="140399" y="222945"/>
                  <a:pt x="143036" y="225524"/>
                  <a:pt x="145673" y="226814"/>
                </a:cubicBezTo>
                <a:cubicBezTo>
                  <a:pt x="145673" y="226814"/>
                  <a:pt x="145673" y="226814"/>
                  <a:pt x="145673" y="193278"/>
                </a:cubicBezTo>
                <a:cubicBezTo>
                  <a:pt x="135126" y="189409"/>
                  <a:pt x="127215" y="185539"/>
                  <a:pt x="123260" y="179090"/>
                </a:cubicBezTo>
                <a:cubicBezTo>
                  <a:pt x="117986" y="172641"/>
                  <a:pt x="115349" y="164901"/>
                  <a:pt x="115349" y="157162"/>
                </a:cubicBezTo>
                <a:cubicBezTo>
                  <a:pt x="115349" y="148133"/>
                  <a:pt x="117986" y="140394"/>
                  <a:pt x="123260" y="133945"/>
                </a:cubicBezTo>
                <a:cubicBezTo>
                  <a:pt x="129852" y="128785"/>
                  <a:pt x="136444" y="124916"/>
                  <a:pt x="145673" y="123626"/>
                </a:cubicBezTo>
                <a:cubicBezTo>
                  <a:pt x="145673" y="123626"/>
                  <a:pt x="145673" y="123626"/>
                  <a:pt x="145673" y="115887"/>
                </a:cubicBezTo>
                <a:close/>
                <a:moveTo>
                  <a:pt x="155575" y="0"/>
                </a:moveTo>
                <a:lnTo>
                  <a:pt x="309563" y="96837"/>
                </a:lnTo>
                <a:lnTo>
                  <a:pt x="298450" y="114300"/>
                </a:lnTo>
                <a:lnTo>
                  <a:pt x="155575" y="23812"/>
                </a:lnTo>
                <a:lnTo>
                  <a:pt x="11113" y="114300"/>
                </a:lnTo>
                <a:lnTo>
                  <a:pt x="0" y="9683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rgbClr val="FFFFFF"/>
              </a:solidFill>
              <a:cs typeface="+mn-ea"/>
              <a:sym typeface="+mn-lt"/>
            </a:endParaRPr>
          </a:p>
        </p:txBody>
      </p:sp>
      <p:sp>
        <p:nvSpPr>
          <p:cNvPr id="7" name="椭圆 6"/>
          <p:cNvSpPr/>
          <p:nvPr/>
        </p:nvSpPr>
        <p:spPr>
          <a:xfrm>
            <a:off x="4229537" y="4700293"/>
            <a:ext cx="584200" cy="584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b="1">
              <a:solidFill>
                <a:srgbClr val="FFFFFF"/>
              </a:solidFill>
              <a:cs typeface="+mn-ea"/>
              <a:sym typeface="+mn-lt"/>
            </a:endParaRPr>
          </a:p>
        </p:txBody>
      </p:sp>
      <p:sp>
        <p:nvSpPr>
          <p:cNvPr id="8" name="椭圆 59"/>
          <p:cNvSpPr/>
          <p:nvPr/>
        </p:nvSpPr>
        <p:spPr>
          <a:xfrm>
            <a:off x="4384597" y="4855353"/>
            <a:ext cx="274080" cy="274080"/>
          </a:xfrm>
          <a:custGeom>
            <a:avLst/>
            <a:gdLst>
              <a:gd name="connsiteX0" fmla="*/ 169069 w 338138"/>
              <a:gd name="connsiteY0" fmla="*/ 120650 h 338138"/>
              <a:gd name="connsiteX1" fmla="*/ 120650 w 338138"/>
              <a:gd name="connsiteY1" fmla="*/ 169069 h 338138"/>
              <a:gd name="connsiteX2" fmla="*/ 169069 w 338138"/>
              <a:gd name="connsiteY2" fmla="*/ 217488 h 338138"/>
              <a:gd name="connsiteX3" fmla="*/ 217488 w 338138"/>
              <a:gd name="connsiteY3" fmla="*/ 169069 h 338138"/>
              <a:gd name="connsiteX4" fmla="*/ 169069 w 338138"/>
              <a:gd name="connsiteY4" fmla="*/ 120650 h 338138"/>
              <a:gd name="connsiteX5" fmla="*/ 169863 w 338138"/>
              <a:gd name="connsiteY5" fmla="*/ 100013 h 338138"/>
              <a:gd name="connsiteX6" fmla="*/ 239713 w 338138"/>
              <a:gd name="connsiteY6" fmla="*/ 169863 h 338138"/>
              <a:gd name="connsiteX7" fmla="*/ 169863 w 338138"/>
              <a:gd name="connsiteY7" fmla="*/ 239713 h 338138"/>
              <a:gd name="connsiteX8" fmla="*/ 100013 w 338138"/>
              <a:gd name="connsiteY8" fmla="*/ 169863 h 338138"/>
              <a:gd name="connsiteX9" fmla="*/ 169863 w 338138"/>
              <a:gd name="connsiteY9" fmla="*/ 100013 h 338138"/>
              <a:gd name="connsiteX10" fmla="*/ 154044 w 338138"/>
              <a:gd name="connsiteY10" fmla="*/ 22225 h 338138"/>
              <a:gd name="connsiteX11" fmla="*/ 152726 w 338138"/>
              <a:gd name="connsiteY11" fmla="*/ 62869 h 338138"/>
              <a:gd name="connsiteX12" fmla="*/ 144817 w 338138"/>
              <a:gd name="connsiteY12" fmla="*/ 64181 h 338138"/>
              <a:gd name="connsiteX13" fmla="*/ 113180 w 338138"/>
              <a:gd name="connsiteY13" fmla="*/ 77292 h 338138"/>
              <a:gd name="connsiteX14" fmla="*/ 106589 w 338138"/>
              <a:gd name="connsiteY14" fmla="*/ 81225 h 338138"/>
              <a:gd name="connsiteX15" fmla="*/ 76271 w 338138"/>
              <a:gd name="connsiteY15" fmla="*/ 55003 h 338138"/>
              <a:gd name="connsiteX16" fmla="*/ 55180 w 338138"/>
              <a:gd name="connsiteY16" fmla="*/ 75981 h 338138"/>
              <a:gd name="connsiteX17" fmla="*/ 81544 w 338138"/>
              <a:gd name="connsiteY17" fmla="*/ 106136 h 338138"/>
              <a:gd name="connsiteX18" fmla="*/ 77589 w 338138"/>
              <a:gd name="connsiteY18" fmla="*/ 112692 h 338138"/>
              <a:gd name="connsiteX19" fmla="*/ 64407 w 338138"/>
              <a:gd name="connsiteY19" fmla="*/ 144158 h 338138"/>
              <a:gd name="connsiteX20" fmla="*/ 63089 w 338138"/>
              <a:gd name="connsiteY20" fmla="*/ 152025 h 338138"/>
              <a:gd name="connsiteX21" fmla="*/ 22225 w 338138"/>
              <a:gd name="connsiteY21" fmla="*/ 153336 h 338138"/>
              <a:gd name="connsiteX22" fmla="*/ 22225 w 338138"/>
              <a:gd name="connsiteY22" fmla="*/ 184802 h 338138"/>
              <a:gd name="connsiteX23" fmla="*/ 63089 w 338138"/>
              <a:gd name="connsiteY23" fmla="*/ 186114 h 338138"/>
              <a:gd name="connsiteX24" fmla="*/ 64407 w 338138"/>
              <a:gd name="connsiteY24" fmla="*/ 193980 h 338138"/>
              <a:gd name="connsiteX25" fmla="*/ 77589 w 338138"/>
              <a:gd name="connsiteY25" fmla="*/ 225447 h 338138"/>
              <a:gd name="connsiteX26" fmla="*/ 81544 w 338138"/>
              <a:gd name="connsiteY26" fmla="*/ 232002 h 338138"/>
              <a:gd name="connsiteX27" fmla="*/ 55180 w 338138"/>
              <a:gd name="connsiteY27" fmla="*/ 262158 h 338138"/>
              <a:gd name="connsiteX28" fmla="*/ 76271 w 338138"/>
              <a:gd name="connsiteY28" fmla="*/ 283135 h 338138"/>
              <a:gd name="connsiteX29" fmla="*/ 106589 w 338138"/>
              <a:gd name="connsiteY29" fmla="*/ 256913 h 338138"/>
              <a:gd name="connsiteX30" fmla="*/ 113180 w 338138"/>
              <a:gd name="connsiteY30" fmla="*/ 260847 h 338138"/>
              <a:gd name="connsiteX31" fmla="*/ 144817 w 338138"/>
              <a:gd name="connsiteY31" fmla="*/ 273958 h 338138"/>
              <a:gd name="connsiteX32" fmla="*/ 152726 w 338138"/>
              <a:gd name="connsiteY32" fmla="*/ 275269 h 338138"/>
              <a:gd name="connsiteX33" fmla="*/ 154044 w 338138"/>
              <a:gd name="connsiteY33" fmla="*/ 315913 h 338138"/>
              <a:gd name="connsiteX34" fmla="*/ 185681 w 338138"/>
              <a:gd name="connsiteY34" fmla="*/ 315913 h 338138"/>
              <a:gd name="connsiteX35" fmla="*/ 186999 w 338138"/>
              <a:gd name="connsiteY35" fmla="*/ 275269 h 338138"/>
              <a:gd name="connsiteX36" fmla="*/ 194908 w 338138"/>
              <a:gd name="connsiteY36" fmla="*/ 273958 h 338138"/>
              <a:gd name="connsiteX37" fmla="*/ 226545 w 338138"/>
              <a:gd name="connsiteY37" fmla="*/ 260847 h 338138"/>
              <a:gd name="connsiteX38" fmla="*/ 233136 w 338138"/>
              <a:gd name="connsiteY38" fmla="*/ 256913 h 338138"/>
              <a:gd name="connsiteX39" fmla="*/ 263454 w 338138"/>
              <a:gd name="connsiteY39" fmla="*/ 283135 h 338138"/>
              <a:gd name="connsiteX40" fmla="*/ 284545 w 338138"/>
              <a:gd name="connsiteY40" fmla="*/ 262158 h 338138"/>
              <a:gd name="connsiteX41" fmla="*/ 258181 w 338138"/>
              <a:gd name="connsiteY41" fmla="*/ 232002 h 338138"/>
              <a:gd name="connsiteX42" fmla="*/ 262136 w 338138"/>
              <a:gd name="connsiteY42" fmla="*/ 225447 h 338138"/>
              <a:gd name="connsiteX43" fmla="*/ 275318 w 338138"/>
              <a:gd name="connsiteY43" fmla="*/ 193980 h 338138"/>
              <a:gd name="connsiteX44" fmla="*/ 276636 w 338138"/>
              <a:gd name="connsiteY44" fmla="*/ 186114 h 338138"/>
              <a:gd name="connsiteX45" fmla="*/ 317500 w 338138"/>
              <a:gd name="connsiteY45" fmla="*/ 184802 h 338138"/>
              <a:gd name="connsiteX46" fmla="*/ 317500 w 338138"/>
              <a:gd name="connsiteY46" fmla="*/ 153336 h 338138"/>
              <a:gd name="connsiteX47" fmla="*/ 276636 w 338138"/>
              <a:gd name="connsiteY47" fmla="*/ 152025 h 338138"/>
              <a:gd name="connsiteX48" fmla="*/ 275318 w 338138"/>
              <a:gd name="connsiteY48" fmla="*/ 144158 h 338138"/>
              <a:gd name="connsiteX49" fmla="*/ 262136 w 338138"/>
              <a:gd name="connsiteY49" fmla="*/ 112692 h 338138"/>
              <a:gd name="connsiteX50" fmla="*/ 258181 w 338138"/>
              <a:gd name="connsiteY50" fmla="*/ 106136 h 338138"/>
              <a:gd name="connsiteX51" fmla="*/ 284545 w 338138"/>
              <a:gd name="connsiteY51" fmla="*/ 75981 h 338138"/>
              <a:gd name="connsiteX52" fmla="*/ 263454 w 338138"/>
              <a:gd name="connsiteY52" fmla="*/ 55003 h 338138"/>
              <a:gd name="connsiteX53" fmla="*/ 233136 w 338138"/>
              <a:gd name="connsiteY53" fmla="*/ 81225 h 338138"/>
              <a:gd name="connsiteX54" fmla="*/ 226545 w 338138"/>
              <a:gd name="connsiteY54" fmla="*/ 77292 h 338138"/>
              <a:gd name="connsiteX55" fmla="*/ 194908 w 338138"/>
              <a:gd name="connsiteY55" fmla="*/ 64181 h 338138"/>
              <a:gd name="connsiteX56" fmla="*/ 186999 w 338138"/>
              <a:gd name="connsiteY56" fmla="*/ 62869 h 338138"/>
              <a:gd name="connsiteX57" fmla="*/ 185681 w 338138"/>
              <a:gd name="connsiteY57" fmla="*/ 22225 h 338138"/>
              <a:gd name="connsiteX58" fmla="*/ 154044 w 338138"/>
              <a:gd name="connsiteY58" fmla="*/ 22225 h 338138"/>
              <a:gd name="connsiteX59" fmla="*/ 149256 w 338138"/>
              <a:gd name="connsiteY59" fmla="*/ 0 h 338138"/>
              <a:gd name="connsiteX60" fmla="*/ 188882 w 338138"/>
              <a:gd name="connsiteY60" fmla="*/ 0 h 338138"/>
              <a:gd name="connsiteX61" fmla="*/ 204732 w 338138"/>
              <a:gd name="connsiteY61" fmla="*/ 15850 h 338138"/>
              <a:gd name="connsiteX62" fmla="*/ 206053 w 338138"/>
              <a:gd name="connsiteY62" fmla="*/ 44909 h 338138"/>
              <a:gd name="connsiteX63" fmla="*/ 229828 w 338138"/>
              <a:gd name="connsiteY63" fmla="*/ 55476 h 338138"/>
              <a:gd name="connsiteX64" fmla="*/ 252283 w 338138"/>
              <a:gd name="connsiteY64" fmla="*/ 35663 h 338138"/>
              <a:gd name="connsiteX65" fmla="*/ 274737 w 338138"/>
              <a:gd name="connsiteY65" fmla="*/ 35663 h 338138"/>
              <a:gd name="connsiteX66" fmla="*/ 302475 w 338138"/>
              <a:gd name="connsiteY66" fmla="*/ 63401 h 338138"/>
              <a:gd name="connsiteX67" fmla="*/ 302475 w 338138"/>
              <a:gd name="connsiteY67" fmla="*/ 87176 h 338138"/>
              <a:gd name="connsiteX68" fmla="*/ 282662 w 338138"/>
              <a:gd name="connsiteY68" fmla="*/ 108310 h 338138"/>
              <a:gd name="connsiteX69" fmla="*/ 293229 w 338138"/>
              <a:gd name="connsiteY69" fmla="*/ 132085 h 338138"/>
              <a:gd name="connsiteX70" fmla="*/ 322288 w 338138"/>
              <a:gd name="connsiteY70" fmla="*/ 133406 h 338138"/>
              <a:gd name="connsiteX71" fmla="*/ 338138 w 338138"/>
              <a:gd name="connsiteY71" fmla="*/ 149256 h 338138"/>
              <a:gd name="connsiteX72" fmla="*/ 338138 w 338138"/>
              <a:gd name="connsiteY72" fmla="*/ 188882 h 338138"/>
              <a:gd name="connsiteX73" fmla="*/ 322288 w 338138"/>
              <a:gd name="connsiteY73" fmla="*/ 204732 h 338138"/>
              <a:gd name="connsiteX74" fmla="*/ 293229 w 338138"/>
              <a:gd name="connsiteY74" fmla="*/ 206053 h 338138"/>
              <a:gd name="connsiteX75" fmla="*/ 282662 w 338138"/>
              <a:gd name="connsiteY75" fmla="*/ 229828 h 338138"/>
              <a:gd name="connsiteX76" fmla="*/ 302475 w 338138"/>
              <a:gd name="connsiteY76" fmla="*/ 252283 h 338138"/>
              <a:gd name="connsiteX77" fmla="*/ 307759 w 338138"/>
              <a:gd name="connsiteY77" fmla="*/ 262850 h 338138"/>
              <a:gd name="connsiteX78" fmla="*/ 302475 w 338138"/>
              <a:gd name="connsiteY78" fmla="*/ 274737 h 338138"/>
              <a:gd name="connsiteX79" fmla="*/ 274737 w 338138"/>
              <a:gd name="connsiteY79" fmla="*/ 302475 h 338138"/>
              <a:gd name="connsiteX80" fmla="*/ 250962 w 338138"/>
              <a:gd name="connsiteY80" fmla="*/ 302475 h 338138"/>
              <a:gd name="connsiteX81" fmla="*/ 229828 w 338138"/>
              <a:gd name="connsiteY81" fmla="*/ 282662 h 338138"/>
              <a:gd name="connsiteX82" fmla="*/ 206053 w 338138"/>
              <a:gd name="connsiteY82" fmla="*/ 293229 h 338138"/>
              <a:gd name="connsiteX83" fmla="*/ 204732 w 338138"/>
              <a:gd name="connsiteY83" fmla="*/ 322288 h 338138"/>
              <a:gd name="connsiteX84" fmla="*/ 188882 w 338138"/>
              <a:gd name="connsiteY84" fmla="*/ 338138 h 338138"/>
              <a:gd name="connsiteX85" fmla="*/ 149256 w 338138"/>
              <a:gd name="connsiteY85" fmla="*/ 338138 h 338138"/>
              <a:gd name="connsiteX86" fmla="*/ 133406 w 338138"/>
              <a:gd name="connsiteY86" fmla="*/ 322288 h 338138"/>
              <a:gd name="connsiteX87" fmla="*/ 132085 w 338138"/>
              <a:gd name="connsiteY87" fmla="*/ 293229 h 338138"/>
              <a:gd name="connsiteX88" fmla="*/ 108310 w 338138"/>
              <a:gd name="connsiteY88" fmla="*/ 282662 h 338138"/>
              <a:gd name="connsiteX89" fmla="*/ 85855 w 338138"/>
              <a:gd name="connsiteY89" fmla="*/ 302475 h 338138"/>
              <a:gd name="connsiteX90" fmla="*/ 63401 w 338138"/>
              <a:gd name="connsiteY90" fmla="*/ 302475 h 338138"/>
              <a:gd name="connsiteX91" fmla="*/ 35663 w 338138"/>
              <a:gd name="connsiteY91" fmla="*/ 274737 h 338138"/>
              <a:gd name="connsiteX92" fmla="*/ 35663 w 338138"/>
              <a:gd name="connsiteY92" fmla="*/ 250962 h 338138"/>
              <a:gd name="connsiteX93" fmla="*/ 55476 w 338138"/>
              <a:gd name="connsiteY93" fmla="*/ 229828 h 338138"/>
              <a:gd name="connsiteX94" fmla="*/ 44909 w 338138"/>
              <a:gd name="connsiteY94" fmla="*/ 206053 h 338138"/>
              <a:gd name="connsiteX95" fmla="*/ 15850 w 338138"/>
              <a:gd name="connsiteY95" fmla="*/ 204732 h 338138"/>
              <a:gd name="connsiteX96" fmla="*/ 0 w 338138"/>
              <a:gd name="connsiteY96" fmla="*/ 188882 h 338138"/>
              <a:gd name="connsiteX97" fmla="*/ 0 w 338138"/>
              <a:gd name="connsiteY97" fmla="*/ 149256 h 338138"/>
              <a:gd name="connsiteX98" fmla="*/ 15850 w 338138"/>
              <a:gd name="connsiteY98" fmla="*/ 133406 h 338138"/>
              <a:gd name="connsiteX99" fmla="*/ 44909 w 338138"/>
              <a:gd name="connsiteY99" fmla="*/ 132085 h 338138"/>
              <a:gd name="connsiteX100" fmla="*/ 55476 w 338138"/>
              <a:gd name="connsiteY100" fmla="*/ 108310 h 338138"/>
              <a:gd name="connsiteX101" fmla="*/ 35663 w 338138"/>
              <a:gd name="connsiteY101" fmla="*/ 85855 h 338138"/>
              <a:gd name="connsiteX102" fmla="*/ 30380 w 338138"/>
              <a:gd name="connsiteY102" fmla="*/ 75289 h 338138"/>
              <a:gd name="connsiteX103" fmla="*/ 35663 w 338138"/>
              <a:gd name="connsiteY103" fmla="*/ 63401 h 338138"/>
              <a:gd name="connsiteX104" fmla="*/ 63401 w 338138"/>
              <a:gd name="connsiteY104" fmla="*/ 35663 h 338138"/>
              <a:gd name="connsiteX105" fmla="*/ 87176 w 338138"/>
              <a:gd name="connsiteY105" fmla="*/ 35663 h 338138"/>
              <a:gd name="connsiteX106" fmla="*/ 108310 w 338138"/>
              <a:gd name="connsiteY106" fmla="*/ 55476 h 338138"/>
              <a:gd name="connsiteX107" fmla="*/ 132085 w 338138"/>
              <a:gd name="connsiteY107" fmla="*/ 44909 h 338138"/>
              <a:gd name="connsiteX108" fmla="*/ 133406 w 338138"/>
              <a:gd name="connsiteY108" fmla="*/ 15850 h 338138"/>
              <a:gd name="connsiteX109" fmla="*/ 149256 w 338138"/>
              <a:gd name="connsiteY109"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338138" h="338138">
                <a:moveTo>
                  <a:pt x="169069" y="120650"/>
                </a:moveTo>
                <a:cubicBezTo>
                  <a:pt x="142328" y="120650"/>
                  <a:pt x="120650" y="142328"/>
                  <a:pt x="120650" y="169069"/>
                </a:cubicBezTo>
                <a:cubicBezTo>
                  <a:pt x="120650" y="195810"/>
                  <a:pt x="142328" y="217488"/>
                  <a:pt x="169069" y="217488"/>
                </a:cubicBezTo>
                <a:cubicBezTo>
                  <a:pt x="195810" y="217488"/>
                  <a:pt x="217488" y="195810"/>
                  <a:pt x="217488" y="169069"/>
                </a:cubicBezTo>
                <a:cubicBezTo>
                  <a:pt x="217488" y="142328"/>
                  <a:pt x="195810" y="120650"/>
                  <a:pt x="169069" y="120650"/>
                </a:cubicBezTo>
                <a:close/>
                <a:moveTo>
                  <a:pt x="169863" y="100013"/>
                </a:moveTo>
                <a:cubicBezTo>
                  <a:pt x="208440" y="100013"/>
                  <a:pt x="239713" y="131286"/>
                  <a:pt x="239713" y="169863"/>
                </a:cubicBezTo>
                <a:cubicBezTo>
                  <a:pt x="239713" y="208440"/>
                  <a:pt x="208440" y="239713"/>
                  <a:pt x="169863" y="239713"/>
                </a:cubicBezTo>
                <a:cubicBezTo>
                  <a:pt x="131286" y="239713"/>
                  <a:pt x="100013" y="208440"/>
                  <a:pt x="100013" y="169863"/>
                </a:cubicBezTo>
                <a:cubicBezTo>
                  <a:pt x="100013" y="131286"/>
                  <a:pt x="131286" y="100013"/>
                  <a:pt x="169863" y="100013"/>
                </a:cubicBezTo>
                <a:close/>
                <a:moveTo>
                  <a:pt x="154044" y="22225"/>
                </a:moveTo>
                <a:cubicBezTo>
                  <a:pt x="152726" y="62869"/>
                  <a:pt x="152726" y="62869"/>
                  <a:pt x="152726" y="62869"/>
                </a:cubicBezTo>
                <a:cubicBezTo>
                  <a:pt x="144817" y="64181"/>
                  <a:pt x="144817" y="64181"/>
                  <a:pt x="144817" y="64181"/>
                </a:cubicBezTo>
                <a:cubicBezTo>
                  <a:pt x="134271" y="66803"/>
                  <a:pt x="122408" y="72047"/>
                  <a:pt x="113180" y="77292"/>
                </a:cubicBezTo>
                <a:cubicBezTo>
                  <a:pt x="106589" y="81225"/>
                  <a:pt x="106589" y="81225"/>
                  <a:pt x="106589" y="81225"/>
                </a:cubicBezTo>
                <a:cubicBezTo>
                  <a:pt x="76271" y="55003"/>
                  <a:pt x="76271" y="55003"/>
                  <a:pt x="76271" y="55003"/>
                </a:cubicBezTo>
                <a:cubicBezTo>
                  <a:pt x="55180" y="75981"/>
                  <a:pt x="55180" y="75981"/>
                  <a:pt x="55180" y="75981"/>
                </a:cubicBezTo>
                <a:cubicBezTo>
                  <a:pt x="81544" y="106136"/>
                  <a:pt x="81544" y="106136"/>
                  <a:pt x="81544" y="106136"/>
                </a:cubicBezTo>
                <a:cubicBezTo>
                  <a:pt x="77589" y="112692"/>
                  <a:pt x="77589" y="112692"/>
                  <a:pt x="77589" y="112692"/>
                </a:cubicBezTo>
                <a:cubicBezTo>
                  <a:pt x="72316" y="121869"/>
                  <a:pt x="67044" y="133669"/>
                  <a:pt x="64407" y="144158"/>
                </a:cubicBezTo>
                <a:cubicBezTo>
                  <a:pt x="63089" y="152025"/>
                  <a:pt x="63089" y="152025"/>
                  <a:pt x="63089" y="152025"/>
                </a:cubicBezTo>
                <a:cubicBezTo>
                  <a:pt x="22225" y="153336"/>
                  <a:pt x="22225" y="153336"/>
                  <a:pt x="22225" y="153336"/>
                </a:cubicBezTo>
                <a:cubicBezTo>
                  <a:pt x="22225" y="184802"/>
                  <a:pt x="22225" y="184802"/>
                  <a:pt x="22225" y="184802"/>
                </a:cubicBezTo>
                <a:cubicBezTo>
                  <a:pt x="63089" y="186114"/>
                  <a:pt x="63089" y="186114"/>
                  <a:pt x="63089" y="186114"/>
                </a:cubicBezTo>
                <a:cubicBezTo>
                  <a:pt x="64407" y="193980"/>
                  <a:pt x="64407" y="193980"/>
                  <a:pt x="64407" y="193980"/>
                </a:cubicBezTo>
                <a:cubicBezTo>
                  <a:pt x="67044" y="204469"/>
                  <a:pt x="72316" y="216269"/>
                  <a:pt x="77589" y="225447"/>
                </a:cubicBezTo>
                <a:cubicBezTo>
                  <a:pt x="81544" y="232002"/>
                  <a:pt x="81544" y="232002"/>
                  <a:pt x="81544" y="232002"/>
                </a:cubicBezTo>
                <a:cubicBezTo>
                  <a:pt x="55180" y="262158"/>
                  <a:pt x="55180" y="262158"/>
                  <a:pt x="55180" y="262158"/>
                </a:cubicBezTo>
                <a:cubicBezTo>
                  <a:pt x="76271" y="283135"/>
                  <a:pt x="76271" y="283135"/>
                  <a:pt x="76271" y="283135"/>
                </a:cubicBezTo>
                <a:cubicBezTo>
                  <a:pt x="106589" y="256913"/>
                  <a:pt x="106589" y="256913"/>
                  <a:pt x="106589" y="256913"/>
                </a:cubicBezTo>
                <a:cubicBezTo>
                  <a:pt x="113180" y="260847"/>
                  <a:pt x="113180" y="260847"/>
                  <a:pt x="113180" y="260847"/>
                </a:cubicBezTo>
                <a:cubicBezTo>
                  <a:pt x="122408" y="266091"/>
                  <a:pt x="134271" y="271335"/>
                  <a:pt x="144817" y="273958"/>
                </a:cubicBezTo>
                <a:cubicBezTo>
                  <a:pt x="152726" y="275269"/>
                  <a:pt x="152726" y="275269"/>
                  <a:pt x="152726" y="275269"/>
                </a:cubicBezTo>
                <a:lnTo>
                  <a:pt x="154044" y="315913"/>
                </a:lnTo>
                <a:cubicBezTo>
                  <a:pt x="185681" y="315913"/>
                  <a:pt x="185681" y="315913"/>
                  <a:pt x="185681" y="315913"/>
                </a:cubicBezTo>
                <a:cubicBezTo>
                  <a:pt x="186999" y="275269"/>
                  <a:pt x="186999" y="275269"/>
                  <a:pt x="186999" y="275269"/>
                </a:cubicBezTo>
                <a:cubicBezTo>
                  <a:pt x="194908" y="273958"/>
                  <a:pt x="194908" y="273958"/>
                  <a:pt x="194908" y="273958"/>
                </a:cubicBezTo>
                <a:cubicBezTo>
                  <a:pt x="205454" y="271335"/>
                  <a:pt x="217318" y="266091"/>
                  <a:pt x="226545" y="260847"/>
                </a:cubicBezTo>
                <a:cubicBezTo>
                  <a:pt x="233136" y="256913"/>
                  <a:pt x="233136" y="256913"/>
                  <a:pt x="233136" y="256913"/>
                </a:cubicBezTo>
                <a:cubicBezTo>
                  <a:pt x="263454" y="283135"/>
                  <a:pt x="263454" y="283135"/>
                  <a:pt x="263454" y="283135"/>
                </a:cubicBezTo>
                <a:cubicBezTo>
                  <a:pt x="284545" y="262158"/>
                  <a:pt x="284545" y="262158"/>
                  <a:pt x="284545" y="262158"/>
                </a:cubicBezTo>
                <a:cubicBezTo>
                  <a:pt x="258181" y="232002"/>
                  <a:pt x="258181" y="232002"/>
                  <a:pt x="258181" y="232002"/>
                </a:cubicBezTo>
                <a:cubicBezTo>
                  <a:pt x="262136" y="225447"/>
                  <a:pt x="262136" y="225447"/>
                  <a:pt x="262136" y="225447"/>
                </a:cubicBezTo>
                <a:cubicBezTo>
                  <a:pt x="267409" y="216269"/>
                  <a:pt x="272682" y="204469"/>
                  <a:pt x="275318" y="193980"/>
                </a:cubicBezTo>
                <a:cubicBezTo>
                  <a:pt x="276636" y="186114"/>
                  <a:pt x="276636" y="186114"/>
                  <a:pt x="276636" y="186114"/>
                </a:cubicBezTo>
                <a:cubicBezTo>
                  <a:pt x="317500" y="184802"/>
                  <a:pt x="317500" y="184802"/>
                  <a:pt x="317500" y="184802"/>
                </a:cubicBezTo>
                <a:cubicBezTo>
                  <a:pt x="317500" y="153336"/>
                  <a:pt x="317500" y="153336"/>
                  <a:pt x="317500" y="153336"/>
                </a:cubicBezTo>
                <a:cubicBezTo>
                  <a:pt x="276636" y="152025"/>
                  <a:pt x="276636" y="152025"/>
                  <a:pt x="276636" y="152025"/>
                </a:cubicBezTo>
                <a:cubicBezTo>
                  <a:pt x="275318" y="144158"/>
                  <a:pt x="275318" y="144158"/>
                  <a:pt x="275318" y="144158"/>
                </a:cubicBezTo>
                <a:cubicBezTo>
                  <a:pt x="272682" y="133669"/>
                  <a:pt x="267409" y="121869"/>
                  <a:pt x="262136" y="112692"/>
                </a:cubicBezTo>
                <a:cubicBezTo>
                  <a:pt x="258181" y="106136"/>
                  <a:pt x="258181" y="106136"/>
                  <a:pt x="258181" y="106136"/>
                </a:cubicBezTo>
                <a:cubicBezTo>
                  <a:pt x="284545" y="75981"/>
                  <a:pt x="284545" y="75981"/>
                  <a:pt x="284545" y="75981"/>
                </a:cubicBezTo>
                <a:cubicBezTo>
                  <a:pt x="263454" y="55003"/>
                  <a:pt x="263454" y="55003"/>
                  <a:pt x="263454" y="55003"/>
                </a:cubicBezTo>
                <a:cubicBezTo>
                  <a:pt x="233136" y="81225"/>
                  <a:pt x="233136" y="81225"/>
                  <a:pt x="233136" y="81225"/>
                </a:cubicBezTo>
                <a:cubicBezTo>
                  <a:pt x="226545" y="77292"/>
                  <a:pt x="226545" y="77292"/>
                  <a:pt x="226545" y="77292"/>
                </a:cubicBezTo>
                <a:cubicBezTo>
                  <a:pt x="217318" y="72047"/>
                  <a:pt x="205454" y="66803"/>
                  <a:pt x="194908" y="64181"/>
                </a:cubicBezTo>
                <a:cubicBezTo>
                  <a:pt x="186999" y="62869"/>
                  <a:pt x="186999" y="62869"/>
                  <a:pt x="186999" y="62869"/>
                </a:cubicBezTo>
                <a:cubicBezTo>
                  <a:pt x="185681" y="22225"/>
                  <a:pt x="185681" y="22225"/>
                  <a:pt x="185681" y="22225"/>
                </a:cubicBezTo>
                <a:cubicBezTo>
                  <a:pt x="154044" y="22225"/>
                  <a:pt x="154044" y="22225"/>
                  <a:pt x="154044" y="22225"/>
                </a:cubicBezTo>
                <a:close/>
                <a:moveTo>
                  <a:pt x="149256" y="0"/>
                </a:moveTo>
                <a:cubicBezTo>
                  <a:pt x="188882" y="0"/>
                  <a:pt x="188882" y="0"/>
                  <a:pt x="188882" y="0"/>
                </a:cubicBezTo>
                <a:cubicBezTo>
                  <a:pt x="198128" y="0"/>
                  <a:pt x="204732" y="7925"/>
                  <a:pt x="204732" y="15850"/>
                </a:cubicBezTo>
                <a:cubicBezTo>
                  <a:pt x="206053" y="44909"/>
                  <a:pt x="206053" y="44909"/>
                  <a:pt x="206053" y="44909"/>
                </a:cubicBezTo>
                <a:cubicBezTo>
                  <a:pt x="215299" y="47551"/>
                  <a:pt x="223224" y="51513"/>
                  <a:pt x="229828" y="55476"/>
                </a:cubicBezTo>
                <a:cubicBezTo>
                  <a:pt x="252283" y="35663"/>
                  <a:pt x="252283" y="35663"/>
                  <a:pt x="252283" y="35663"/>
                </a:cubicBezTo>
                <a:cubicBezTo>
                  <a:pt x="257566" y="29059"/>
                  <a:pt x="268133" y="29059"/>
                  <a:pt x="274737" y="35663"/>
                </a:cubicBezTo>
                <a:cubicBezTo>
                  <a:pt x="302475" y="63401"/>
                  <a:pt x="302475" y="63401"/>
                  <a:pt x="302475" y="63401"/>
                </a:cubicBezTo>
                <a:cubicBezTo>
                  <a:pt x="309079" y="70005"/>
                  <a:pt x="309079" y="80572"/>
                  <a:pt x="302475" y="87176"/>
                </a:cubicBezTo>
                <a:cubicBezTo>
                  <a:pt x="282662" y="108310"/>
                  <a:pt x="282662" y="108310"/>
                  <a:pt x="282662" y="108310"/>
                </a:cubicBezTo>
                <a:cubicBezTo>
                  <a:pt x="286625" y="114914"/>
                  <a:pt x="290587" y="122839"/>
                  <a:pt x="293229" y="132085"/>
                </a:cubicBezTo>
                <a:cubicBezTo>
                  <a:pt x="322288" y="133406"/>
                  <a:pt x="322288" y="133406"/>
                  <a:pt x="322288" y="133406"/>
                </a:cubicBezTo>
                <a:cubicBezTo>
                  <a:pt x="330213" y="133406"/>
                  <a:pt x="338138" y="140010"/>
                  <a:pt x="338138" y="149256"/>
                </a:cubicBezTo>
                <a:cubicBezTo>
                  <a:pt x="338138" y="188882"/>
                  <a:pt x="338138" y="188882"/>
                  <a:pt x="338138" y="188882"/>
                </a:cubicBezTo>
                <a:cubicBezTo>
                  <a:pt x="338138" y="198128"/>
                  <a:pt x="330213" y="204732"/>
                  <a:pt x="322288" y="204732"/>
                </a:cubicBezTo>
                <a:cubicBezTo>
                  <a:pt x="293229" y="206053"/>
                  <a:pt x="293229" y="206053"/>
                  <a:pt x="293229" y="206053"/>
                </a:cubicBezTo>
                <a:cubicBezTo>
                  <a:pt x="290587" y="215299"/>
                  <a:pt x="286625" y="223224"/>
                  <a:pt x="282662" y="229828"/>
                </a:cubicBezTo>
                <a:cubicBezTo>
                  <a:pt x="302475" y="252283"/>
                  <a:pt x="302475" y="252283"/>
                  <a:pt x="302475" y="252283"/>
                </a:cubicBezTo>
                <a:cubicBezTo>
                  <a:pt x="305117" y="254924"/>
                  <a:pt x="307759" y="258887"/>
                  <a:pt x="307759" y="262850"/>
                </a:cubicBezTo>
                <a:cubicBezTo>
                  <a:pt x="307759" y="266812"/>
                  <a:pt x="305117" y="272096"/>
                  <a:pt x="302475" y="274737"/>
                </a:cubicBezTo>
                <a:cubicBezTo>
                  <a:pt x="274737" y="302475"/>
                  <a:pt x="274737" y="302475"/>
                  <a:pt x="274737" y="302475"/>
                </a:cubicBezTo>
                <a:cubicBezTo>
                  <a:pt x="268133" y="309079"/>
                  <a:pt x="257566" y="309079"/>
                  <a:pt x="250962" y="302475"/>
                </a:cubicBezTo>
                <a:cubicBezTo>
                  <a:pt x="229828" y="282662"/>
                  <a:pt x="229828" y="282662"/>
                  <a:pt x="229828" y="282662"/>
                </a:cubicBezTo>
                <a:cubicBezTo>
                  <a:pt x="223224" y="286625"/>
                  <a:pt x="215299" y="290587"/>
                  <a:pt x="206053" y="293229"/>
                </a:cubicBezTo>
                <a:cubicBezTo>
                  <a:pt x="204732" y="322288"/>
                  <a:pt x="204732" y="322288"/>
                  <a:pt x="204732" y="322288"/>
                </a:cubicBezTo>
                <a:cubicBezTo>
                  <a:pt x="204732" y="330213"/>
                  <a:pt x="198128" y="338138"/>
                  <a:pt x="188882" y="338138"/>
                </a:cubicBezTo>
                <a:cubicBezTo>
                  <a:pt x="149256" y="338138"/>
                  <a:pt x="149256" y="338138"/>
                  <a:pt x="149256" y="338138"/>
                </a:cubicBezTo>
                <a:cubicBezTo>
                  <a:pt x="140010" y="338138"/>
                  <a:pt x="133406" y="330213"/>
                  <a:pt x="133406" y="322288"/>
                </a:cubicBezTo>
                <a:cubicBezTo>
                  <a:pt x="132085" y="293229"/>
                  <a:pt x="132085" y="293229"/>
                  <a:pt x="132085" y="293229"/>
                </a:cubicBezTo>
                <a:cubicBezTo>
                  <a:pt x="122839" y="290587"/>
                  <a:pt x="114914" y="286625"/>
                  <a:pt x="108310" y="282662"/>
                </a:cubicBezTo>
                <a:cubicBezTo>
                  <a:pt x="85855" y="302475"/>
                  <a:pt x="85855" y="302475"/>
                  <a:pt x="85855" y="302475"/>
                </a:cubicBezTo>
                <a:cubicBezTo>
                  <a:pt x="80572" y="309079"/>
                  <a:pt x="70005" y="309079"/>
                  <a:pt x="63401" y="302475"/>
                </a:cubicBezTo>
                <a:cubicBezTo>
                  <a:pt x="35663" y="274737"/>
                  <a:pt x="35663" y="274737"/>
                  <a:pt x="35663" y="274737"/>
                </a:cubicBezTo>
                <a:cubicBezTo>
                  <a:pt x="29059" y="268133"/>
                  <a:pt x="29059" y="257566"/>
                  <a:pt x="35663" y="250962"/>
                </a:cubicBezTo>
                <a:cubicBezTo>
                  <a:pt x="55476" y="229828"/>
                  <a:pt x="55476" y="229828"/>
                  <a:pt x="55476" y="229828"/>
                </a:cubicBezTo>
                <a:cubicBezTo>
                  <a:pt x="51513" y="223224"/>
                  <a:pt x="47551" y="215299"/>
                  <a:pt x="44909" y="206053"/>
                </a:cubicBezTo>
                <a:cubicBezTo>
                  <a:pt x="15850" y="204732"/>
                  <a:pt x="15850" y="204732"/>
                  <a:pt x="15850" y="204732"/>
                </a:cubicBezTo>
                <a:cubicBezTo>
                  <a:pt x="7925" y="204732"/>
                  <a:pt x="0" y="198128"/>
                  <a:pt x="0" y="188882"/>
                </a:cubicBezTo>
                <a:cubicBezTo>
                  <a:pt x="0" y="149256"/>
                  <a:pt x="0" y="149256"/>
                  <a:pt x="0" y="149256"/>
                </a:cubicBezTo>
                <a:cubicBezTo>
                  <a:pt x="0" y="140010"/>
                  <a:pt x="7925" y="133406"/>
                  <a:pt x="15850" y="133406"/>
                </a:cubicBezTo>
                <a:cubicBezTo>
                  <a:pt x="44909" y="132085"/>
                  <a:pt x="44909" y="132085"/>
                  <a:pt x="44909" y="132085"/>
                </a:cubicBezTo>
                <a:cubicBezTo>
                  <a:pt x="47551" y="122839"/>
                  <a:pt x="51513" y="114914"/>
                  <a:pt x="55476" y="108310"/>
                </a:cubicBezTo>
                <a:cubicBezTo>
                  <a:pt x="35663" y="85855"/>
                  <a:pt x="35663" y="85855"/>
                  <a:pt x="35663" y="85855"/>
                </a:cubicBezTo>
                <a:cubicBezTo>
                  <a:pt x="33021" y="83214"/>
                  <a:pt x="30380" y="79251"/>
                  <a:pt x="30380" y="75289"/>
                </a:cubicBezTo>
                <a:cubicBezTo>
                  <a:pt x="30380" y="71326"/>
                  <a:pt x="33021" y="66043"/>
                  <a:pt x="35663" y="63401"/>
                </a:cubicBezTo>
                <a:cubicBezTo>
                  <a:pt x="63401" y="35663"/>
                  <a:pt x="63401" y="35663"/>
                  <a:pt x="63401" y="35663"/>
                </a:cubicBezTo>
                <a:cubicBezTo>
                  <a:pt x="70005" y="29059"/>
                  <a:pt x="80572" y="29059"/>
                  <a:pt x="87176" y="35663"/>
                </a:cubicBezTo>
                <a:cubicBezTo>
                  <a:pt x="108310" y="55476"/>
                  <a:pt x="108310" y="55476"/>
                  <a:pt x="108310" y="55476"/>
                </a:cubicBezTo>
                <a:cubicBezTo>
                  <a:pt x="114914" y="51513"/>
                  <a:pt x="122839" y="47551"/>
                  <a:pt x="132085" y="44909"/>
                </a:cubicBezTo>
                <a:cubicBezTo>
                  <a:pt x="133406" y="15850"/>
                  <a:pt x="133406" y="15850"/>
                  <a:pt x="133406" y="15850"/>
                </a:cubicBezTo>
                <a:cubicBezTo>
                  <a:pt x="133406" y="7925"/>
                  <a:pt x="140010" y="0"/>
                  <a:pt x="1492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rgbClr val="FFFFFF"/>
              </a:solidFill>
              <a:cs typeface="+mn-ea"/>
              <a:sym typeface="+mn-lt"/>
            </a:endParaRPr>
          </a:p>
        </p:txBody>
      </p:sp>
      <p:sp>
        <p:nvSpPr>
          <p:cNvPr id="9" name="文本框 8"/>
          <p:cNvSpPr txBox="1"/>
          <p:nvPr/>
        </p:nvSpPr>
        <p:spPr>
          <a:xfrm>
            <a:off x="5088979" y="2287389"/>
            <a:ext cx="3825393" cy="787523"/>
          </a:xfrm>
          <a:prstGeom prst="rect">
            <a:avLst/>
          </a:prstGeom>
          <a:noFill/>
        </p:spPr>
        <p:txBody>
          <a:bodyPr wrap="square" rtlCol="0">
            <a:spAutoFit/>
          </a:bodyPr>
          <a:lstStyle>
            <a:defPPr>
              <a:defRPr lang="zh-CN"/>
            </a:defPPr>
            <a:lvl1pPr algn="just" hangingPunct="0">
              <a:lnSpc>
                <a:spcPct val="150000"/>
              </a:lnSpc>
              <a:defRPr sz="1400">
                <a:gradFill>
                  <a:gsLst>
                    <a:gs pos="78000">
                      <a:srgbClr val="FFA00E"/>
                    </a:gs>
                    <a:gs pos="50000">
                      <a:srgbClr val="FDEC8D"/>
                    </a:gs>
                  </a:gsLst>
                  <a:lin ang="2700000" scaled="0"/>
                </a:gradFill>
                <a:latin typeface="思源黑体 CN Medium" panose="020B0600000000000000" pitchFamily="34" charset="-122"/>
                <a:ea typeface="思源黑体 CN Medium" panose="020B0600000000000000" pitchFamily="34" charset="-122"/>
                <a:cs typeface="+mn-ea"/>
              </a:defRPr>
            </a:lvl1pPr>
          </a:lstStyle>
          <a:p>
            <a:pPr marL="285750" indent="-285750">
              <a:buFont typeface="Arial" panose="020B0604020202020204" pitchFamily="34" charset="0"/>
              <a:buChar char="•"/>
            </a:pPr>
            <a:r>
              <a:rPr lang="zh-CN" altLang="en-US" sz="1600">
                <a:solidFill>
                  <a:srgbClr val="404040"/>
                </a:solidFill>
                <a:latin typeface="+mn-lt"/>
                <a:ea typeface="+mn-ea"/>
                <a:sym typeface="+mn-lt"/>
              </a:rPr>
              <a:t>请在这里输入您的主要叙述内容请在这里输入您的主要叙述内容请在这里</a:t>
            </a:r>
          </a:p>
        </p:txBody>
      </p:sp>
      <p:sp>
        <p:nvSpPr>
          <p:cNvPr id="10" name="文本框 9"/>
          <p:cNvSpPr txBox="1"/>
          <p:nvPr/>
        </p:nvSpPr>
        <p:spPr>
          <a:xfrm>
            <a:off x="5088979" y="3393667"/>
            <a:ext cx="3825393" cy="787523"/>
          </a:xfrm>
          <a:prstGeom prst="rect">
            <a:avLst/>
          </a:prstGeom>
          <a:noFill/>
        </p:spPr>
        <p:txBody>
          <a:bodyPr wrap="square" rtlCol="0">
            <a:spAutoFit/>
          </a:bodyPr>
          <a:lstStyle>
            <a:defPPr>
              <a:defRPr lang="zh-CN"/>
            </a:defPPr>
            <a:lvl1pPr algn="just" hangingPunct="0">
              <a:lnSpc>
                <a:spcPct val="150000"/>
              </a:lnSpc>
              <a:defRPr sz="1400">
                <a:gradFill>
                  <a:gsLst>
                    <a:gs pos="78000">
                      <a:srgbClr val="FFA00E"/>
                    </a:gs>
                    <a:gs pos="50000">
                      <a:srgbClr val="FDEC8D"/>
                    </a:gs>
                  </a:gsLst>
                  <a:lin ang="2700000" scaled="0"/>
                </a:gradFill>
                <a:latin typeface="思源黑体 CN Medium" panose="020B0600000000000000" pitchFamily="34" charset="-122"/>
                <a:ea typeface="思源黑体 CN Medium" panose="020B0600000000000000" pitchFamily="34" charset="-122"/>
                <a:cs typeface="+mn-ea"/>
              </a:defRPr>
            </a:lvl1pPr>
          </a:lstStyle>
          <a:p>
            <a:pPr marL="285750" indent="-285750">
              <a:buFont typeface="Arial" panose="020B0604020202020204" pitchFamily="34" charset="0"/>
              <a:buChar char="•"/>
            </a:pPr>
            <a:r>
              <a:rPr lang="zh-CN" altLang="en-US" sz="1600">
                <a:solidFill>
                  <a:srgbClr val="404040"/>
                </a:solidFill>
                <a:latin typeface="+mn-lt"/>
                <a:ea typeface="+mn-ea"/>
                <a:sym typeface="+mn-lt"/>
              </a:rPr>
              <a:t>请在这里输入您的主要叙述内容请在这里输入您的主要叙述内容请在这里</a:t>
            </a:r>
          </a:p>
        </p:txBody>
      </p:sp>
      <p:sp>
        <p:nvSpPr>
          <p:cNvPr id="11" name="文本框 10"/>
          <p:cNvSpPr txBox="1"/>
          <p:nvPr/>
        </p:nvSpPr>
        <p:spPr>
          <a:xfrm>
            <a:off x="5088979" y="4499947"/>
            <a:ext cx="3825393" cy="787523"/>
          </a:xfrm>
          <a:prstGeom prst="rect">
            <a:avLst/>
          </a:prstGeom>
          <a:noFill/>
        </p:spPr>
        <p:txBody>
          <a:bodyPr wrap="square" rtlCol="0">
            <a:spAutoFit/>
          </a:bodyPr>
          <a:lstStyle>
            <a:defPPr>
              <a:defRPr lang="zh-CN"/>
            </a:defPPr>
            <a:lvl1pPr algn="just" hangingPunct="0">
              <a:lnSpc>
                <a:spcPct val="150000"/>
              </a:lnSpc>
              <a:defRPr sz="1400">
                <a:gradFill>
                  <a:gsLst>
                    <a:gs pos="78000">
                      <a:srgbClr val="FFA00E"/>
                    </a:gs>
                    <a:gs pos="50000">
                      <a:srgbClr val="FDEC8D"/>
                    </a:gs>
                  </a:gsLst>
                  <a:lin ang="2700000" scaled="0"/>
                </a:gradFill>
                <a:latin typeface="思源黑体 CN Medium" panose="020B0600000000000000" pitchFamily="34" charset="-122"/>
                <a:ea typeface="思源黑体 CN Medium" panose="020B0600000000000000" pitchFamily="34" charset="-122"/>
                <a:cs typeface="+mn-ea"/>
              </a:defRPr>
            </a:lvl1pPr>
          </a:lstStyle>
          <a:p>
            <a:pPr marL="285750" indent="-285750">
              <a:buFont typeface="Arial" panose="020B0604020202020204" pitchFamily="34" charset="0"/>
              <a:buChar char="•"/>
            </a:pPr>
            <a:r>
              <a:rPr lang="zh-CN" altLang="en-US" sz="1600">
                <a:solidFill>
                  <a:srgbClr val="404040"/>
                </a:solidFill>
                <a:latin typeface="+mn-lt"/>
                <a:ea typeface="+mn-ea"/>
                <a:sym typeface="+mn-lt"/>
              </a:rPr>
              <a:t>请在这里输入您的主要叙述内容请在这里输入您的主要叙述内容请在这里</a:t>
            </a:r>
          </a:p>
        </p:txBody>
      </p:sp>
      <p:sp>
        <p:nvSpPr>
          <p:cNvPr id="12" name="矩形: 圆角 11"/>
          <p:cNvSpPr/>
          <p:nvPr/>
        </p:nvSpPr>
        <p:spPr>
          <a:xfrm>
            <a:off x="9117057" y="2399368"/>
            <a:ext cx="1826742" cy="41768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rgbClr val="FFFFFF"/>
                </a:solidFill>
                <a:cs typeface="+mn-ea"/>
                <a:sym typeface="+mn-lt"/>
              </a:rPr>
              <a:t>编辑标题</a:t>
            </a:r>
          </a:p>
        </p:txBody>
      </p:sp>
      <p:sp>
        <p:nvSpPr>
          <p:cNvPr id="13" name="矩形: 圆角 12"/>
          <p:cNvSpPr/>
          <p:nvPr/>
        </p:nvSpPr>
        <p:spPr>
          <a:xfrm>
            <a:off x="9117057" y="3608408"/>
            <a:ext cx="1826742" cy="41768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rgbClr val="FFFFFF"/>
                </a:solidFill>
                <a:cs typeface="+mn-ea"/>
                <a:sym typeface="+mn-lt"/>
              </a:rPr>
              <a:t>编辑标题</a:t>
            </a:r>
          </a:p>
        </p:txBody>
      </p:sp>
      <p:sp>
        <p:nvSpPr>
          <p:cNvPr id="14" name="矩形: 圆角 13"/>
          <p:cNvSpPr/>
          <p:nvPr/>
        </p:nvSpPr>
        <p:spPr>
          <a:xfrm>
            <a:off x="9117057" y="4817448"/>
            <a:ext cx="1826742" cy="41768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rgbClr val="FFFFFF"/>
                </a:solidFill>
                <a:cs typeface="+mn-ea"/>
                <a:sym typeface="+mn-lt"/>
              </a:rPr>
              <a:t>编辑标题</a:t>
            </a:r>
          </a:p>
        </p:txBody>
      </p:sp>
      <p:sp>
        <p:nvSpPr>
          <p:cNvPr id="15" name="矩形: 圆角 14"/>
          <p:cNvSpPr/>
          <p:nvPr/>
        </p:nvSpPr>
        <p:spPr>
          <a:xfrm>
            <a:off x="5476048" y="2194583"/>
            <a:ext cx="365760"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rgbClr val="FFFFFF"/>
              </a:solidFill>
              <a:cs typeface="+mn-ea"/>
              <a:sym typeface="+mn-lt"/>
            </a:endParaRPr>
          </a:p>
        </p:txBody>
      </p:sp>
      <p:sp>
        <p:nvSpPr>
          <p:cNvPr id="16" name="矩形: 圆角 15"/>
          <p:cNvSpPr/>
          <p:nvPr/>
        </p:nvSpPr>
        <p:spPr>
          <a:xfrm>
            <a:off x="5476048" y="3300861"/>
            <a:ext cx="365760"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rgbClr val="FFFFFF"/>
              </a:solidFill>
              <a:cs typeface="+mn-ea"/>
              <a:sym typeface="+mn-lt"/>
            </a:endParaRPr>
          </a:p>
        </p:txBody>
      </p:sp>
      <p:sp>
        <p:nvSpPr>
          <p:cNvPr id="17" name="矩形: 圆角 16"/>
          <p:cNvSpPr/>
          <p:nvPr/>
        </p:nvSpPr>
        <p:spPr>
          <a:xfrm>
            <a:off x="5476048" y="4407139"/>
            <a:ext cx="365760" cy="45719"/>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rgbClr val="FFFFFF"/>
              </a:solidFill>
              <a:cs typeface="+mn-ea"/>
              <a:sym typeface="+mn-lt"/>
            </a:endParaRPr>
          </a:p>
        </p:txBody>
      </p:sp>
      <p:pic>
        <p:nvPicPr>
          <p:cNvPr id="24" name="图片 2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03535" y="1397741"/>
            <a:ext cx="3825390" cy="469375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dur="5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dur="5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dur="5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dur="5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dur="50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dur="50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dur="50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par>
                          <p:cTn id="33" fill="hold" nodeType="afterGroup">
                            <p:stCondLst>
                              <p:cond delay="500"/>
                            </p:stCondLst>
                            <p:childTnLst>
                              <p:par>
                                <p:cTn id="34" presetID="2" presetClass="entr" presetSubtype="4" dur="500" fill="hold" grpId="0"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par>
                                <p:cTn id="38" presetID="2" presetClass="entr" presetSubtype="4" dur="500"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par>
                                <p:cTn id="42" presetID="2" presetClass="entr" presetSubtype="4" dur="50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1+#ppt_h/2"/>
                                          </p:val>
                                        </p:tav>
                                        <p:tav tm="100000">
                                          <p:val>
                                            <p:strVal val="#ppt_y"/>
                                          </p:val>
                                        </p:tav>
                                      </p:tavLst>
                                    </p:anim>
                                  </p:childTnLst>
                                </p:cTn>
                              </p:par>
                              <p:par>
                                <p:cTn id="46" presetID="2" presetClass="entr" presetSubtype="4" dur="50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00" fill="hold"/>
                                        <p:tgtEl>
                                          <p:spTgt spid="15"/>
                                        </p:tgtEl>
                                        <p:attrNameLst>
                                          <p:attrName>ppt_x</p:attrName>
                                        </p:attrNameLst>
                                      </p:cBhvr>
                                      <p:tavLst>
                                        <p:tav tm="0">
                                          <p:val>
                                            <p:strVal val="#ppt_x"/>
                                          </p:val>
                                        </p:tav>
                                        <p:tav tm="100000">
                                          <p:val>
                                            <p:strVal val="#ppt_x"/>
                                          </p:val>
                                        </p:tav>
                                      </p:tavLst>
                                    </p:anim>
                                    <p:anim calcmode="lin" valueType="num">
                                      <p:cBhvr additive="base">
                                        <p:cTn id="49" dur="500" fill="hold"/>
                                        <p:tgtEl>
                                          <p:spTgt spid="15"/>
                                        </p:tgtEl>
                                        <p:attrNameLst>
                                          <p:attrName>ppt_y</p:attrName>
                                        </p:attrNameLst>
                                      </p:cBhvr>
                                      <p:tavLst>
                                        <p:tav tm="0">
                                          <p:val>
                                            <p:strVal val="1+#ppt_h/2"/>
                                          </p:val>
                                        </p:tav>
                                        <p:tav tm="100000">
                                          <p:val>
                                            <p:strVal val="#ppt_y"/>
                                          </p:val>
                                        </p:tav>
                                      </p:tavLst>
                                    </p:anim>
                                  </p:childTnLst>
                                </p:cTn>
                              </p:par>
                              <p:par>
                                <p:cTn id="50" presetID="2" presetClass="entr" presetSubtype="4" dur="50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00" fill="hold"/>
                                        <p:tgtEl>
                                          <p:spTgt spid="16"/>
                                        </p:tgtEl>
                                        <p:attrNameLst>
                                          <p:attrName>ppt_x</p:attrName>
                                        </p:attrNameLst>
                                      </p:cBhvr>
                                      <p:tavLst>
                                        <p:tav tm="0">
                                          <p:val>
                                            <p:strVal val="#ppt_x"/>
                                          </p:val>
                                        </p:tav>
                                        <p:tav tm="100000">
                                          <p:val>
                                            <p:strVal val="#ppt_x"/>
                                          </p:val>
                                        </p:tav>
                                      </p:tavLst>
                                    </p:anim>
                                    <p:anim calcmode="lin" valueType="num">
                                      <p:cBhvr additive="base">
                                        <p:cTn id="53" dur="500" fill="hold"/>
                                        <p:tgtEl>
                                          <p:spTgt spid="16"/>
                                        </p:tgtEl>
                                        <p:attrNameLst>
                                          <p:attrName>ppt_y</p:attrName>
                                        </p:attrNameLst>
                                      </p:cBhvr>
                                      <p:tavLst>
                                        <p:tav tm="0">
                                          <p:val>
                                            <p:strVal val="1+#ppt_h/2"/>
                                          </p:val>
                                        </p:tav>
                                        <p:tav tm="100000">
                                          <p:val>
                                            <p:strVal val="#ppt_y"/>
                                          </p:val>
                                        </p:tav>
                                      </p:tavLst>
                                    </p:anim>
                                  </p:childTnLst>
                                </p:cTn>
                              </p:par>
                              <p:par>
                                <p:cTn id="54" presetID="2" presetClass="entr" presetSubtype="4" dur="50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ppt_x"/>
                                          </p:val>
                                        </p:tav>
                                        <p:tav tm="100000">
                                          <p:val>
                                            <p:strVal val="#ppt_x"/>
                                          </p:val>
                                        </p:tav>
                                      </p:tavLst>
                                    </p:anim>
                                    <p:anim calcmode="lin" valueType="num">
                                      <p:cBhvr additive="base">
                                        <p:cTn id="57" dur="500" fill="hold"/>
                                        <p:tgtEl>
                                          <p:spTgt spid="17"/>
                                        </p:tgtEl>
                                        <p:attrNameLst>
                                          <p:attrName>ppt_y</p:attrName>
                                        </p:attrNameLst>
                                      </p:cBhvr>
                                      <p:tavLst>
                                        <p:tav tm="0">
                                          <p:val>
                                            <p:strVal val="1+#ppt_h/2"/>
                                          </p:val>
                                        </p:tav>
                                        <p:tav tm="100000">
                                          <p:val>
                                            <p:strVal val="#ppt_y"/>
                                          </p:val>
                                        </p:tav>
                                      </p:tavLst>
                                    </p:anim>
                                  </p:childTnLst>
                                </p:cTn>
                              </p:par>
                            </p:childTnLst>
                          </p:cTn>
                        </p:par>
                        <p:par>
                          <p:cTn id="58" fill="hold" nodeType="afterGroup">
                            <p:stCondLst>
                              <p:cond delay="1000"/>
                            </p:stCondLst>
                            <p:childTnLst>
                              <p:par>
                                <p:cTn id="59" presetID="53" presetClass="entr" presetSubtype="16" dur="500"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p:cTn id="61" dur="500" fill="hold"/>
                                        <p:tgtEl>
                                          <p:spTgt spid="12"/>
                                        </p:tgtEl>
                                        <p:attrNameLst>
                                          <p:attrName>ppt_w</p:attrName>
                                        </p:attrNameLst>
                                      </p:cBhvr>
                                      <p:tavLst>
                                        <p:tav tm="0">
                                          <p:val>
                                            <p:fltVal val="0"/>
                                          </p:val>
                                        </p:tav>
                                        <p:tav tm="100000">
                                          <p:val>
                                            <p:strVal val="#ppt_w"/>
                                          </p:val>
                                        </p:tav>
                                      </p:tavLst>
                                    </p:anim>
                                    <p:anim calcmode="lin" valueType="num">
                                      <p:cBhvr>
                                        <p:cTn id="62" dur="500" fill="hold"/>
                                        <p:tgtEl>
                                          <p:spTgt spid="12"/>
                                        </p:tgtEl>
                                        <p:attrNameLst>
                                          <p:attrName>ppt_h</p:attrName>
                                        </p:attrNameLst>
                                      </p:cBhvr>
                                      <p:tavLst>
                                        <p:tav tm="0">
                                          <p:val>
                                            <p:fltVal val="0"/>
                                          </p:val>
                                        </p:tav>
                                        <p:tav tm="100000">
                                          <p:val>
                                            <p:strVal val="#ppt_h"/>
                                          </p:val>
                                        </p:tav>
                                      </p:tavLst>
                                    </p:anim>
                                    <p:animEffect transition="in" filter="fade">
                                      <p:cBhvr>
                                        <p:cTn id="63" dur="500"/>
                                        <p:tgtEl>
                                          <p:spTgt spid="12"/>
                                        </p:tgtEl>
                                      </p:cBhvr>
                                    </p:animEffect>
                                  </p:childTnLst>
                                </p:cTn>
                              </p:par>
                            </p:childTnLst>
                          </p:cTn>
                        </p:par>
                        <p:par>
                          <p:cTn id="64" fill="hold" nodeType="afterGroup">
                            <p:stCondLst>
                              <p:cond delay="1500"/>
                            </p:stCondLst>
                            <p:childTnLst>
                              <p:par>
                                <p:cTn id="65" presetID="53" presetClass="entr" presetSubtype="16" dur="500" fill="hold" grpId="0" nodeType="after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p:cTn id="67" dur="500" fill="hold"/>
                                        <p:tgtEl>
                                          <p:spTgt spid="13"/>
                                        </p:tgtEl>
                                        <p:attrNameLst>
                                          <p:attrName>ppt_w</p:attrName>
                                        </p:attrNameLst>
                                      </p:cBhvr>
                                      <p:tavLst>
                                        <p:tav tm="0">
                                          <p:val>
                                            <p:fltVal val="0"/>
                                          </p:val>
                                        </p:tav>
                                        <p:tav tm="100000">
                                          <p:val>
                                            <p:strVal val="#ppt_w"/>
                                          </p:val>
                                        </p:tav>
                                      </p:tavLst>
                                    </p:anim>
                                    <p:anim calcmode="lin" valueType="num">
                                      <p:cBhvr>
                                        <p:cTn id="68" dur="500" fill="hold"/>
                                        <p:tgtEl>
                                          <p:spTgt spid="13"/>
                                        </p:tgtEl>
                                        <p:attrNameLst>
                                          <p:attrName>ppt_h</p:attrName>
                                        </p:attrNameLst>
                                      </p:cBhvr>
                                      <p:tavLst>
                                        <p:tav tm="0">
                                          <p:val>
                                            <p:fltVal val="0"/>
                                          </p:val>
                                        </p:tav>
                                        <p:tav tm="100000">
                                          <p:val>
                                            <p:strVal val="#ppt_h"/>
                                          </p:val>
                                        </p:tav>
                                      </p:tavLst>
                                    </p:anim>
                                    <p:animEffect transition="in" filter="fade">
                                      <p:cBhvr>
                                        <p:cTn id="69" dur="500"/>
                                        <p:tgtEl>
                                          <p:spTgt spid="13"/>
                                        </p:tgtEl>
                                      </p:cBhvr>
                                    </p:animEffect>
                                  </p:childTnLst>
                                </p:cTn>
                              </p:par>
                            </p:childTnLst>
                          </p:cTn>
                        </p:par>
                        <p:par>
                          <p:cTn id="70" fill="hold" nodeType="afterGroup">
                            <p:stCondLst>
                              <p:cond delay="2000"/>
                            </p:stCondLst>
                            <p:childTnLst>
                              <p:par>
                                <p:cTn id="71" presetID="53" presetClass="entr" presetSubtype="16" dur="500" fill="hold" grpId="0" nodeType="afterEffect">
                                  <p:stCondLst>
                                    <p:cond delay="0"/>
                                  </p:stCondLst>
                                  <p:childTnLst>
                                    <p:set>
                                      <p:cBhvr>
                                        <p:cTn id="72" dur="1" fill="hold">
                                          <p:stCondLst>
                                            <p:cond delay="0"/>
                                          </p:stCondLst>
                                        </p:cTn>
                                        <p:tgtEl>
                                          <p:spTgt spid="14"/>
                                        </p:tgtEl>
                                        <p:attrNameLst>
                                          <p:attrName>style.visibility</p:attrName>
                                        </p:attrNameLst>
                                      </p:cBhvr>
                                      <p:to>
                                        <p:strVal val="visible"/>
                                      </p:to>
                                    </p:set>
                                    <p:anim calcmode="lin" valueType="num">
                                      <p:cBhvr>
                                        <p:cTn id="73" dur="500" fill="hold"/>
                                        <p:tgtEl>
                                          <p:spTgt spid="14"/>
                                        </p:tgtEl>
                                        <p:attrNameLst>
                                          <p:attrName>ppt_w</p:attrName>
                                        </p:attrNameLst>
                                      </p:cBhvr>
                                      <p:tavLst>
                                        <p:tav tm="0">
                                          <p:val>
                                            <p:fltVal val="0"/>
                                          </p:val>
                                        </p:tav>
                                        <p:tav tm="100000">
                                          <p:val>
                                            <p:strVal val="#ppt_w"/>
                                          </p:val>
                                        </p:tav>
                                      </p:tavLst>
                                    </p:anim>
                                    <p:anim calcmode="lin" valueType="num">
                                      <p:cBhvr>
                                        <p:cTn id="74" dur="500" fill="hold"/>
                                        <p:tgtEl>
                                          <p:spTgt spid="14"/>
                                        </p:tgtEl>
                                        <p:attrNameLst>
                                          <p:attrName>ppt_h</p:attrName>
                                        </p:attrNameLst>
                                      </p:cBhvr>
                                      <p:tavLst>
                                        <p:tav tm="0">
                                          <p:val>
                                            <p:fltVal val="0"/>
                                          </p:val>
                                        </p:tav>
                                        <p:tav tm="100000">
                                          <p:val>
                                            <p:strVal val="#ppt_h"/>
                                          </p:val>
                                        </p:tav>
                                      </p:tavLst>
                                    </p:anim>
                                    <p:animEffect transition="in" filter="fade">
                                      <p:cBhvr>
                                        <p:cTn id="7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p:bldP spid="10" grpId="0"/>
      <p:bldP spid="11" grpId="0"/>
      <p:bldP spid="12" grpId="0" animBg="1"/>
      <p:bldP spid="13" grpId="0" animBg="1"/>
      <p:bldP spid="14" grpId="0" animBg="1"/>
      <p:bldP spid="15" grpId="0" animBg="1"/>
      <p:bldP spid="16" grpId="0" animBg="1"/>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p:cNvSpPr/>
          <p:nvPr/>
        </p:nvSpPr>
        <p:spPr>
          <a:xfrm>
            <a:off x="7547638" y="1890405"/>
            <a:ext cx="108000" cy="5550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a:solidFill>
                <a:srgbClr val="404040"/>
              </a:solidFill>
              <a:cs typeface="+mn-ea"/>
              <a:sym typeface="+mn-lt"/>
            </a:endParaRPr>
          </a:p>
        </p:txBody>
      </p:sp>
      <p:sp>
        <p:nvSpPr>
          <p:cNvPr id="3" name="标题"/>
          <p:cNvSpPr/>
          <p:nvPr/>
        </p:nvSpPr>
        <p:spPr>
          <a:xfrm>
            <a:off x="6932745" y="1890405"/>
            <a:ext cx="553998" cy="2083263"/>
          </a:xfrm>
          <a:prstGeom prst="rect">
            <a:avLst/>
          </a:prstGeom>
        </p:spPr>
        <p:txBody>
          <a:bodyPr vert="eaVert" wrap="none">
            <a:spAutoFit/>
          </a:bodyPr>
          <a:lstStyle/>
          <a:p>
            <a:r>
              <a:rPr lang="zh-CN" altLang="en-US" sz="2400" b="1" spc="150">
                <a:solidFill>
                  <a:srgbClr val="404040"/>
                </a:solidFill>
                <a:cs typeface="+mn-ea"/>
                <a:sym typeface="+mn-lt"/>
              </a:rPr>
              <a:t>点击添加标题</a:t>
            </a:r>
          </a:p>
        </p:txBody>
      </p:sp>
      <p:sp>
        <p:nvSpPr>
          <p:cNvPr id="4" name="TextBox 33"/>
          <p:cNvSpPr txBox="1"/>
          <p:nvPr/>
        </p:nvSpPr>
        <p:spPr>
          <a:xfrm>
            <a:off x="849562" y="1898033"/>
            <a:ext cx="5642570" cy="3791304"/>
          </a:xfrm>
          <a:prstGeom prst="rect">
            <a:avLst/>
          </a:prstGeom>
        </p:spPr>
        <p:txBody>
          <a:bodyPr vert="eaVert" wrap="square" lIns="0" tIns="0" rIns="0" bIns="0">
            <a:spAutoFit/>
          </a:bodyPr>
          <a:lstStyle>
            <a:defPPr>
              <a:defRPr lang="zh-CN"/>
            </a:defPPr>
            <a:lvl1pPr algn="just">
              <a:lnSpc>
                <a:spcPts val="1600"/>
              </a:lnSpc>
              <a:defRPr sz="1100">
                <a:solidFill>
                  <a:schemeClr val="tx2"/>
                </a:solidFill>
                <a:latin typeface="微软雅黑 Light" panose="020B0502040204020203" pitchFamily="34" charset="-122"/>
                <a:ea typeface="微软雅黑 Light" panose="020B0502040204020203" pitchFamily="34" charset="-122"/>
              </a:defRPr>
            </a:lvl1pPr>
          </a:lstStyle>
          <a:p>
            <a:pPr>
              <a:lnSpc>
                <a:spcPct val="150000"/>
              </a:lnSpc>
              <a:spcAft>
                <a:spcPts val="110"/>
              </a:spcAft>
            </a:pPr>
            <a:r>
              <a:rPr lang="zh-CN" altLang="en-US" sz="1600">
                <a:solidFill>
                  <a:srgbClr val="404040"/>
                </a:solidFill>
                <a:latin typeface="+mn-lt"/>
                <a:ea typeface="+mn-ea"/>
                <a:cs typeface="+mn-ea"/>
                <a:sym typeface="+mn-lt"/>
              </a:rPr>
              <a:t>您的内容打在这里，或者通过复制您的文本后，在此框中选择粘贴，并选择只保留文字。</a:t>
            </a:r>
            <a:r>
              <a:rPr lang="en-US" altLang="zh-CN" sz="1600">
                <a:solidFill>
                  <a:srgbClr val="404040"/>
                </a:solidFill>
                <a:latin typeface="+mn-lt"/>
                <a:ea typeface="+mn-ea"/>
                <a:cs typeface="+mn-ea"/>
                <a:sym typeface="+mn-lt"/>
              </a:rPr>
              <a:t> </a:t>
            </a:r>
          </a:p>
          <a:p>
            <a:pPr>
              <a:lnSpc>
                <a:spcPct val="150000"/>
              </a:lnSpc>
              <a:spcAft>
                <a:spcPts val="110"/>
              </a:spcAft>
            </a:pPr>
            <a:r>
              <a:rPr lang="en-US" altLang="zh-CN" sz="1600">
                <a:solidFill>
                  <a:srgbClr val="404040"/>
                </a:solidFill>
                <a:latin typeface="+mn-lt"/>
                <a:ea typeface="+mn-ea"/>
                <a:cs typeface="+mn-ea"/>
                <a:sym typeface="+mn-lt"/>
              </a:rPr>
              <a:t>… …</a:t>
            </a:r>
          </a:p>
          <a:p>
            <a:pPr>
              <a:lnSpc>
                <a:spcPct val="150000"/>
              </a:lnSpc>
              <a:spcAft>
                <a:spcPts val="110"/>
              </a:spcAft>
            </a:pPr>
            <a:endParaRPr lang="en-US" altLang="zh-CN" sz="1600">
              <a:solidFill>
                <a:srgbClr val="404040"/>
              </a:solidFill>
              <a:latin typeface="+mn-lt"/>
              <a:ea typeface="+mn-ea"/>
              <a:cs typeface="+mn-ea"/>
              <a:sym typeface="+mn-lt"/>
            </a:endParaRPr>
          </a:p>
          <a:p>
            <a:pPr>
              <a:lnSpc>
                <a:spcPct val="150000"/>
              </a:lnSpc>
              <a:spcAft>
                <a:spcPts val="110"/>
              </a:spcAft>
            </a:pPr>
            <a:r>
              <a:rPr lang="zh-CN" altLang="en-US" sz="1600">
                <a:solidFill>
                  <a:srgbClr val="404040"/>
                </a:solidFill>
                <a:latin typeface="+mn-lt"/>
                <a:ea typeface="+mn-ea"/>
                <a:cs typeface="+mn-ea"/>
                <a:sym typeface="+mn-lt"/>
              </a:rPr>
              <a:t>您的内容打在这里，或者通过复制您的文本后，在此框中选择粘贴，并选择只保留文字。</a:t>
            </a:r>
            <a:r>
              <a:rPr lang="en-US" altLang="zh-CN" sz="1600">
                <a:solidFill>
                  <a:srgbClr val="404040"/>
                </a:solidFill>
                <a:latin typeface="+mn-lt"/>
                <a:ea typeface="+mn-ea"/>
                <a:cs typeface="+mn-ea"/>
                <a:sym typeface="+mn-lt"/>
              </a:rPr>
              <a:t> </a:t>
            </a:r>
          </a:p>
          <a:p>
            <a:pPr>
              <a:lnSpc>
                <a:spcPct val="150000"/>
              </a:lnSpc>
              <a:spcAft>
                <a:spcPts val="110"/>
              </a:spcAft>
            </a:pPr>
            <a:r>
              <a:rPr lang="en-US" altLang="zh-CN" sz="1600">
                <a:solidFill>
                  <a:srgbClr val="404040"/>
                </a:solidFill>
                <a:latin typeface="+mn-lt"/>
                <a:ea typeface="+mn-ea"/>
                <a:cs typeface="+mn-ea"/>
                <a:sym typeface="+mn-lt"/>
              </a:rPr>
              <a:t>… …</a:t>
            </a:r>
          </a:p>
          <a:p>
            <a:pPr>
              <a:lnSpc>
                <a:spcPct val="150000"/>
              </a:lnSpc>
              <a:spcAft>
                <a:spcPts val="110"/>
              </a:spcAft>
            </a:pPr>
            <a:endParaRPr lang="en-US" altLang="zh-CN" sz="1600">
              <a:solidFill>
                <a:srgbClr val="404040"/>
              </a:solidFill>
              <a:latin typeface="+mn-lt"/>
              <a:ea typeface="+mn-ea"/>
              <a:cs typeface="+mn-ea"/>
              <a:sym typeface="+mn-lt"/>
            </a:endParaRPr>
          </a:p>
          <a:p>
            <a:pPr>
              <a:lnSpc>
                <a:spcPct val="150000"/>
              </a:lnSpc>
              <a:spcAft>
                <a:spcPts val="110"/>
              </a:spcAft>
            </a:pPr>
            <a:r>
              <a:rPr lang="zh-CN" altLang="en-US" sz="1600">
                <a:solidFill>
                  <a:srgbClr val="404040"/>
                </a:solidFill>
                <a:latin typeface="+mn-lt"/>
                <a:ea typeface="+mn-ea"/>
                <a:cs typeface="+mn-ea"/>
                <a:sym typeface="+mn-lt"/>
              </a:rPr>
              <a:t>您的内容打在这里，或者通过复制您的文本后，在此框中选择粘贴，并选择只保留文字。</a:t>
            </a:r>
            <a:r>
              <a:rPr lang="en-US" altLang="zh-CN" sz="1600">
                <a:solidFill>
                  <a:srgbClr val="404040"/>
                </a:solidFill>
                <a:latin typeface="+mn-lt"/>
                <a:ea typeface="+mn-ea"/>
                <a:cs typeface="+mn-ea"/>
                <a:sym typeface="+mn-lt"/>
              </a:rPr>
              <a:t> </a:t>
            </a:r>
          </a:p>
          <a:p>
            <a:pPr>
              <a:lnSpc>
                <a:spcPct val="150000"/>
              </a:lnSpc>
              <a:spcAft>
                <a:spcPts val="110"/>
              </a:spcAft>
            </a:pPr>
            <a:r>
              <a:rPr lang="en-US" altLang="zh-CN" sz="1600">
                <a:solidFill>
                  <a:srgbClr val="404040"/>
                </a:solidFill>
                <a:latin typeface="+mn-lt"/>
                <a:ea typeface="+mn-ea"/>
                <a:cs typeface="+mn-ea"/>
                <a:sym typeface="+mn-lt"/>
              </a:rPr>
              <a:t>… …</a:t>
            </a:r>
          </a:p>
          <a:p>
            <a:pPr>
              <a:lnSpc>
                <a:spcPct val="150000"/>
              </a:lnSpc>
              <a:spcAft>
                <a:spcPts val="110"/>
              </a:spcAft>
            </a:pPr>
            <a:endParaRPr lang="en-US" altLang="zh-CN" sz="1600">
              <a:solidFill>
                <a:srgbClr val="404040"/>
              </a:solidFill>
              <a:latin typeface="+mn-lt"/>
              <a:ea typeface="+mn-ea"/>
              <a:cs typeface="+mn-ea"/>
              <a:sym typeface="+mn-lt"/>
            </a:endParaRPr>
          </a:p>
        </p:txBody>
      </p:sp>
      <p:pic>
        <p:nvPicPr>
          <p:cNvPr id="9" name="图片 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01638" y="1918466"/>
            <a:ext cx="3770871" cy="3770871"/>
          </a:xfrm>
          <a:prstGeom prst="rect">
            <a:avLst/>
          </a:prstGeom>
        </p:spPr>
      </p:pic>
      <p:sp>
        <p:nvSpPr>
          <p:cNvPr id="8" name="TextBox 4">
            <a:extLst>
              <a:ext uri="{FF2B5EF4-FFF2-40B4-BE49-F238E27FC236}">
                <a16:creationId xmlns:a16="http://schemas.microsoft.com/office/drawing/2014/main" id="{EB684C7E-20A7-9694-F2D4-694B922B40F4}"/>
              </a:ext>
            </a:extLst>
          </p:cNvPr>
          <p:cNvSpPr txBox="1"/>
          <p:nvPr/>
        </p:nvSpPr>
        <p:spPr>
          <a:xfrm>
            <a:off x="0" y="5"/>
            <a:ext cx="604867" cy="12715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3">
                <a:solidFill>
                  <a:schemeClr val="tx1">
                    <a:alpha val="0"/>
                  </a:schemeClr>
                </a:solidFill>
                <a:cs typeface="+mn-ea"/>
                <a:sym typeface="+mn-lt"/>
              </a:rPr>
              <a:t>行业</a:t>
            </a:r>
            <a:r>
              <a:rPr lang="en-US" altLang="zh-CN" sz="133">
                <a:solidFill>
                  <a:schemeClr val="tx1">
                    <a:alpha val="0"/>
                  </a:schemeClr>
                </a:solidFill>
                <a:cs typeface="+mn-ea"/>
                <a:sym typeface="+mn-lt"/>
              </a:rPr>
              <a:t>PPT</a:t>
            </a:r>
            <a:r>
              <a:rPr lang="zh-CN" altLang="en-US" sz="133">
                <a:solidFill>
                  <a:schemeClr val="tx1">
                    <a:alpha val="0"/>
                  </a:schemeClr>
                </a:solidFill>
                <a:cs typeface="+mn-ea"/>
                <a:sym typeface="+mn-lt"/>
              </a:rPr>
              <a:t>模板</a:t>
            </a:r>
            <a:r>
              <a:rPr lang="en-US" altLang="zh-CN" sz="133">
                <a:solidFill>
                  <a:schemeClr val="tx1">
                    <a:alpha val="0"/>
                  </a:schemeClr>
                </a:solidFill>
                <a:cs typeface="+mn-ea"/>
                <a:sym typeface="+mn-lt"/>
              </a:rPr>
              <a:t>http://www.1ppt.com/hangye/</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42" dur="5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par>
                          <p:cTn id="8" fill="hold" nodeType="afterGroup">
                            <p:stCondLst>
                              <p:cond delay="500"/>
                            </p:stCondLst>
                            <p:childTnLst>
                              <p:par>
                                <p:cTn id="9" presetID="22" presetClass="entr" presetSubtype="8" dur="50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par>
                                <p:cTn id="12" presetID="3" presetClass="entr" presetSubtype="10" dur="50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nodeType="afterGroup">
                            <p:stCondLst>
                              <p:cond delay="1000"/>
                            </p:stCondLst>
                            <p:childTnLst>
                              <p:par>
                                <p:cTn id="16" presetID="18" presetClass="entr" presetSubtype="12" dur="500" fill="hold" nodeType="after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strips(downLeft)">
                                      <p:cBhvr>
                                        <p:cTn id="18" dur="500"/>
                                        <p:tgtEl>
                                          <p:spTgt spid="4">
                                            <p:txEl>
                                              <p:pRg st="0" end="0"/>
                                            </p:txEl>
                                          </p:spTgt>
                                        </p:tgtEl>
                                      </p:cBhvr>
                                    </p:animEffect>
                                  </p:childTnLst>
                                </p:cTn>
                              </p:par>
                            </p:childTnLst>
                          </p:cTn>
                        </p:par>
                        <p:par>
                          <p:cTn id="19" fill="hold" nodeType="afterGroup">
                            <p:stCondLst>
                              <p:cond delay="1500"/>
                            </p:stCondLst>
                            <p:childTnLst>
                              <p:par>
                                <p:cTn id="20" presetID="18" presetClass="entr" presetSubtype="12" dur="500" fill="hold" nodeType="after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strips(downLeft)">
                                      <p:cBhvr>
                                        <p:cTn id="22" dur="500"/>
                                        <p:tgtEl>
                                          <p:spTgt spid="4">
                                            <p:txEl>
                                              <p:pRg st="1" end="1"/>
                                            </p:txEl>
                                          </p:spTgt>
                                        </p:tgtEl>
                                      </p:cBhvr>
                                    </p:animEffect>
                                  </p:childTnLst>
                                </p:cTn>
                              </p:par>
                            </p:childTnLst>
                          </p:cTn>
                        </p:par>
                        <p:par>
                          <p:cTn id="23" fill="hold" nodeType="afterGroup">
                            <p:stCondLst>
                              <p:cond delay="2000"/>
                            </p:stCondLst>
                            <p:childTnLst>
                              <p:par>
                                <p:cTn id="24" presetID="18" presetClass="entr" presetSubtype="12" dur="500" fill="hold" nodeType="after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strips(downLeft)">
                                      <p:cBhvr>
                                        <p:cTn id="26" dur="500"/>
                                        <p:tgtEl>
                                          <p:spTgt spid="4">
                                            <p:txEl>
                                              <p:pRg st="3" end="3"/>
                                            </p:txEl>
                                          </p:spTgt>
                                        </p:tgtEl>
                                      </p:cBhvr>
                                    </p:animEffect>
                                  </p:childTnLst>
                                </p:cTn>
                              </p:par>
                            </p:childTnLst>
                          </p:cTn>
                        </p:par>
                        <p:par>
                          <p:cTn id="27" fill="hold" nodeType="afterGroup">
                            <p:stCondLst>
                              <p:cond delay="2500"/>
                            </p:stCondLst>
                            <p:childTnLst>
                              <p:par>
                                <p:cTn id="28" presetID="18" presetClass="entr" presetSubtype="12" dur="500" fill="hold" nodeType="after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Effect transition="in" filter="strips(downLeft)">
                                      <p:cBhvr>
                                        <p:cTn id="30" dur="500"/>
                                        <p:tgtEl>
                                          <p:spTgt spid="4">
                                            <p:txEl>
                                              <p:pRg st="4" end="4"/>
                                            </p:txEl>
                                          </p:spTgt>
                                        </p:tgtEl>
                                      </p:cBhvr>
                                    </p:animEffect>
                                  </p:childTnLst>
                                </p:cTn>
                              </p:par>
                            </p:childTnLst>
                          </p:cTn>
                        </p:par>
                        <p:par>
                          <p:cTn id="31" fill="hold" nodeType="afterGroup">
                            <p:stCondLst>
                              <p:cond delay="3000"/>
                            </p:stCondLst>
                            <p:childTnLst>
                              <p:par>
                                <p:cTn id="32" presetID="18" presetClass="entr" presetSubtype="12" dur="500" fill="hold" nodeType="afterEffect">
                                  <p:stCondLst>
                                    <p:cond delay="0"/>
                                  </p:stCondLst>
                                  <p:childTnLst>
                                    <p:set>
                                      <p:cBhvr>
                                        <p:cTn id="33" dur="1" fill="hold">
                                          <p:stCondLst>
                                            <p:cond delay="0"/>
                                          </p:stCondLst>
                                        </p:cTn>
                                        <p:tgtEl>
                                          <p:spTgt spid="4">
                                            <p:txEl>
                                              <p:pRg st="6" end="6"/>
                                            </p:txEl>
                                          </p:spTgt>
                                        </p:tgtEl>
                                        <p:attrNameLst>
                                          <p:attrName>style.visibility</p:attrName>
                                        </p:attrNameLst>
                                      </p:cBhvr>
                                      <p:to>
                                        <p:strVal val="visible"/>
                                      </p:to>
                                    </p:set>
                                    <p:animEffect transition="in" filter="strips(downLeft)">
                                      <p:cBhvr>
                                        <p:cTn id="34" dur="500"/>
                                        <p:tgtEl>
                                          <p:spTgt spid="4">
                                            <p:txEl>
                                              <p:pRg st="6" end="6"/>
                                            </p:txEl>
                                          </p:spTgt>
                                        </p:tgtEl>
                                      </p:cBhvr>
                                    </p:animEffect>
                                  </p:childTnLst>
                                </p:cTn>
                              </p:par>
                            </p:childTnLst>
                          </p:cTn>
                        </p:par>
                        <p:par>
                          <p:cTn id="35" fill="hold" nodeType="afterGroup">
                            <p:stCondLst>
                              <p:cond delay="3500"/>
                            </p:stCondLst>
                            <p:childTnLst>
                              <p:par>
                                <p:cTn id="36" presetID="18" presetClass="entr" presetSubtype="12" dur="500" fill="hold" nodeType="afterEffect">
                                  <p:stCondLst>
                                    <p:cond delay="0"/>
                                  </p:stCondLst>
                                  <p:childTnLst>
                                    <p:set>
                                      <p:cBhvr>
                                        <p:cTn id="37" dur="1" fill="hold">
                                          <p:stCondLst>
                                            <p:cond delay="0"/>
                                          </p:stCondLst>
                                        </p:cTn>
                                        <p:tgtEl>
                                          <p:spTgt spid="4">
                                            <p:txEl>
                                              <p:pRg st="7" end="7"/>
                                            </p:txEl>
                                          </p:spTgt>
                                        </p:tgtEl>
                                        <p:attrNameLst>
                                          <p:attrName>style.visibility</p:attrName>
                                        </p:attrNameLst>
                                      </p:cBhvr>
                                      <p:to>
                                        <p:strVal val="visible"/>
                                      </p:to>
                                    </p:set>
                                    <p:animEffect transition="in" filter="strips(downLeft)">
                                      <p:cBhvr>
                                        <p:cTn id="38"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email">
            <a:extLst>
              <a:ext uri="{BEBA8EAE-BF5A-486C-A8C5-ECC9F3942E4B}">
                <a14:imgProps xmlns:a14="http://schemas.microsoft.com/office/drawing/2010/main">
                  <a14:imgLayer r:embed="rId3">
                    <a14:imgEffect>
                      <a14:colorTemperature colorTemp="4700"/>
                    </a14:imgEffect>
                    <a14:imgEffect>
                      <a14:saturation sat="66000"/>
                    </a14:imgEffect>
                  </a14:imgLayer>
                </a14:imgProps>
              </a:ext>
              <a:ext uri="{28A0092B-C50C-407E-A947-70E740481C1C}">
                <a14:useLocalDpi xmlns:a14="http://schemas.microsoft.com/office/drawing/2010/main"/>
              </a:ext>
            </a:extLst>
          </a:blip>
          <a:stretch>
            <a:fillRect/>
          </a:stretch>
        </p:blipFill>
        <p:spPr>
          <a:xfrm>
            <a:off x="1599762" y="487772"/>
            <a:ext cx="5739581" cy="5739581"/>
          </a:xfrm>
          <a:prstGeom prst="rect">
            <a:avLst/>
          </a:prstGeom>
        </p:spPr>
      </p:pic>
      <p:grpSp>
        <p:nvGrpSpPr>
          <p:cNvPr id="34" name="组合 33"/>
          <p:cNvGrpSpPr/>
          <p:nvPr/>
        </p:nvGrpSpPr>
        <p:grpSpPr>
          <a:xfrm>
            <a:off x="5621472" y="4335676"/>
            <a:ext cx="3293927" cy="571501"/>
            <a:chOff x="5730876" y="4421869"/>
            <a:chExt cx="2822574" cy="571501"/>
          </a:xfrm>
        </p:grpSpPr>
        <p:grpSp>
          <p:nvGrpSpPr>
            <p:cNvPr id="35" name="组合 34"/>
            <p:cNvGrpSpPr/>
            <p:nvPr/>
          </p:nvGrpSpPr>
          <p:grpSpPr>
            <a:xfrm>
              <a:off x="5730876" y="4421869"/>
              <a:ext cx="2822574" cy="571501"/>
              <a:chOff x="7938" y="-2173288"/>
              <a:chExt cx="1933575" cy="571501"/>
            </a:xfrm>
            <a:solidFill>
              <a:srgbClr val="282C33"/>
            </a:solidFill>
          </p:grpSpPr>
          <p:sp>
            <p:nvSpPr>
              <p:cNvPr id="37" name="Freeform 692"/>
              <p:cNvSpPr/>
              <p:nvPr/>
            </p:nvSpPr>
            <p:spPr bwMode="auto">
              <a:xfrm flipH="1">
                <a:off x="1141413" y="-2168525"/>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38" name="Freeform 693"/>
              <p:cNvSpPr/>
              <p:nvPr/>
            </p:nvSpPr>
            <p:spPr bwMode="auto">
              <a:xfrm>
                <a:off x="1141413" y="-2173288"/>
                <a:ext cx="60325" cy="7938"/>
              </a:xfrm>
              <a:custGeom>
                <a:avLst/>
                <a:gdLst>
                  <a:gd name="T0" fmla="*/ 16 w 16"/>
                  <a:gd name="T1" fmla="*/ 2 h 2"/>
                  <a:gd name="T2" fmla="*/ 16 w 16"/>
                  <a:gd name="T3" fmla="*/ 1 h 2"/>
                  <a:gd name="T4" fmla="*/ 5 w 16"/>
                  <a:gd name="T5" fmla="*/ 1 h 2"/>
                  <a:gd name="T6" fmla="*/ 0 w 16"/>
                  <a:gd name="T7" fmla="*/ 1 h 2"/>
                  <a:gd name="T8" fmla="*/ 16 w 16"/>
                  <a:gd name="T9" fmla="*/ 2 h 2"/>
                </a:gdLst>
                <a:ahLst/>
                <a:cxnLst>
                  <a:cxn ang="0">
                    <a:pos x="T0" y="T1"/>
                  </a:cxn>
                  <a:cxn ang="0">
                    <a:pos x="T2" y="T3"/>
                  </a:cxn>
                  <a:cxn ang="0">
                    <a:pos x="T4" y="T5"/>
                  </a:cxn>
                  <a:cxn ang="0">
                    <a:pos x="T6" y="T7"/>
                  </a:cxn>
                  <a:cxn ang="0">
                    <a:pos x="T8" y="T9"/>
                  </a:cxn>
                </a:cxnLst>
                <a:rect l="0" t="0" r="r" b="b"/>
                <a:pathLst>
                  <a:path w="16" h="2">
                    <a:moveTo>
                      <a:pt x="16" y="2"/>
                    </a:moveTo>
                    <a:cubicBezTo>
                      <a:pt x="16" y="1"/>
                      <a:pt x="16" y="1"/>
                      <a:pt x="16" y="1"/>
                    </a:cubicBezTo>
                    <a:cubicBezTo>
                      <a:pt x="13" y="0"/>
                      <a:pt x="8" y="0"/>
                      <a:pt x="5" y="1"/>
                    </a:cubicBezTo>
                    <a:cubicBezTo>
                      <a:pt x="3" y="0"/>
                      <a:pt x="2" y="0"/>
                      <a:pt x="0" y="1"/>
                    </a:cubicBezTo>
                    <a:cubicBezTo>
                      <a:pt x="5" y="2"/>
                      <a:pt x="11" y="2"/>
                      <a:pt x="1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39" name="Freeform 699"/>
              <p:cNvSpPr/>
              <p:nvPr/>
            </p:nvSpPr>
            <p:spPr bwMode="auto">
              <a:xfrm>
                <a:off x="1201738" y="-2173288"/>
                <a:ext cx="7938" cy="7938"/>
              </a:xfrm>
              <a:custGeom>
                <a:avLst/>
                <a:gdLst>
                  <a:gd name="T0" fmla="*/ 1 w 2"/>
                  <a:gd name="T1" fmla="*/ 2 h 2"/>
                  <a:gd name="T2" fmla="*/ 2 w 2"/>
                  <a:gd name="T3" fmla="*/ 2 h 2"/>
                  <a:gd name="T4" fmla="*/ 2 w 2"/>
                  <a:gd name="T5" fmla="*/ 0 h 2"/>
                  <a:gd name="T6" fmla="*/ 1 w 2"/>
                  <a:gd name="T7" fmla="*/ 2 h 2"/>
                </a:gdLst>
                <a:ahLst/>
                <a:cxnLst>
                  <a:cxn ang="0">
                    <a:pos x="T0" y="T1"/>
                  </a:cxn>
                  <a:cxn ang="0">
                    <a:pos x="T2" y="T3"/>
                  </a:cxn>
                  <a:cxn ang="0">
                    <a:pos x="T4" y="T5"/>
                  </a:cxn>
                  <a:cxn ang="0">
                    <a:pos x="T6" y="T7"/>
                  </a:cxn>
                </a:cxnLst>
                <a:rect l="0" t="0" r="r" b="b"/>
                <a:pathLst>
                  <a:path w="2" h="2">
                    <a:moveTo>
                      <a:pt x="1" y="2"/>
                    </a:moveTo>
                    <a:cubicBezTo>
                      <a:pt x="2" y="2"/>
                      <a:pt x="2" y="2"/>
                      <a:pt x="2" y="2"/>
                    </a:cubicBezTo>
                    <a:cubicBezTo>
                      <a:pt x="2" y="0"/>
                      <a:pt x="2" y="0"/>
                      <a:pt x="2" y="0"/>
                    </a:cubicBezTo>
                    <a:cubicBezTo>
                      <a:pt x="0" y="0"/>
                      <a:pt x="2"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0" name="Freeform 700"/>
              <p:cNvSpPr/>
              <p:nvPr/>
            </p:nvSpPr>
            <p:spPr bwMode="auto">
              <a:xfrm>
                <a:off x="322263" y="-2101850"/>
                <a:ext cx="52388" cy="19050"/>
              </a:xfrm>
              <a:custGeom>
                <a:avLst/>
                <a:gdLst>
                  <a:gd name="T0" fmla="*/ 14 w 14"/>
                  <a:gd name="T1" fmla="*/ 5 h 5"/>
                  <a:gd name="T2" fmla="*/ 14 w 14"/>
                  <a:gd name="T3" fmla="*/ 4 h 5"/>
                  <a:gd name="T4" fmla="*/ 5 w 14"/>
                  <a:gd name="T5" fmla="*/ 2 h 5"/>
                  <a:gd name="T6" fmla="*/ 6 w 14"/>
                  <a:gd name="T7" fmla="*/ 1 h 5"/>
                  <a:gd name="T8" fmla="*/ 0 w 14"/>
                  <a:gd name="T9" fmla="*/ 0 h 5"/>
                  <a:gd name="T10" fmla="*/ 1 w 14"/>
                  <a:gd name="T11" fmla="*/ 2 h 5"/>
                  <a:gd name="T12" fmla="*/ 14 w 14"/>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5"/>
                    </a:moveTo>
                    <a:cubicBezTo>
                      <a:pt x="14" y="4"/>
                      <a:pt x="14" y="4"/>
                      <a:pt x="14" y="4"/>
                    </a:cubicBezTo>
                    <a:cubicBezTo>
                      <a:pt x="11" y="3"/>
                      <a:pt x="7" y="5"/>
                      <a:pt x="5" y="2"/>
                    </a:cubicBezTo>
                    <a:cubicBezTo>
                      <a:pt x="6" y="1"/>
                      <a:pt x="6" y="1"/>
                      <a:pt x="6" y="1"/>
                    </a:cubicBezTo>
                    <a:cubicBezTo>
                      <a:pt x="4" y="1"/>
                      <a:pt x="2" y="0"/>
                      <a:pt x="0" y="0"/>
                    </a:cubicBezTo>
                    <a:cubicBezTo>
                      <a:pt x="1" y="2"/>
                      <a:pt x="1" y="2"/>
                      <a:pt x="1" y="2"/>
                    </a:cubicBezTo>
                    <a:cubicBezTo>
                      <a:pt x="5" y="3"/>
                      <a:pt x="9" y="5"/>
                      <a:pt x="14"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1" name="Freeform 701"/>
              <p:cNvSpPr>
                <a:spLocks noEditPoints="1"/>
              </p:cNvSpPr>
              <p:nvPr/>
            </p:nvSpPr>
            <p:spPr bwMode="auto">
              <a:xfrm>
                <a:off x="7938" y="-2071688"/>
                <a:ext cx="1933575" cy="465138"/>
              </a:xfrm>
              <a:custGeom>
                <a:avLst/>
                <a:gdLst>
                  <a:gd name="T0" fmla="*/ 515 w 515"/>
                  <a:gd name="T1" fmla="*/ 105 h 124"/>
                  <a:gd name="T2" fmla="*/ 494 w 515"/>
                  <a:gd name="T3" fmla="*/ 98 h 124"/>
                  <a:gd name="T4" fmla="*/ 449 w 515"/>
                  <a:gd name="T5" fmla="*/ 93 h 124"/>
                  <a:gd name="T6" fmla="*/ 497 w 515"/>
                  <a:gd name="T7" fmla="*/ 88 h 124"/>
                  <a:gd name="T8" fmla="*/ 502 w 515"/>
                  <a:gd name="T9" fmla="*/ 82 h 124"/>
                  <a:gd name="T10" fmla="*/ 509 w 515"/>
                  <a:gd name="T11" fmla="*/ 75 h 124"/>
                  <a:gd name="T12" fmla="*/ 505 w 515"/>
                  <a:gd name="T13" fmla="*/ 70 h 124"/>
                  <a:gd name="T14" fmla="*/ 432 w 515"/>
                  <a:gd name="T15" fmla="*/ 59 h 124"/>
                  <a:gd name="T16" fmla="*/ 365 w 515"/>
                  <a:gd name="T17" fmla="*/ 46 h 124"/>
                  <a:gd name="T18" fmla="*/ 433 w 515"/>
                  <a:gd name="T19" fmla="*/ 50 h 124"/>
                  <a:gd name="T20" fmla="*/ 411 w 515"/>
                  <a:gd name="T21" fmla="*/ 44 h 124"/>
                  <a:gd name="T22" fmla="*/ 361 w 515"/>
                  <a:gd name="T23" fmla="*/ 33 h 124"/>
                  <a:gd name="T24" fmla="*/ 379 w 515"/>
                  <a:gd name="T25" fmla="*/ 33 h 124"/>
                  <a:gd name="T26" fmla="*/ 470 w 515"/>
                  <a:gd name="T27" fmla="*/ 35 h 124"/>
                  <a:gd name="T28" fmla="*/ 441 w 515"/>
                  <a:gd name="T29" fmla="*/ 30 h 124"/>
                  <a:gd name="T30" fmla="*/ 440 w 515"/>
                  <a:gd name="T31" fmla="*/ 31 h 124"/>
                  <a:gd name="T32" fmla="*/ 240 w 515"/>
                  <a:gd name="T33" fmla="*/ 10 h 124"/>
                  <a:gd name="T34" fmla="*/ 265 w 515"/>
                  <a:gd name="T35" fmla="*/ 6 h 124"/>
                  <a:gd name="T36" fmla="*/ 98 w 515"/>
                  <a:gd name="T37" fmla="*/ 2 h 124"/>
                  <a:gd name="T38" fmla="*/ 59 w 515"/>
                  <a:gd name="T39" fmla="*/ 6 h 124"/>
                  <a:gd name="T40" fmla="*/ 17 w 515"/>
                  <a:gd name="T41" fmla="*/ 16 h 124"/>
                  <a:gd name="T42" fmla="*/ 30 w 515"/>
                  <a:gd name="T43" fmla="*/ 26 h 124"/>
                  <a:gd name="T44" fmla="*/ 35 w 515"/>
                  <a:gd name="T45" fmla="*/ 35 h 124"/>
                  <a:gd name="T46" fmla="*/ 21 w 515"/>
                  <a:gd name="T47" fmla="*/ 42 h 124"/>
                  <a:gd name="T48" fmla="*/ 16 w 515"/>
                  <a:gd name="T49" fmla="*/ 48 h 124"/>
                  <a:gd name="T50" fmla="*/ 25 w 515"/>
                  <a:gd name="T51" fmla="*/ 52 h 124"/>
                  <a:gd name="T52" fmla="*/ 9 w 515"/>
                  <a:gd name="T53" fmla="*/ 57 h 124"/>
                  <a:gd name="T54" fmla="*/ 4 w 515"/>
                  <a:gd name="T55" fmla="*/ 65 h 124"/>
                  <a:gd name="T56" fmla="*/ 1 w 515"/>
                  <a:gd name="T57" fmla="*/ 69 h 124"/>
                  <a:gd name="T58" fmla="*/ 9 w 515"/>
                  <a:gd name="T59" fmla="*/ 74 h 124"/>
                  <a:gd name="T60" fmla="*/ 21 w 515"/>
                  <a:gd name="T61" fmla="*/ 86 h 124"/>
                  <a:gd name="T62" fmla="*/ 25 w 515"/>
                  <a:gd name="T63" fmla="*/ 94 h 124"/>
                  <a:gd name="T64" fmla="*/ 23 w 515"/>
                  <a:gd name="T65" fmla="*/ 105 h 124"/>
                  <a:gd name="T66" fmla="*/ 205 w 515"/>
                  <a:gd name="T67" fmla="*/ 120 h 124"/>
                  <a:gd name="T68" fmla="*/ 190 w 515"/>
                  <a:gd name="T69" fmla="*/ 117 h 124"/>
                  <a:gd name="T70" fmla="*/ 49 w 515"/>
                  <a:gd name="T71" fmla="*/ 108 h 124"/>
                  <a:gd name="T72" fmla="*/ 303 w 515"/>
                  <a:gd name="T73" fmla="*/ 117 h 124"/>
                  <a:gd name="T74" fmla="*/ 436 w 515"/>
                  <a:gd name="T75" fmla="*/ 123 h 124"/>
                  <a:gd name="T76" fmla="*/ 440 w 515"/>
                  <a:gd name="T77" fmla="*/ 119 h 124"/>
                  <a:gd name="T78" fmla="*/ 464 w 515"/>
                  <a:gd name="T79" fmla="*/ 112 h 124"/>
                  <a:gd name="T80" fmla="*/ 451 w 515"/>
                  <a:gd name="T81" fmla="*/ 107 h 124"/>
                  <a:gd name="T82" fmla="*/ 477 w 515"/>
                  <a:gd name="T83" fmla="*/ 107 h 124"/>
                  <a:gd name="T84" fmla="*/ 434 w 515"/>
                  <a:gd name="T85" fmla="*/ 28 h 124"/>
                  <a:gd name="T86" fmla="*/ 429 w 515"/>
                  <a:gd name="T87" fmla="*/ 29 h 124"/>
                  <a:gd name="T88" fmla="*/ 424 w 515"/>
                  <a:gd name="T89" fmla="*/ 26 h 124"/>
                  <a:gd name="T90" fmla="*/ 384 w 515"/>
                  <a:gd name="T91" fmla="*/ 108 h 124"/>
                  <a:gd name="T92" fmla="*/ 456 w 515"/>
                  <a:gd name="T93" fmla="*/ 113 h 124"/>
                  <a:gd name="T94" fmla="*/ 456 w 515"/>
                  <a:gd name="T95" fmla="*/ 113 h 124"/>
                  <a:gd name="T96" fmla="*/ 426 w 515"/>
                  <a:gd name="T97" fmla="*/ 10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5" h="124">
                    <a:moveTo>
                      <a:pt x="477" y="107"/>
                    </a:moveTo>
                    <a:cubicBezTo>
                      <a:pt x="477" y="106"/>
                      <a:pt x="477" y="106"/>
                      <a:pt x="477" y="106"/>
                    </a:cubicBezTo>
                    <a:cubicBezTo>
                      <a:pt x="489" y="106"/>
                      <a:pt x="502" y="106"/>
                      <a:pt x="514" y="106"/>
                    </a:cubicBezTo>
                    <a:cubicBezTo>
                      <a:pt x="515" y="105"/>
                      <a:pt x="515" y="105"/>
                      <a:pt x="515" y="105"/>
                    </a:cubicBezTo>
                    <a:cubicBezTo>
                      <a:pt x="492" y="105"/>
                      <a:pt x="472" y="104"/>
                      <a:pt x="450" y="101"/>
                    </a:cubicBezTo>
                    <a:cubicBezTo>
                      <a:pt x="445" y="100"/>
                      <a:pt x="445" y="100"/>
                      <a:pt x="445" y="100"/>
                    </a:cubicBezTo>
                    <a:cubicBezTo>
                      <a:pt x="446" y="99"/>
                      <a:pt x="446" y="99"/>
                      <a:pt x="446" y="99"/>
                    </a:cubicBezTo>
                    <a:cubicBezTo>
                      <a:pt x="463" y="99"/>
                      <a:pt x="478" y="97"/>
                      <a:pt x="494" y="98"/>
                    </a:cubicBezTo>
                    <a:cubicBezTo>
                      <a:pt x="491" y="97"/>
                      <a:pt x="491" y="97"/>
                      <a:pt x="491" y="97"/>
                    </a:cubicBezTo>
                    <a:cubicBezTo>
                      <a:pt x="493" y="95"/>
                      <a:pt x="493" y="95"/>
                      <a:pt x="493" y="95"/>
                    </a:cubicBezTo>
                    <a:cubicBezTo>
                      <a:pt x="478" y="95"/>
                      <a:pt x="463" y="96"/>
                      <a:pt x="449" y="94"/>
                    </a:cubicBezTo>
                    <a:cubicBezTo>
                      <a:pt x="449" y="93"/>
                      <a:pt x="449" y="93"/>
                      <a:pt x="449" y="93"/>
                    </a:cubicBezTo>
                    <a:cubicBezTo>
                      <a:pt x="467" y="93"/>
                      <a:pt x="485" y="94"/>
                      <a:pt x="503" y="93"/>
                    </a:cubicBezTo>
                    <a:cubicBezTo>
                      <a:pt x="505" y="92"/>
                      <a:pt x="506" y="90"/>
                      <a:pt x="508" y="91"/>
                    </a:cubicBezTo>
                    <a:cubicBezTo>
                      <a:pt x="509" y="91"/>
                      <a:pt x="509" y="90"/>
                      <a:pt x="510" y="89"/>
                    </a:cubicBezTo>
                    <a:cubicBezTo>
                      <a:pt x="497" y="88"/>
                      <a:pt x="497" y="88"/>
                      <a:pt x="497" y="88"/>
                    </a:cubicBezTo>
                    <a:cubicBezTo>
                      <a:pt x="492" y="86"/>
                      <a:pt x="486" y="89"/>
                      <a:pt x="482" y="85"/>
                    </a:cubicBezTo>
                    <a:cubicBezTo>
                      <a:pt x="465" y="85"/>
                      <a:pt x="448" y="83"/>
                      <a:pt x="432" y="82"/>
                    </a:cubicBezTo>
                    <a:cubicBezTo>
                      <a:pt x="432" y="81"/>
                      <a:pt x="432" y="81"/>
                      <a:pt x="432" y="81"/>
                    </a:cubicBezTo>
                    <a:cubicBezTo>
                      <a:pt x="455" y="82"/>
                      <a:pt x="479" y="81"/>
                      <a:pt x="502" y="82"/>
                    </a:cubicBezTo>
                    <a:cubicBezTo>
                      <a:pt x="475" y="79"/>
                      <a:pt x="475" y="79"/>
                      <a:pt x="475" y="79"/>
                    </a:cubicBezTo>
                    <a:cubicBezTo>
                      <a:pt x="482" y="78"/>
                      <a:pt x="489" y="76"/>
                      <a:pt x="497" y="78"/>
                    </a:cubicBezTo>
                    <a:cubicBezTo>
                      <a:pt x="500" y="77"/>
                      <a:pt x="503" y="77"/>
                      <a:pt x="506" y="77"/>
                    </a:cubicBezTo>
                    <a:cubicBezTo>
                      <a:pt x="507" y="77"/>
                      <a:pt x="507" y="75"/>
                      <a:pt x="509" y="75"/>
                    </a:cubicBezTo>
                    <a:cubicBezTo>
                      <a:pt x="509" y="74"/>
                      <a:pt x="509" y="74"/>
                      <a:pt x="509" y="74"/>
                    </a:cubicBezTo>
                    <a:cubicBezTo>
                      <a:pt x="492" y="73"/>
                      <a:pt x="492" y="73"/>
                      <a:pt x="492" y="73"/>
                    </a:cubicBezTo>
                    <a:cubicBezTo>
                      <a:pt x="491" y="72"/>
                      <a:pt x="491" y="72"/>
                      <a:pt x="491" y="72"/>
                    </a:cubicBezTo>
                    <a:cubicBezTo>
                      <a:pt x="495" y="71"/>
                      <a:pt x="501" y="72"/>
                      <a:pt x="505" y="70"/>
                    </a:cubicBezTo>
                    <a:cubicBezTo>
                      <a:pt x="500" y="70"/>
                      <a:pt x="494" y="69"/>
                      <a:pt x="490" y="70"/>
                    </a:cubicBezTo>
                    <a:cubicBezTo>
                      <a:pt x="486" y="68"/>
                      <a:pt x="478" y="70"/>
                      <a:pt x="476" y="66"/>
                    </a:cubicBezTo>
                    <a:cubicBezTo>
                      <a:pt x="462" y="64"/>
                      <a:pt x="446" y="64"/>
                      <a:pt x="431" y="62"/>
                    </a:cubicBezTo>
                    <a:cubicBezTo>
                      <a:pt x="432" y="61"/>
                      <a:pt x="429" y="59"/>
                      <a:pt x="432" y="59"/>
                    </a:cubicBezTo>
                    <a:cubicBezTo>
                      <a:pt x="450" y="61"/>
                      <a:pt x="450" y="61"/>
                      <a:pt x="450" y="61"/>
                    </a:cubicBezTo>
                    <a:cubicBezTo>
                      <a:pt x="465" y="61"/>
                      <a:pt x="482" y="63"/>
                      <a:pt x="495" y="60"/>
                    </a:cubicBezTo>
                    <a:cubicBezTo>
                      <a:pt x="462" y="60"/>
                      <a:pt x="432" y="51"/>
                      <a:pt x="400" y="50"/>
                    </a:cubicBezTo>
                    <a:cubicBezTo>
                      <a:pt x="389" y="47"/>
                      <a:pt x="376" y="48"/>
                      <a:pt x="365" y="46"/>
                    </a:cubicBezTo>
                    <a:cubicBezTo>
                      <a:pt x="390" y="46"/>
                      <a:pt x="415" y="50"/>
                      <a:pt x="440" y="51"/>
                    </a:cubicBezTo>
                    <a:cubicBezTo>
                      <a:pt x="438" y="51"/>
                      <a:pt x="438" y="51"/>
                      <a:pt x="438" y="51"/>
                    </a:cubicBezTo>
                    <a:cubicBezTo>
                      <a:pt x="437" y="48"/>
                      <a:pt x="442" y="51"/>
                      <a:pt x="444" y="49"/>
                    </a:cubicBezTo>
                    <a:cubicBezTo>
                      <a:pt x="440" y="47"/>
                      <a:pt x="437" y="51"/>
                      <a:pt x="433" y="50"/>
                    </a:cubicBezTo>
                    <a:cubicBezTo>
                      <a:pt x="432" y="49"/>
                      <a:pt x="429" y="50"/>
                      <a:pt x="430" y="48"/>
                    </a:cubicBezTo>
                    <a:cubicBezTo>
                      <a:pt x="429" y="48"/>
                      <a:pt x="428" y="48"/>
                      <a:pt x="428" y="47"/>
                    </a:cubicBezTo>
                    <a:cubicBezTo>
                      <a:pt x="431" y="45"/>
                      <a:pt x="435" y="50"/>
                      <a:pt x="435" y="47"/>
                    </a:cubicBezTo>
                    <a:cubicBezTo>
                      <a:pt x="428" y="46"/>
                      <a:pt x="418" y="44"/>
                      <a:pt x="411" y="44"/>
                    </a:cubicBezTo>
                    <a:cubicBezTo>
                      <a:pt x="411" y="42"/>
                      <a:pt x="413" y="43"/>
                      <a:pt x="414" y="42"/>
                    </a:cubicBezTo>
                    <a:cubicBezTo>
                      <a:pt x="406" y="41"/>
                      <a:pt x="397" y="41"/>
                      <a:pt x="388" y="39"/>
                    </a:cubicBezTo>
                    <a:cubicBezTo>
                      <a:pt x="396" y="37"/>
                      <a:pt x="407" y="41"/>
                      <a:pt x="415" y="40"/>
                    </a:cubicBezTo>
                    <a:cubicBezTo>
                      <a:pt x="397" y="37"/>
                      <a:pt x="378" y="37"/>
                      <a:pt x="361" y="33"/>
                    </a:cubicBezTo>
                    <a:cubicBezTo>
                      <a:pt x="360" y="32"/>
                      <a:pt x="360" y="32"/>
                      <a:pt x="360" y="32"/>
                    </a:cubicBezTo>
                    <a:cubicBezTo>
                      <a:pt x="366" y="33"/>
                      <a:pt x="373" y="31"/>
                      <a:pt x="379" y="33"/>
                    </a:cubicBezTo>
                    <a:cubicBezTo>
                      <a:pt x="378" y="34"/>
                      <a:pt x="378" y="34"/>
                      <a:pt x="378" y="34"/>
                    </a:cubicBezTo>
                    <a:cubicBezTo>
                      <a:pt x="379" y="33"/>
                      <a:pt x="379" y="33"/>
                      <a:pt x="379" y="33"/>
                    </a:cubicBezTo>
                    <a:cubicBezTo>
                      <a:pt x="398" y="33"/>
                      <a:pt x="423" y="36"/>
                      <a:pt x="444" y="37"/>
                    </a:cubicBezTo>
                    <a:cubicBezTo>
                      <a:pt x="434" y="33"/>
                      <a:pt x="422" y="34"/>
                      <a:pt x="411" y="31"/>
                    </a:cubicBezTo>
                    <a:cubicBezTo>
                      <a:pt x="414" y="29"/>
                      <a:pt x="419" y="30"/>
                      <a:pt x="423" y="31"/>
                    </a:cubicBezTo>
                    <a:cubicBezTo>
                      <a:pt x="437" y="32"/>
                      <a:pt x="455" y="35"/>
                      <a:pt x="470" y="35"/>
                    </a:cubicBezTo>
                    <a:cubicBezTo>
                      <a:pt x="467" y="34"/>
                      <a:pt x="459" y="32"/>
                      <a:pt x="454" y="31"/>
                    </a:cubicBezTo>
                    <a:cubicBezTo>
                      <a:pt x="451" y="32"/>
                      <a:pt x="449" y="29"/>
                      <a:pt x="446" y="31"/>
                    </a:cubicBezTo>
                    <a:cubicBezTo>
                      <a:pt x="446" y="31"/>
                      <a:pt x="446" y="31"/>
                      <a:pt x="446" y="30"/>
                    </a:cubicBezTo>
                    <a:cubicBezTo>
                      <a:pt x="445" y="32"/>
                      <a:pt x="443" y="31"/>
                      <a:pt x="441" y="30"/>
                    </a:cubicBezTo>
                    <a:cubicBezTo>
                      <a:pt x="441" y="30"/>
                      <a:pt x="441" y="30"/>
                      <a:pt x="442" y="29"/>
                    </a:cubicBezTo>
                    <a:cubicBezTo>
                      <a:pt x="441" y="30"/>
                      <a:pt x="440" y="29"/>
                      <a:pt x="439" y="29"/>
                    </a:cubicBezTo>
                    <a:cubicBezTo>
                      <a:pt x="441" y="30"/>
                      <a:pt x="441" y="30"/>
                      <a:pt x="441" y="30"/>
                    </a:cubicBezTo>
                    <a:cubicBezTo>
                      <a:pt x="440" y="31"/>
                      <a:pt x="440" y="31"/>
                      <a:pt x="440" y="31"/>
                    </a:cubicBezTo>
                    <a:cubicBezTo>
                      <a:pt x="438" y="30"/>
                      <a:pt x="436" y="31"/>
                      <a:pt x="435" y="29"/>
                    </a:cubicBezTo>
                    <a:cubicBezTo>
                      <a:pt x="437" y="26"/>
                      <a:pt x="444" y="30"/>
                      <a:pt x="447" y="29"/>
                    </a:cubicBezTo>
                    <a:cubicBezTo>
                      <a:pt x="418" y="23"/>
                      <a:pt x="387" y="20"/>
                      <a:pt x="357" y="17"/>
                    </a:cubicBezTo>
                    <a:cubicBezTo>
                      <a:pt x="240" y="10"/>
                      <a:pt x="240" y="10"/>
                      <a:pt x="240" y="10"/>
                    </a:cubicBezTo>
                    <a:cubicBezTo>
                      <a:pt x="206" y="7"/>
                      <a:pt x="206" y="7"/>
                      <a:pt x="206" y="7"/>
                    </a:cubicBezTo>
                    <a:cubicBezTo>
                      <a:pt x="209" y="7"/>
                      <a:pt x="209" y="7"/>
                      <a:pt x="209" y="7"/>
                    </a:cubicBezTo>
                    <a:cubicBezTo>
                      <a:pt x="250" y="8"/>
                      <a:pt x="292" y="10"/>
                      <a:pt x="331" y="12"/>
                    </a:cubicBezTo>
                    <a:cubicBezTo>
                      <a:pt x="308" y="9"/>
                      <a:pt x="287" y="8"/>
                      <a:pt x="265" y="6"/>
                    </a:cubicBezTo>
                    <a:cubicBezTo>
                      <a:pt x="222" y="4"/>
                      <a:pt x="178" y="2"/>
                      <a:pt x="136" y="3"/>
                    </a:cubicBezTo>
                    <a:cubicBezTo>
                      <a:pt x="133" y="2"/>
                      <a:pt x="129" y="0"/>
                      <a:pt x="126" y="2"/>
                    </a:cubicBezTo>
                    <a:cubicBezTo>
                      <a:pt x="120" y="1"/>
                      <a:pt x="113" y="2"/>
                      <a:pt x="108" y="1"/>
                    </a:cubicBezTo>
                    <a:cubicBezTo>
                      <a:pt x="106" y="4"/>
                      <a:pt x="101" y="2"/>
                      <a:pt x="98" y="2"/>
                    </a:cubicBezTo>
                    <a:cubicBezTo>
                      <a:pt x="84" y="2"/>
                      <a:pt x="69" y="1"/>
                      <a:pt x="55" y="3"/>
                    </a:cubicBezTo>
                    <a:cubicBezTo>
                      <a:pt x="53" y="4"/>
                      <a:pt x="48" y="2"/>
                      <a:pt x="47" y="3"/>
                    </a:cubicBezTo>
                    <a:cubicBezTo>
                      <a:pt x="50" y="5"/>
                      <a:pt x="55" y="4"/>
                      <a:pt x="59" y="5"/>
                    </a:cubicBezTo>
                    <a:cubicBezTo>
                      <a:pt x="59" y="6"/>
                      <a:pt x="59" y="6"/>
                      <a:pt x="59" y="6"/>
                    </a:cubicBezTo>
                    <a:cubicBezTo>
                      <a:pt x="55" y="5"/>
                      <a:pt x="51" y="7"/>
                      <a:pt x="48" y="5"/>
                    </a:cubicBezTo>
                    <a:cubicBezTo>
                      <a:pt x="43" y="6"/>
                      <a:pt x="37" y="3"/>
                      <a:pt x="34" y="7"/>
                    </a:cubicBezTo>
                    <a:cubicBezTo>
                      <a:pt x="28" y="9"/>
                      <a:pt x="21" y="9"/>
                      <a:pt x="16" y="15"/>
                    </a:cubicBezTo>
                    <a:cubicBezTo>
                      <a:pt x="17" y="16"/>
                      <a:pt x="17" y="16"/>
                      <a:pt x="17" y="16"/>
                    </a:cubicBezTo>
                    <a:cubicBezTo>
                      <a:pt x="23" y="21"/>
                      <a:pt x="28" y="16"/>
                      <a:pt x="34" y="20"/>
                    </a:cubicBezTo>
                    <a:cubicBezTo>
                      <a:pt x="29" y="21"/>
                      <a:pt x="23" y="20"/>
                      <a:pt x="18" y="20"/>
                    </a:cubicBezTo>
                    <a:cubicBezTo>
                      <a:pt x="15" y="21"/>
                      <a:pt x="11" y="20"/>
                      <a:pt x="10" y="22"/>
                    </a:cubicBezTo>
                    <a:cubicBezTo>
                      <a:pt x="17" y="22"/>
                      <a:pt x="24" y="24"/>
                      <a:pt x="30" y="26"/>
                    </a:cubicBezTo>
                    <a:cubicBezTo>
                      <a:pt x="29" y="27"/>
                      <a:pt x="29" y="28"/>
                      <a:pt x="30" y="30"/>
                    </a:cubicBezTo>
                    <a:cubicBezTo>
                      <a:pt x="27" y="30"/>
                      <a:pt x="22" y="27"/>
                      <a:pt x="19" y="32"/>
                    </a:cubicBezTo>
                    <a:cubicBezTo>
                      <a:pt x="35" y="33"/>
                      <a:pt x="35" y="33"/>
                      <a:pt x="35" y="33"/>
                    </a:cubicBezTo>
                    <a:cubicBezTo>
                      <a:pt x="35" y="34"/>
                      <a:pt x="36" y="35"/>
                      <a:pt x="35" y="35"/>
                    </a:cubicBezTo>
                    <a:cubicBezTo>
                      <a:pt x="29" y="33"/>
                      <a:pt x="25" y="39"/>
                      <a:pt x="22" y="38"/>
                    </a:cubicBezTo>
                    <a:cubicBezTo>
                      <a:pt x="22" y="39"/>
                      <a:pt x="22" y="39"/>
                      <a:pt x="22" y="39"/>
                    </a:cubicBezTo>
                    <a:cubicBezTo>
                      <a:pt x="21" y="42"/>
                      <a:pt x="17" y="40"/>
                      <a:pt x="15" y="41"/>
                    </a:cubicBezTo>
                    <a:cubicBezTo>
                      <a:pt x="21" y="42"/>
                      <a:pt x="21" y="42"/>
                      <a:pt x="21" y="42"/>
                    </a:cubicBezTo>
                    <a:cubicBezTo>
                      <a:pt x="18" y="43"/>
                      <a:pt x="16" y="45"/>
                      <a:pt x="13" y="44"/>
                    </a:cubicBezTo>
                    <a:cubicBezTo>
                      <a:pt x="14" y="45"/>
                      <a:pt x="15" y="44"/>
                      <a:pt x="15" y="45"/>
                    </a:cubicBezTo>
                    <a:cubicBezTo>
                      <a:pt x="14" y="46"/>
                      <a:pt x="14" y="46"/>
                      <a:pt x="14" y="46"/>
                    </a:cubicBezTo>
                    <a:cubicBezTo>
                      <a:pt x="15" y="46"/>
                      <a:pt x="17" y="47"/>
                      <a:pt x="16" y="48"/>
                    </a:cubicBezTo>
                    <a:cubicBezTo>
                      <a:pt x="19" y="49"/>
                      <a:pt x="21" y="49"/>
                      <a:pt x="23" y="50"/>
                    </a:cubicBezTo>
                    <a:cubicBezTo>
                      <a:pt x="27" y="50"/>
                      <a:pt x="31" y="51"/>
                      <a:pt x="33" y="54"/>
                    </a:cubicBezTo>
                    <a:cubicBezTo>
                      <a:pt x="28" y="55"/>
                      <a:pt x="24" y="53"/>
                      <a:pt x="19" y="53"/>
                    </a:cubicBezTo>
                    <a:cubicBezTo>
                      <a:pt x="21" y="51"/>
                      <a:pt x="23" y="53"/>
                      <a:pt x="25" y="52"/>
                    </a:cubicBezTo>
                    <a:cubicBezTo>
                      <a:pt x="25" y="52"/>
                      <a:pt x="25" y="52"/>
                      <a:pt x="25" y="52"/>
                    </a:cubicBezTo>
                    <a:cubicBezTo>
                      <a:pt x="22" y="52"/>
                      <a:pt x="17" y="50"/>
                      <a:pt x="16" y="53"/>
                    </a:cubicBezTo>
                    <a:cubicBezTo>
                      <a:pt x="13" y="53"/>
                      <a:pt x="7" y="52"/>
                      <a:pt x="5" y="56"/>
                    </a:cubicBezTo>
                    <a:cubicBezTo>
                      <a:pt x="6" y="58"/>
                      <a:pt x="7" y="57"/>
                      <a:pt x="9" y="57"/>
                    </a:cubicBezTo>
                    <a:cubicBezTo>
                      <a:pt x="11" y="61"/>
                      <a:pt x="17" y="58"/>
                      <a:pt x="20" y="61"/>
                    </a:cubicBezTo>
                    <a:cubicBezTo>
                      <a:pt x="17" y="63"/>
                      <a:pt x="17" y="63"/>
                      <a:pt x="17" y="63"/>
                    </a:cubicBezTo>
                    <a:cubicBezTo>
                      <a:pt x="16" y="64"/>
                      <a:pt x="18" y="66"/>
                      <a:pt x="17" y="67"/>
                    </a:cubicBezTo>
                    <a:cubicBezTo>
                      <a:pt x="4" y="65"/>
                      <a:pt x="4" y="65"/>
                      <a:pt x="4" y="65"/>
                    </a:cubicBezTo>
                    <a:cubicBezTo>
                      <a:pt x="4" y="65"/>
                      <a:pt x="4" y="65"/>
                      <a:pt x="4" y="65"/>
                    </a:cubicBezTo>
                    <a:cubicBezTo>
                      <a:pt x="0" y="65"/>
                      <a:pt x="0" y="65"/>
                      <a:pt x="0" y="65"/>
                    </a:cubicBezTo>
                    <a:cubicBezTo>
                      <a:pt x="0" y="66"/>
                      <a:pt x="3" y="68"/>
                      <a:pt x="1" y="69"/>
                    </a:cubicBezTo>
                    <a:cubicBezTo>
                      <a:pt x="1" y="69"/>
                      <a:pt x="1" y="69"/>
                      <a:pt x="1" y="69"/>
                    </a:cubicBezTo>
                    <a:cubicBezTo>
                      <a:pt x="2" y="69"/>
                      <a:pt x="2" y="69"/>
                      <a:pt x="2" y="69"/>
                    </a:cubicBezTo>
                    <a:cubicBezTo>
                      <a:pt x="3" y="69"/>
                      <a:pt x="3" y="70"/>
                      <a:pt x="4" y="70"/>
                    </a:cubicBezTo>
                    <a:cubicBezTo>
                      <a:pt x="4" y="71"/>
                      <a:pt x="4" y="71"/>
                      <a:pt x="3" y="71"/>
                    </a:cubicBezTo>
                    <a:cubicBezTo>
                      <a:pt x="4" y="74"/>
                      <a:pt x="9" y="71"/>
                      <a:pt x="9" y="74"/>
                    </a:cubicBezTo>
                    <a:cubicBezTo>
                      <a:pt x="14" y="75"/>
                      <a:pt x="19" y="75"/>
                      <a:pt x="22" y="77"/>
                    </a:cubicBezTo>
                    <a:cubicBezTo>
                      <a:pt x="21" y="78"/>
                      <a:pt x="19" y="77"/>
                      <a:pt x="17" y="78"/>
                    </a:cubicBezTo>
                    <a:cubicBezTo>
                      <a:pt x="18" y="82"/>
                      <a:pt x="27" y="80"/>
                      <a:pt x="27" y="86"/>
                    </a:cubicBezTo>
                    <a:cubicBezTo>
                      <a:pt x="21" y="86"/>
                      <a:pt x="21" y="86"/>
                      <a:pt x="21" y="86"/>
                    </a:cubicBezTo>
                    <a:cubicBezTo>
                      <a:pt x="21" y="86"/>
                      <a:pt x="19" y="88"/>
                      <a:pt x="21" y="89"/>
                    </a:cubicBezTo>
                    <a:cubicBezTo>
                      <a:pt x="21" y="89"/>
                      <a:pt x="21" y="89"/>
                      <a:pt x="20" y="90"/>
                    </a:cubicBezTo>
                    <a:cubicBezTo>
                      <a:pt x="24" y="91"/>
                      <a:pt x="27" y="92"/>
                      <a:pt x="31" y="93"/>
                    </a:cubicBezTo>
                    <a:cubicBezTo>
                      <a:pt x="29" y="95"/>
                      <a:pt x="26" y="92"/>
                      <a:pt x="25" y="94"/>
                    </a:cubicBezTo>
                    <a:cubicBezTo>
                      <a:pt x="19" y="92"/>
                      <a:pt x="11" y="92"/>
                      <a:pt x="6" y="90"/>
                    </a:cubicBezTo>
                    <a:cubicBezTo>
                      <a:pt x="6" y="97"/>
                      <a:pt x="6" y="97"/>
                      <a:pt x="6" y="97"/>
                    </a:cubicBezTo>
                    <a:cubicBezTo>
                      <a:pt x="10" y="98"/>
                      <a:pt x="13" y="101"/>
                      <a:pt x="17" y="101"/>
                    </a:cubicBezTo>
                    <a:cubicBezTo>
                      <a:pt x="22" y="100"/>
                      <a:pt x="20" y="105"/>
                      <a:pt x="23" y="105"/>
                    </a:cubicBezTo>
                    <a:cubicBezTo>
                      <a:pt x="21" y="106"/>
                      <a:pt x="21" y="106"/>
                      <a:pt x="21" y="106"/>
                    </a:cubicBezTo>
                    <a:cubicBezTo>
                      <a:pt x="42" y="115"/>
                      <a:pt x="69" y="116"/>
                      <a:pt x="93" y="118"/>
                    </a:cubicBezTo>
                    <a:cubicBezTo>
                      <a:pt x="102" y="118"/>
                      <a:pt x="111" y="118"/>
                      <a:pt x="120" y="118"/>
                    </a:cubicBezTo>
                    <a:cubicBezTo>
                      <a:pt x="205" y="120"/>
                      <a:pt x="205" y="120"/>
                      <a:pt x="205" y="120"/>
                    </a:cubicBezTo>
                    <a:cubicBezTo>
                      <a:pt x="277" y="124"/>
                      <a:pt x="277" y="124"/>
                      <a:pt x="277" y="124"/>
                    </a:cubicBezTo>
                    <a:cubicBezTo>
                      <a:pt x="236" y="120"/>
                      <a:pt x="188" y="118"/>
                      <a:pt x="142" y="118"/>
                    </a:cubicBezTo>
                    <a:cubicBezTo>
                      <a:pt x="141" y="117"/>
                      <a:pt x="141" y="117"/>
                      <a:pt x="141" y="117"/>
                    </a:cubicBezTo>
                    <a:cubicBezTo>
                      <a:pt x="157" y="116"/>
                      <a:pt x="173" y="117"/>
                      <a:pt x="190" y="117"/>
                    </a:cubicBezTo>
                    <a:cubicBezTo>
                      <a:pt x="297" y="123"/>
                      <a:pt x="297" y="123"/>
                      <a:pt x="297" y="123"/>
                    </a:cubicBezTo>
                    <a:cubicBezTo>
                      <a:pt x="279" y="120"/>
                      <a:pt x="259" y="120"/>
                      <a:pt x="241" y="119"/>
                    </a:cubicBezTo>
                    <a:cubicBezTo>
                      <a:pt x="175" y="113"/>
                      <a:pt x="113" y="119"/>
                      <a:pt x="48" y="109"/>
                    </a:cubicBezTo>
                    <a:cubicBezTo>
                      <a:pt x="49" y="108"/>
                      <a:pt x="49" y="108"/>
                      <a:pt x="49" y="108"/>
                    </a:cubicBezTo>
                    <a:cubicBezTo>
                      <a:pt x="84" y="111"/>
                      <a:pt x="84" y="111"/>
                      <a:pt x="84" y="111"/>
                    </a:cubicBezTo>
                    <a:cubicBezTo>
                      <a:pt x="147" y="110"/>
                      <a:pt x="213" y="111"/>
                      <a:pt x="276" y="116"/>
                    </a:cubicBezTo>
                    <a:cubicBezTo>
                      <a:pt x="279" y="114"/>
                      <a:pt x="285" y="114"/>
                      <a:pt x="288" y="116"/>
                    </a:cubicBezTo>
                    <a:cubicBezTo>
                      <a:pt x="291" y="114"/>
                      <a:pt x="300" y="115"/>
                      <a:pt x="303" y="117"/>
                    </a:cubicBezTo>
                    <a:cubicBezTo>
                      <a:pt x="303" y="116"/>
                      <a:pt x="303" y="116"/>
                      <a:pt x="303" y="116"/>
                    </a:cubicBezTo>
                    <a:cubicBezTo>
                      <a:pt x="336" y="118"/>
                      <a:pt x="336" y="118"/>
                      <a:pt x="336" y="118"/>
                    </a:cubicBezTo>
                    <a:cubicBezTo>
                      <a:pt x="428" y="124"/>
                      <a:pt x="428" y="124"/>
                      <a:pt x="428" y="124"/>
                    </a:cubicBezTo>
                    <a:cubicBezTo>
                      <a:pt x="436" y="123"/>
                      <a:pt x="436" y="123"/>
                      <a:pt x="436" y="123"/>
                    </a:cubicBezTo>
                    <a:cubicBezTo>
                      <a:pt x="440" y="123"/>
                      <a:pt x="444" y="123"/>
                      <a:pt x="447" y="122"/>
                    </a:cubicBezTo>
                    <a:cubicBezTo>
                      <a:pt x="439" y="120"/>
                      <a:pt x="429" y="120"/>
                      <a:pt x="420" y="120"/>
                    </a:cubicBezTo>
                    <a:cubicBezTo>
                      <a:pt x="419" y="119"/>
                      <a:pt x="419" y="119"/>
                      <a:pt x="419" y="119"/>
                    </a:cubicBezTo>
                    <a:cubicBezTo>
                      <a:pt x="426" y="117"/>
                      <a:pt x="434" y="120"/>
                      <a:pt x="440" y="119"/>
                    </a:cubicBezTo>
                    <a:cubicBezTo>
                      <a:pt x="455" y="119"/>
                      <a:pt x="472" y="121"/>
                      <a:pt x="483" y="115"/>
                    </a:cubicBezTo>
                    <a:cubicBezTo>
                      <a:pt x="470" y="116"/>
                      <a:pt x="470" y="116"/>
                      <a:pt x="470" y="116"/>
                    </a:cubicBezTo>
                    <a:cubicBezTo>
                      <a:pt x="467" y="116"/>
                      <a:pt x="463" y="116"/>
                      <a:pt x="461" y="115"/>
                    </a:cubicBezTo>
                    <a:cubicBezTo>
                      <a:pt x="459" y="112"/>
                      <a:pt x="463" y="113"/>
                      <a:pt x="464" y="112"/>
                    </a:cubicBezTo>
                    <a:cubicBezTo>
                      <a:pt x="452" y="111"/>
                      <a:pt x="452" y="111"/>
                      <a:pt x="452" y="111"/>
                    </a:cubicBezTo>
                    <a:cubicBezTo>
                      <a:pt x="446" y="111"/>
                      <a:pt x="436" y="112"/>
                      <a:pt x="432" y="107"/>
                    </a:cubicBezTo>
                    <a:cubicBezTo>
                      <a:pt x="433" y="107"/>
                      <a:pt x="436" y="108"/>
                      <a:pt x="437" y="108"/>
                    </a:cubicBezTo>
                    <a:cubicBezTo>
                      <a:pt x="442" y="105"/>
                      <a:pt x="447" y="108"/>
                      <a:pt x="451" y="107"/>
                    </a:cubicBezTo>
                    <a:cubicBezTo>
                      <a:pt x="441" y="106"/>
                      <a:pt x="432" y="104"/>
                      <a:pt x="422" y="102"/>
                    </a:cubicBezTo>
                    <a:cubicBezTo>
                      <a:pt x="438" y="103"/>
                      <a:pt x="456" y="104"/>
                      <a:pt x="472" y="106"/>
                    </a:cubicBezTo>
                    <a:cubicBezTo>
                      <a:pt x="471" y="107"/>
                      <a:pt x="471" y="107"/>
                      <a:pt x="471" y="107"/>
                    </a:cubicBezTo>
                    <a:lnTo>
                      <a:pt x="477" y="107"/>
                    </a:lnTo>
                    <a:close/>
                    <a:moveTo>
                      <a:pt x="432" y="27"/>
                    </a:moveTo>
                    <a:cubicBezTo>
                      <a:pt x="433" y="27"/>
                      <a:pt x="433" y="28"/>
                      <a:pt x="434" y="28"/>
                    </a:cubicBezTo>
                    <a:cubicBezTo>
                      <a:pt x="434" y="28"/>
                      <a:pt x="434" y="27"/>
                      <a:pt x="434" y="27"/>
                    </a:cubicBezTo>
                    <a:cubicBezTo>
                      <a:pt x="434" y="27"/>
                      <a:pt x="434" y="28"/>
                      <a:pt x="434" y="28"/>
                    </a:cubicBezTo>
                    <a:cubicBezTo>
                      <a:pt x="434" y="28"/>
                      <a:pt x="433" y="27"/>
                      <a:pt x="432" y="27"/>
                    </a:cubicBezTo>
                    <a:cubicBezTo>
                      <a:pt x="431" y="27"/>
                      <a:pt x="431" y="27"/>
                      <a:pt x="430" y="28"/>
                    </a:cubicBezTo>
                    <a:cubicBezTo>
                      <a:pt x="431" y="29"/>
                      <a:pt x="431" y="29"/>
                      <a:pt x="431" y="29"/>
                    </a:cubicBezTo>
                    <a:cubicBezTo>
                      <a:pt x="429" y="29"/>
                      <a:pt x="429" y="29"/>
                      <a:pt x="429" y="29"/>
                    </a:cubicBezTo>
                    <a:cubicBezTo>
                      <a:pt x="429" y="27"/>
                      <a:pt x="431" y="27"/>
                      <a:pt x="432" y="27"/>
                    </a:cubicBezTo>
                    <a:close/>
                    <a:moveTo>
                      <a:pt x="424" y="26"/>
                    </a:moveTo>
                    <a:cubicBezTo>
                      <a:pt x="425" y="29"/>
                      <a:pt x="421" y="27"/>
                      <a:pt x="420" y="26"/>
                    </a:cubicBezTo>
                    <a:lnTo>
                      <a:pt x="424" y="26"/>
                    </a:lnTo>
                    <a:close/>
                    <a:moveTo>
                      <a:pt x="6" y="71"/>
                    </a:moveTo>
                    <a:cubicBezTo>
                      <a:pt x="8" y="71"/>
                      <a:pt x="8" y="71"/>
                      <a:pt x="8" y="71"/>
                    </a:cubicBezTo>
                    <a:cubicBezTo>
                      <a:pt x="8" y="71"/>
                      <a:pt x="6" y="73"/>
                      <a:pt x="6" y="71"/>
                    </a:cubicBezTo>
                    <a:close/>
                    <a:moveTo>
                      <a:pt x="384" y="108"/>
                    </a:moveTo>
                    <a:cubicBezTo>
                      <a:pt x="385" y="108"/>
                      <a:pt x="385" y="108"/>
                      <a:pt x="385" y="108"/>
                    </a:cubicBezTo>
                    <a:cubicBezTo>
                      <a:pt x="418" y="111"/>
                      <a:pt x="418" y="111"/>
                      <a:pt x="418" y="111"/>
                    </a:cubicBezTo>
                    <a:lnTo>
                      <a:pt x="384" y="108"/>
                    </a:lnTo>
                    <a:close/>
                    <a:moveTo>
                      <a:pt x="456" y="113"/>
                    </a:moveTo>
                    <a:cubicBezTo>
                      <a:pt x="456" y="112"/>
                      <a:pt x="457" y="112"/>
                      <a:pt x="458" y="112"/>
                    </a:cubicBezTo>
                    <a:cubicBezTo>
                      <a:pt x="458" y="113"/>
                      <a:pt x="457" y="113"/>
                      <a:pt x="456" y="113"/>
                    </a:cubicBezTo>
                    <a:cubicBezTo>
                      <a:pt x="456" y="113"/>
                      <a:pt x="455" y="113"/>
                      <a:pt x="455" y="113"/>
                    </a:cubicBezTo>
                    <a:cubicBezTo>
                      <a:pt x="455" y="113"/>
                      <a:pt x="456" y="113"/>
                      <a:pt x="456" y="113"/>
                    </a:cubicBezTo>
                    <a:close/>
                    <a:moveTo>
                      <a:pt x="426" y="108"/>
                    </a:moveTo>
                    <a:cubicBezTo>
                      <a:pt x="430" y="109"/>
                      <a:pt x="430" y="109"/>
                      <a:pt x="430" y="109"/>
                    </a:cubicBezTo>
                    <a:cubicBezTo>
                      <a:pt x="425" y="109"/>
                      <a:pt x="425" y="109"/>
                      <a:pt x="425" y="109"/>
                    </a:cubicBezTo>
                    <a:lnTo>
                      <a:pt x="426" y="10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2" name="Freeform 702"/>
              <p:cNvSpPr/>
              <p:nvPr/>
            </p:nvSpPr>
            <p:spPr bwMode="auto">
              <a:xfrm>
                <a:off x="1479550" y="-2003425"/>
                <a:ext cx="71438" cy="6350"/>
              </a:xfrm>
              <a:custGeom>
                <a:avLst/>
                <a:gdLst>
                  <a:gd name="T0" fmla="*/ 2 w 45"/>
                  <a:gd name="T1" fmla="*/ 0 h 4"/>
                  <a:gd name="T2" fmla="*/ 0 w 45"/>
                  <a:gd name="T3" fmla="*/ 0 h 4"/>
                  <a:gd name="T4" fmla="*/ 45 w 45"/>
                  <a:gd name="T5" fmla="*/ 4 h 4"/>
                  <a:gd name="T6" fmla="*/ 2 w 45"/>
                  <a:gd name="T7" fmla="*/ 0 h 4"/>
                </a:gdLst>
                <a:ahLst/>
                <a:cxnLst>
                  <a:cxn ang="0">
                    <a:pos x="T0" y="T1"/>
                  </a:cxn>
                  <a:cxn ang="0">
                    <a:pos x="T2" y="T3"/>
                  </a:cxn>
                  <a:cxn ang="0">
                    <a:pos x="T4" y="T5"/>
                  </a:cxn>
                  <a:cxn ang="0">
                    <a:pos x="T6" y="T7"/>
                  </a:cxn>
                </a:cxnLst>
                <a:rect l="0" t="0" r="r" b="b"/>
                <a:pathLst>
                  <a:path w="45" h="4">
                    <a:moveTo>
                      <a:pt x="2" y="0"/>
                    </a:moveTo>
                    <a:lnTo>
                      <a:pt x="0" y="0"/>
                    </a:lnTo>
                    <a:lnTo>
                      <a:pt x="45" y="4"/>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3" name="Freeform 703"/>
              <p:cNvSpPr/>
              <p:nvPr/>
            </p:nvSpPr>
            <p:spPr bwMode="auto">
              <a:xfrm>
                <a:off x="150813" y="-2101850"/>
                <a:ext cx="22225" cy="4763"/>
              </a:xfrm>
              <a:custGeom>
                <a:avLst/>
                <a:gdLst>
                  <a:gd name="T0" fmla="*/ 4 w 14"/>
                  <a:gd name="T1" fmla="*/ 0 h 3"/>
                  <a:gd name="T2" fmla="*/ 0 w 14"/>
                  <a:gd name="T3" fmla="*/ 3 h 3"/>
                  <a:gd name="T4" fmla="*/ 14 w 14"/>
                  <a:gd name="T5" fmla="*/ 3 h 3"/>
                  <a:gd name="T6" fmla="*/ 4 w 14"/>
                  <a:gd name="T7" fmla="*/ 0 h 3"/>
                </a:gdLst>
                <a:ahLst/>
                <a:cxnLst>
                  <a:cxn ang="0">
                    <a:pos x="T0" y="T1"/>
                  </a:cxn>
                  <a:cxn ang="0">
                    <a:pos x="T2" y="T3"/>
                  </a:cxn>
                  <a:cxn ang="0">
                    <a:pos x="T4" y="T5"/>
                  </a:cxn>
                  <a:cxn ang="0">
                    <a:pos x="T6" y="T7"/>
                  </a:cxn>
                </a:cxnLst>
                <a:rect l="0" t="0" r="r" b="b"/>
                <a:pathLst>
                  <a:path w="14" h="3">
                    <a:moveTo>
                      <a:pt x="4" y="0"/>
                    </a:moveTo>
                    <a:lnTo>
                      <a:pt x="0" y="3"/>
                    </a:lnTo>
                    <a:lnTo>
                      <a:pt x="14" y="3"/>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4" name="Freeform 704"/>
              <p:cNvSpPr/>
              <p:nvPr/>
            </p:nvSpPr>
            <p:spPr bwMode="auto">
              <a:xfrm>
                <a:off x="179388" y="-2105025"/>
                <a:ext cx="57150" cy="19050"/>
              </a:xfrm>
              <a:custGeom>
                <a:avLst/>
                <a:gdLst>
                  <a:gd name="T0" fmla="*/ 15 w 15"/>
                  <a:gd name="T1" fmla="*/ 5 h 5"/>
                  <a:gd name="T2" fmla="*/ 9 w 15"/>
                  <a:gd name="T3" fmla="*/ 4 h 5"/>
                  <a:gd name="T4" fmla="*/ 0 w 15"/>
                  <a:gd name="T5" fmla="*/ 3 h 5"/>
                  <a:gd name="T6" fmla="*/ 15 w 15"/>
                  <a:gd name="T7" fmla="*/ 5 h 5"/>
                </a:gdLst>
                <a:ahLst/>
                <a:cxnLst>
                  <a:cxn ang="0">
                    <a:pos x="T0" y="T1"/>
                  </a:cxn>
                  <a:cxn ang="0">
                    <a:pos x="T2" y="T3"/>
                  </a:cxn>
                  <a:cxn ang="0">
                    <a:pos x="T4" y="T5"/>
                  </a:cxn>
                  <a:cxn ang="0">
                    <a:pos x="T6" y="T7"/>
                  </a:cxn>
                </a:cxnLst>
                <a:rect l="0" t="0" r="r" b="b"/>
                <a:pathLst>
                  <a:path w="15" h="5">
                    <a:moveTo>
                      <a:pt x="15" y="5"/>
                    </a:moveTo>
                    <a:cubicBezTo>
                      <a:pt x="9" y="4"/>
                      <a:pt x="9" y="4"/>
                      <a:pt x="9" y="4"/>
                    </a:cubicBezTo>
                    <a:cubicBezTo>
                      <a:pt x="6" y="3"/>
                      <a:pt x="1" y="0"/>
                      <a:pt x="0" y="3"/>
                    </a:cubicBezTo>
                    <a:cubicBezTo>
                      <a:pt x="5" y="3"/>
                      <a:pt x="10" y="5"/>
                      <a:pt x="1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5" name="Freeform 705"/>
              <p:cNvSpPr/>
              <p:nvPr/>
            </p:nvSpPr>
            <p:spPr bwMode="auto">
              <a:xfrm>
                <a:off x="247650" y="-2090738"/>
                <a:ext cx="19050" cy="0"/>
              </a:xfrm>
              <a:custGeom>
                <a:avLst/>
                <a:gdLst>
                  <a:gd name="T0" fmla="*/ 5 w 12"/>
                  <a:gd name="T1" fmla="*/ 0 w 12"/>
                  <a:gd name="T2" fmla="*/ 12 w 12"/>
                  <a:gd name="T3" fmla="*/ 5 w 12"/>
                </a:gdLst>
                <a:ahLst/>
                <a:cxnLst>
                  <a:cxn ang="0">
                    <a:pos x="T0" y="0"/>
                  </a:cxn>
                  <a:cxn ang="0">
                    <a:pos x="T1" y="0"/>
                  </a:cxn>
                  <a:cxn ang="0">
                    <a:pos x="T2" y="0"/>
                  </a:cxn>
                  <a:cxn ang="0">
                    <a:pos x="T3" y="0"/>
                  </a:cxn>
                </a:cxnLst>
                <a:rect l="0" t="0" r="r" b="b"/>
                <a:pathLst>
                  <a:path w="12">
                    <a:moveTo>
                      <a:pt x="5" y="0"/>
                    </a:moveTo>
                    <a:lnTo>
                      <a:pt x="0" y="0"/>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6" name="Freeform 706"/>
              <p:cNvSpPr/>
              <p:nvPr/>
            </p:nvSpPr>
            <p:spPr bwMode="auto">
              <a:xfrm>
                <a:off x="138113" y="-2063750"/>
                <a:ext cx="15875" cy="3175"/>
              </a:xfrm>
              <a:custGeom>
                <a:avLst/>
                <a:gdLst>
                  <a:gd name="T0" fmla="*/ 0 w 4"/>
                  <a:gd name="T1" fmla="*/ 1 h 1"/>
                  <a:gd name="T2" fmla="*/ 4 w 4"/>
                  <a:gd name="T3" fmla="*/ 0 h 1"/>
                  <a:gd name="T4" fmla="*/ 0 w 4"/>
                  <a:gd name="T5" fmla="*/ 1 h 1"/>
                </a:gdLst>
                <a:ahLst/>
                <a:cxnLst>
                  <a:cxn ang="0">
                    <a:pos x="T0" y="T1"/>
                  </a:cxn>
                  <a:cxn ang="0">
                    <a:pos x="T2" y="T3"/>
                  </a:cxn>
                  <a:cxn ang="0">
                    <a:pos x="T4" y="T5"/>
                  </a:cxn>
                </a:cxnLst>
                <a:rect l="0" t="0" r="r" b="b"/>
                <a:pathLst>
                  <a:path w="4" h="1">
                    <a:moveTo>
                      <a:pt x="0" y="1"/>
                    </a:moveTo>
                    <a:cubicBezTo>
                      <a:pt x="1" y="0"/>
                      <a:pt x="3" y="1"/>
                      <a:pt x="4" y="0"/>
                    </a:cubicBezTo>
                    <a:cubicBezTo>
                      <a:pt x="3" y="0"/>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7" name="Freeform 707"/>
              <p:cNvSpPr/>
              <p:nvPr/>
            </p:nvSpPr>
            <p:spPr bwMode="auto">
              <a:xfrm>
                <a:off x="7938" y="-1951038"/>
                <a:ext cx="3175" cy="3175"/>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cubicBezTo>
                      <a:pt x="1" y="1"/>
                      <a:pt x="1" y="1"/>
                      <a:pt x="1" y="1"/>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8" name="Freeform 708"/>
              <p:cNvSpPr/>
              <p:nvPr/>
            </p:nvSpPr>
            <p:spPr bwMode="auto">
              <a:xfrm>
                <a:off x="41275" y="-1890713"/>
                <a:ext cx="7938" cy="3175"/>
              </a:xfrm>
              <a:custGeom>
                <a:avLst/>
                <a:gdLst>
                  <a:gd name="T0" fmla="*/ 2 w 2"/>
                  <a:gd name="T1" fmla="*/ 0 h 1"/>
                  <a:gd name="T2" fmla="*/ 0 w 2"/>
                  <a:gd name="T3" fmla="*/ 1 h 1"/>
                  <a:gd name="T4" fmla="*/ 2 w 2"/>
                  <a:gd name="T5" fmla="*/ 0 h 1"/>
                </a:gdLst>
                <a:ahLst/>
                <a:cxnLst>
                  <a:cxn ang="0">
                    <a:pos x="T0" y="T1"/>
                  </a:cxn>
                  <a:cxn ang="0">
                    <a:pos x="T2" y="T3"/>
                  </a:cxn>
                  <a:cxn ang="0">
                    <a:pos x="T4" y="T5"/>
                  </a:cxn>
                </a:cxnLst>
                <a:rect l="0" t="0" r="r" b="b"/>
                <a:pathLst>
                  <a:path w="2" h="1">
                    <a:moveTo>
                      <a:pt x="2" y="0"/>
                    </a:moveTo>
                    <a:cubicBezTo>
                      <a:pt x="2" y="0"/>
                      <a:pt x="1" y="1"/>
                      <a:pt x="0" y="1"/>
                    </a:cubicBezTo>
                    <a:cubicBezTo>
                      <a:pt x="1" y="1"/>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49" name="Freeform 709"/>
              <p:cNvSpPr/>
              <p:nvPr/>
            </p:nvSpPr>
            <p:spPr bwMode="auto">
              <a:xfrm>
                <a:off x="1092200" y="-1628775"/>
                <a:ext cx="57150" cy="3175"/>
              </a:xfrm>
              <a:custGeom>
                <a:avLst/>
                <a:gdLst>
                  <a:gd name="T0" fmla="*/ 0 w 36"/>
                  <a:gd name="T1" fmla="*/ 0 h 2"/>
                  <a:gd name="T2" fmla="*/ 36 w 36"/>
                  <a:gd name="T3" fmla="*/ 2 h 2"/>
                  <a:gd name="T4" fmla="*/ 14 w 36"/>
                  <a:gd name="T5" fmla="*/ 0 h 2"/>
                  <a:gd name="T6" fmla="*/ 0 w 36"/>
                  <a:gd name="T7" fmla="*/ 0 h 2"/>
                </a:gdLst>
                <a:ahLst/>
                <a:cxnLst>
                  <a:cxn ang="0">
                    <a:pos x="T0" y="T1"/>
                  </a:cxn>
                  <a:cxn ang="0">
                    <a:pos x="T2" y="T3"/>
                  </a:cxn>
                  <a:cxn ang="0">
                    <a:pos x="T4" y="T5"/>
                  </a:cxn>
                  <a:cxn ang="0">
                    <a:pos x="T6" y="T7"/>
                  </a:cxn>
                </a:cxnLst>
                <a:rect l="0" t="0" r="r" b="b"/>
                <a:pathLst>
                  <a:path w="36" h="2">
                    <a:moveTo>
                      <a:pt x="0" y="0"/>
                    </a:moveTo>
                    <a:lnTo>
                      <a:pt x="36" y="2"/>
                    </a:lnTo>
                    <a:lnTo>
                      <a:pt x="14"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0" name="Freeform 710"/>
              <p:cNvSpPr/>
              <p:nvPr/>
            </p:nvSpPr>
            <p:spPr bwMode="auto">
              <a:xfrm>
                <a:off x="1201738" y="-1620838"/>
                <a:ext cx="19050" cy="3175"/>
              </a:xfrm>
              <a:custGeom>
                <a:avLst/>
                <a:gdLst>
                  <a:gd name="T0" fmla="*/ 0 w 5"/>
                  <a:gd name="T1" fmla="*/ 0 h 1"/>
                  <a:gd name="T2" fmla="*/ 5 w 5"/>
                  <a:gd name="T3" fmla="*/ 1 h 1"/>
                  <a:gd name="T4" fmla="*/ 0 w 5"/>
                  <a:gd name="T5" fmla="*/ 0 h 1"/>
                </a:gdLst>
                <a:ahLst/>
                <a:cxnLst>
                  <a:cxn ang="0">
                    <a:pos x="T0" y="T1"/>
                  </a:cxn>
                  <a:cxn ang="0">
                    <a:pos x="T2" y="T3"/>
                  </a:cxn>
                  <a:cxn ang="0">
                    <a:pos x="T4" y="T5"/>
                  </a:cxn>
                </a:cxnLst>
                <a:rect l="0" t="0" r="r" b="b"/>
                <a:pathLst>
                  <a:path w="5" h="1">
                    <a:moveTo>
                      <a:pt x="0" y="0"/>
                    </a:moveTo>
                    <a:cubicBezTo>
                      <a:pt x="5" y="1"/>
                      <a:pt x="5" y="1"/>
                      <a:pt x="5" y="1"/>
                    </a:cubicBezTo>
                    <a:cubicBezTo>
                      <a:pt x="4"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1" name="Freeform 711"/>
              <p:cNvSpPr/>
              <p:nvPr/>
            </p:nvSpPr>
            <p:spPr bwMode="auto">
              <a:xfrm>
                <a:off x="957263" y="-1636713"/>
                <a:ext cx="123825" cy="7938"/>
              </a:xfrm>
              <a:custGeom>
                <a:avLst/>
                <a:gdLst>
                  <a:gd name="T0" fmla="*/ 0 w 33"/>
                  <a:gd name="T1" fmla="*/ 0 h 2"/>
                  <a:gd name="T2" fmla="*/ 33 w 33"/>
                  <a:gd name="T3" fmla="*/ 2 h 2"/>
                  <a:gd name="T4" fmla="*/ 0 w 33"/>
                  <a:gd name="T5" fmla="*/ 0 h 2"/>
                </a:gdLst>
                <a:ahLst/>
                <a:cxnLst>
                  <a:cxn ang="0">
                    <a:pos x="T0" y="T1"/>
                  </a:cxn>
                  <a:cxn ang="0">
                    <a:pos x="T2" y="T3"/>
                  </a:cxn>
                  <a:cxn ang="0">
                    <a:pos x="T4" y="T5"/>
                  </a:cxn>
                </a:cxnLst>
                <a:rect l="0" t="0" r="r" b="b"/>
                <a:pathLst>
                  <a:path w="33" h="2">
                    <a:moveTo>
                      <a:pt x="0" y="0"/>
                    </a:moveTo>
                    <a:cubicBezTo>
                      <a:pt x="11" y="2"/>
                      <a:pt x="22" y="1"/>
                      <a:pt x="33" y="2"/>
                    </a:cubicBezTo>
                    <a:cubicBezTo>
                      <a:pt x="23" y="0"/>
                      <a:pt x="12"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2" name="Freeform 712"/>
              <p:cNvSpPr/>
              <p:nvPr/>
            </p:nvSpPr>
            <p:spPr bwMode="auto">
              <a:xfrm>
                <a:off x="682625" y="-1651000"/>
                <a:ext cx="241300" cy="14288"/>
              </a:xfrm>
              <a:custGeom>
                <a:avLst/>
                <a:gdLst>
                  <a:gd name="T0" fmla="*/ 63 w 64"/>
                  <a:gd name="T1" fmla="*/ 4 h 4"/>
                  <a:gd name="T2" fmla="*/ 64 w 64"/>
                  <a:gd name="T3" fmla="*/ 3 h 4"/>
                  <a:gd name="T4" fmla="*/ 3 w 64"/>
                  <a:gd name="T5" fmla="*/ 0 h 4"/>
                  <a:gd name="T6" fmla="*/ 0 w 64"/>
                  <a:gd name="T7" fmla="*/ 2 h 4"/>
                  <a:gd name="T8" fmla="*/ 63 w 64"/>
                  <a:gd name="T9" fmla="*/ 4 h 4"/>
                </a:gdLst>
                <a:ahLst/>
                <a:cxnLst>
                  <a:cxn ang="0">
                    <a:pos x="T0" y="T1"/>
                  </a:cxn>
                  <a:cxn ang="0">
                    <a:pos x="T2" y="T3"/>
                  </a:cxn>
                  <a:cxn ang="0">
                    <a:pos x="T4" y="T5"/>
                  </a:cxn>
                  <a:cxn ang="0">
                    <a:pos x="T6" y="T7"/>
                  </a:cxn>
                  <a:cxn ang="0">
                    <a:pos x="T8" y="T9"/>
                  </a:cxn>
                </a:cxnLst>
                <a:rect l="0" t="0" r="r" b="b"/>
                <a:pathLst>
                  <a:path w="64" h="4">
                    <a:moveTo>
                      <a:pt x="63" y="4"/>
                    </a:moveTo>
                    <a:cubicBezTo>
                      <a:pt x="64" y="3"/>
                      <a:pt x="64" y="3"/>
                      <a:pt x="64" y="3"/>
                    </a:cubicBezTo>
                    <a:cubicBezTo>
                      <a:pt x="45" y="3"/>
                      <a:pt x="22" y="1"/>
                      <a:pt x="3" y="0"/>
                    </a:cubicBezTo>
                    <a:cubicBezTo>
                      <a:pt x="0" y="2"/>
                      <a:pt x="0" y="2"/>
                      <a:pt x="0" y="2"/>
                    </a:cubicBezTo>
                    <a:cubicBezTo>
                      <a:pt x="21" y="2"/>
                      <a:pt x="42" y="3"/>
                      <a:pt x="6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3" name="Freeform 713"/>
              <p:cNvSpPr/>
              <p:nvPr/>
            </p:nvSpPr>
            <p:spPr bwMode="auto">
              <a:xfrm>
                <a:off x="931863" y="-1639888"/>
                <a:ext cx="17463" cy="3175"/>
              </a:xfrm>
              <a:custGeom>
                <a:avLst/>
                <a:gdLst>
                  <a:gd name="T0" fmla="*/ 5 w 5"/>
                  <a:gd name="T1" fmla="*/ 1 h 1"/>
                  <a:gd name="T2" fmla="*/ 0 w 5"/>
                  <a:gd name="T3" fmla="*/ 1 h 1"/>
                  <a:gd name="T4" fmla="*/ 5 w 5"/>
                  <a:gd name="T5" fmla="*/ 1 h 1"/>
                </a:gdLst>
                <a:ahLst/>
                <a:cxnLst>
                  <a:cxn ang="0">
                    <a:pos x="T0" y="T1"/>
                  </a:cxn>
                  <a:cxn ang="0">
                    <a:pos x="T2" y="T3"/>
                  </a:cxn>
                  <a:cxn ang="0">
                    <a:pos x="T4" y="T5"/>
                  </a:cxn>
                </a:cxnLst>
                <a:rect l="0" t="0" r="r" b="b"/>
                <a:pathLst>
                  <a:path w="5" h="1">
                    <a:moveTo>
                      <a:pt x="5" y="1"/>
                    </a:moveTo>
                    <a:cubicBezTo>
                      <a:pt x="4" y="0"/>
                      <a:pt x="1" y="0"/>
                      <a:pt x="0" y="1"/>
                    </a:cubicBezTo>
                    <a:lnTo>
                      <a:pt x="5"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4" name="Freeform 714"/>
              <p:cNvSpPr/>
              <p:nvPr/>
            </p:nvSpPr>
            <p:spPr bwMode="auto">
              <a:xfrm>
                <a:off x="1227138" y="-1606550"/>
                <a:ext cx="38100" cy="4763"/>
              </a:xfrm>
              <a:custGeom>
                <a:avLst/>
                <a:gdLst>
                  <a:gd name="T0" fmla="*/ 0 w 10"/>
                  <a:gd name="T1" fmla="*/ 0 h 1"/>
                  <a:gd name="T2" fmla="*/ 10 w 10"/>
                  <a:gd name="T3" fmla="*/ 1 h 1"/>
                  <a:gd name="T4" fmla="*/ 0 w 10"/>
                  <a:gd name="T5" fmla="*/ 0 h 1"/>
                </a:gdLst>
                <a:ahLst/>
                <a:cxnLst>
                  <a:cxn ang="0">
                    <a:pos x="T0" y="T1"/>
                  </a:cxn>
                  <a:cxn ang="0">
                    <a:pos x="T2" y="T3"/>
                  </a:cxn>
                  <a:cxn ang="0">
                    <a:pos x="T4" y="T5"/>
                  </a:cxn>
                </a:cxnLst>
                <a:rect l="0" t="0" r="r" b="b"/>
                <a:pathLst>
                  <a:path w="10" h="1">
                    <a:moveTo>
                      <a:pt x="0" y="0"/>
                    </a:moveTo>
                    <a:cubicBezTo>
                      <a:pt x="10" y="1"/>
                      <a:pt x="10" y="1"/>
                      <a:pt x="10" y="1"/>
                    </a:cubicBezTo>
                    <a:cubicBezTo>
                      <a:pt x="6" y="0"/>
                      <a:pt x="3"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sp>
            <p:nvSpPr>
              <p:cNvPr id="55" name="Freeform 715"/>
              <p:cNvSpPr/>
              <p:nvPr/>
            </p:nvSpPr>
            <p:spPr bwMode="auto">
              <a:xfrm>
                <a:off x="1209675" y="-1606550"/>
                <a:ext cx="17463" cy="0"/>
              </a:xfrm>
              <a:custGeom>
                <a:avLst/>
                <a:gdLst>
                  <a:gd name="T0" fmla="*/ 5 w 5"/>
                  <a:gd name="T1" fmla="*/ 0 w 5"/>
                  <a:gd name="T2" fmla="*/ 5 w 5"/>
                </a:gdLst>
                <a:ahLst/>
                <a:cxnLst>
                  <a:cxn ang="0">
                    <a:pos x="T0" y="0"/>
                  </a:cxn>
                  <a:cxn ang="0">
                    <a:pos x="T1" y="0"/>
                  </a:cxn>
                  <a:cxn ang="0">
                    <a:pos x="T2" y="0"/>
                  </a:cxn>
                </a:cxnLst>
                <a:rect l="0" t="0" r="r" b="b"/>
                <a:pathLst>
                  <a:path w="5">
                    <a:moveTo>
                      <a:pt x="5" y="0"/>
                    </a:moveTo>
                    <a:cubicBezTo>
                      <a:pt x="0" y="0"/>
                      <a:pt x="0" y="0"/>
                      <a:pt x="0" y="0"/>
                    </a:cubicBezTo>
                    <a:cubicBezTo>
                      <a:pt x="2" y="0"/>
                      <a:pt x="3" y="0"/>
                      <a:pt x="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cs typeface="+mn-ea"/>
                  <a:sym typeface="+mn-lt"/>
                </a:endParaRPr>
              </a:p>
            </p:txBody>
          </p:sp>
        </p:grpSp>
        <p:sp>
          <p:nvSpPr>
            <p:cNvPr id="36" name="文本框 35"/>
            <p:cNvSpPr txBox="1"/>
            <p:nvPr/>
          </p:nvSpPr>
          <p:spPr>
            <a:xfrm>
              <a:off x="5840733" y="4574210"/>
              <a:ext cx="2218972" cy="400110"/>
            </a:xfrm>
            <a:prstGeom prst="rect">
              <a:avLst/>
            </a:prstGeom>
            <a:noFill/>
          </p:spPr>
          <p:txBody>
            <a:bodyPr wrap="square" rtlCol="0">
              <a:spAutoFit/>
            </a:bodyPr>
            <a:lstStyle/>
            <a:p>
              <a:pPr algn="dist"/>
              <a:r>
                <a:rPr lang="zh-CN" altLang="en-US" sz="2000">
                  <a:solidFill>
                    <a:schemeClr val="bg1"/>
                  </a:solidFill>
                  <a:cs typeface="+mn-ea"/>
                  <a:sym typeface="+mn-lt"/>
                </a:rPr>
                <a:t>演示完毕感谢观看</a:t>
              </a:r>
            </a:p>
          </p:txBody>
        </p:sp>
      </p:grpSp>
      <p:sp>
        <p:nvSpPr>
          <p:cNvPr id="56" name="文本框 55"/>
          <p:cNvSpPr txBox="1"/>
          <p:nvPr/>
        </p:nvSpPr>
        <p:spPr>
          <a:xfrm>
            <a:off x="5718906" y="4893260"/>
            <a:ext cx="3391891" cy="575927"/>
          </a:xfrm>
          <a:prstGeom prst="rect">
            <a:avLst/>
          </a:prstGeom>
          <a:noFill/>
        </p:spPr>
        <p:txBody>
          <a:bodyPr wrap="square" rtlCol="0">
            <a:spAutoFit/>
          </a:bodyPr>
          <a:lstStyle/>
          <a:p>
            <a:pPr>
              <a:lnSpc>
                <a:spcPct val="150000"/>
              </a:lnSpc>
            </a:pPr>
            <a:r>
              <a:rPr lang="en-US" altLang="zh-CN" sz="1100">
                <a:solidFill>
                  <a:schemeClr val="tx1">
                    <a:lumMod val="75000"/>
                    <a:lumOff val="25000"/>
                    <a:alpha val="69000"/>
                  </a:schemeClr>
                </a:solidFill>
                <a:cs typeface="+mn-ea"/>
                <a:sym typeface="+mn-lt"/>
              </a:rPr>
              <a:t>The average person is always waiting for an opportunity to come The average</a:t>
            </a:r>
            <a:endParaRPr lang="zh-CN" altLang="en-US" sz="1100">
              <a:solidFill>
                <a:schemeClr val="tx1">
                  <a:lumMod val="75000"/>
                  <a:lumOff val="25000"/>
                  <a:alpha val="69000"/>
                </a:schemeClr>
              </a:solidFill>
              <a:cs typeface="+mn-ea"/>
              <a:sym typeface="+mn-lt"/>
            </a:endParaRPr>
          </a:p>
        </p:txBody>
      </p:sp>
      <p:grpSp>
        <p:nvGrpSpPr>
          <p:cNvPr id="78" name="组合 77"/>
          <p:cNvGrpSpPr/>
          <p:nvPr/>
        </p:nvGrpSpPr>
        <p:grpSpPr>
          <a:xfrm>
            <a:off x="269073" y="251836"/>
            <a:ext cx="618686" cy="1786826"/>
            <a:chOff x="10936436" y="-2013487"/>
            <a:chExt cx="618686" cy="1846084"/>
          </a:xfrm>
        </p:grpSpPr>
        <p:sp>
          <p:nvSpPr>
            <p:cNvPr id="79" name="文本框 78"/>
            <p:cNvSpPr txBox="1"/>
            <p:nvPr/>
          </p:nvSpPr>
          <p:spPr>
            <a:xfrm>
              <a:off x="10936436"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白墙灰瓦雨如烟</a:t>
              </a:r>
              <a:endParaRPr lang="zh-CN" altLang="en-US" sz="1100">
                <a:solidFill>
                  <a:schemeClr val="tx1">
                    <a:lumMod val="85000"/>
                    <a:lumOff val="15000"/>
                  </a:schemeClr>
                </a:solidFill>
                <a:cs typeface="+mn-ea"/>
                <a:sym typeface="+mn-lt"/>
              </a:endParaRPr>
            </a:p>
          </p:txBody>
        </p:sp>
        <p:sp>
          <p:nvSpPr>
            <p:cNvPr id="80" name="文本框 79"/>
            <p:cNvSpPr txBox="1"/>
            <p:nvPr/>
          </p:nvSpPr>
          <p:spPr>
            <a:xfrm>
              <a:off x="11201179" y="-2013487"/>
              <a:ext cx="353943" cy="1846084"/>
            </a:xfrm>
            <a:prstGeom prst="rect">
              <a:avLst/>
            </a:prstGeom>
            <a:noFill/>
          </p:spPr>
          <p:txBody>
            <a:bodyPr vert="eaVert" wrap="square">
              <a:spAutoFit/>
            </a:bodyPr>
            <a:lstStyle/>
            <a:p>
              <a:pPr algn="dist"/>
              <a:r>
                <a:rPr lang="zh-CN" altLang="en-US" sz="1100" b="0" i="0">
                  <a:solidFill>
                    <a:schemeClr val="tx1">
                      <a:lumMod val="85000"/>
                      <a:lumOff val="15000"/>
                    </a:schemeClr>
                  </a:solidFill>
                  <a:effectLst/>
                  <a:cs typeface="+mn-ea"/>
                  <a:sym typeface="+mn-lt"/>
                </a:rPr>
                <a:t>古意石桥月半弯</a:t>
              </a:r>
              <a:endParaRPr lang="zh-CN" altLang="en-US" sz="1100">
                <a:solidFill>
                  <a:schemeClr val="tx1">
                    <a:lumMod val="85000"/>
                    <a:lumOff val="15000"/>
                  </a:schemeClr>
                </a:solidFill>
                <a:cs typeface="+mn-ea"/>
                <a:sym typeface="+mn-lt"/>
              </a:endParaRPr>
            </a:p>
          </p:txBody>
        </p:sp>
      </p:grpSp>
      <p:grpSp>
        <p:nvGrpSpPr>
          <p:cNvPr id="93" name="组合 92"/>
          <p:cNvGrpSpPr/>
          <p:nvPr/>
        </p:nvGrpSpPr>
        <p:grpSpPr>
          <a:xfrm>
            <a:off x="11544688" y="5178402"/>
            <a:ext cx="461665" cy="1812947"/>
            <a:chOff x="11544688" y="5178402"/>
            <a:chExt cx="461665" cy="1812947"/>
          </a:xfrm>
        </p:grpSpPr>
        <p:sp>
          <p:nvSpPr>
            <p:cNvPr id="91" name="矩形 90"/>
            <p:cNvSpPr/>
            <p:nvPr/>
          </p:nvSpPr>
          <p:spPr>
            <a:xfrm>
              <a:off x="11622721" y="5178403"/>
              <a:ext cx="202500" cy="65724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2" name="文本框 91"/>
            <p:cNvSpPr txBox="1"/>
            <p:nvPr/>
          </p:nvSpPr>
          <p:spPr>
            <a:xfrm>
              <a:off x="11544688" y="5178402"/>
              <a:ext cx="461665" cy="1812947"/>
            </a:xfrm>
            <a:prstGeom prst="rect">
              <a:avLst/>
            </a:prstGeom>
            <a:noFill/>
          </p:spPr>
          <p:txBody>
            <a:bodyPr vert="eaVert" wrap="square" rtlCol="0">
              <a:spAutoFit/>
            </a:bodyPr>
            <a:lstStyle/>
            <a:p>
              <a:pPr>
                <a:lnSpc>
                  <a:spcPct val="150000"/>
                </a:lnSpc>
                <a:defRPr/>
              </a:pPr>
              <a:r>
                <a:rPr lang="zh-CN" altLang="en-US" sz="1200" spc="300">
                  <a:solidFill>
                    <a:schemeClr val="bg1"/>
                  </a:solidFill>
                  <a:cs typeface="+mn-ea"/>
                  <a:sym typeface="+mn-lt"/>
                </a:rPr>
                <a:t>演讲人 </a:t>
              </a:r>
              <a:r>
                <a:rPr lang="en-US" altLang="zh-CN" sz="1200" spc="300">
                  <a:solidFill>
                    <a:schemeClr val="tx1">
                      <a:lumMod val="85000"/>
                      <a:lumOff val="15000"/>
                    </a:schemeClr>
                  </a:solidFill>
                  <a:cs typeface="+mn-ea"/>
                  <a:sym typeface="+mn-lt"/>
                </a:rPr>
                <a:t>\xx\</a:t>
              </a:r>
              <a:endParaRPr lang="zh-CN" altLang="en-US" sz="1200" spc="300">
                <a:solidFill>
                  <a:schemeClr val="tx1">
                    <a:lumMod val="85000"/>
                    <a:lumOff val="15000"/>
                  </a:schemeClr>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dur="750" fill="hold" nodeType="after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up)">
                                      <p:cBhvr>
                                        <p:cTn id="7" dur="750"/>
                                        <p:tgtEl>
                                          <p:spTgt spid="78"/>
                                        </p:tgtEl>
                                      </p:cBhvr>
                                    </p:animEffect>
                                  </p:childTnLst>
                                </p:cTn>
                              </p:par>
                            </p:childTnLst>
                          </p:cTn>
                        </p:par>
                      </p:childTnLst>
                    </p:cTn>
                  </p:par>
                  <p:par>
                    <p:cTn id="8" fill="hold" nodeType="clickPar">
                      <p:stCondLst>
                        <p:cond delay="indefinite"/>
                        <p:cond evt="onBegin" delay="0">
                          <p:tn val="7"/>
                        </p:cond>
                      </p:stCondLst>
                      <p:childTnLst>
                        <p:par>
                          <p:cTn id="9" fill="hold">
                            <p:stCondLst>
                              <p:cond delay="0"/>
                            </p:stCondLst>
                            <p:childTnLst>
                              <p:par>
                                <p:cTn id="10" presetID="53" presetClass="entr" presetSubtype="16" dur="50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par>
                          <p:cTn id="15" fill="hold" nodeType="afterGroup">
                            <p:stCondLst>
                              <p:cond delay="500"/>
                            </p:stCondLst>
                            <p:childTnLst>
                              <p:par>
                                <p:cTn id="16" presetID="22" presetClass="entr" presetSubtype="8" dur="750" fill="hold" nodeType="after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wipe(left)">
                                      <p:cBhvr>
                                        <p:cTn id="18" dur="750"/>
                                        <p:tgtEl>
                                          <p:spTgt spid="34"/>
                                        </p:tgtEl>
                                      </p:cBhvr>
                                    </p:animEffect>
                                  </p:childTnLst>
                                </p:cTn>
                              </p:par>
                            </p:childTnLst>
                          </p:cTn>
                        </p:par>
                        <p:par>
                          <p:cTn id="19" fill="hold" nodeType="afterGroup">
                            <p:stCondLst>
                              <p:cond delay="1250"/>
                            </p:stCondLst>
                            <p:childTnLst>
                              <p:par>
                                <p:cTn id="20" presetID="42" presetClass="entr" presetSubtype="0" dur="750" fill="hold" grpId="0" nodeType="after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750"/>
                                        <p:tgtEl>
                                          <p:spTgt spid="56"/>
                                        </p:tgtEl>
                                      </p:cBhvr>
                                    </p:animEffect>
                                    <p:anim calcmode="lin" valueType="num">
                                      <p:cBhvr>
                                        <p:cTn id="23" dur="750" fill="hold"/>
                                        <p:tgtEl>
                                          <p:spTgt spid="56"/>
                                        </p:tgtEl>
                                        <p:attrNameLst>
                                          <p:attrName>ppt_x</p:attrName>
                                        </p:attrNameLst>
                                      </p:cBhvr>
                                      <p:tavLst>
                                        <p:tav tm="0">
                                          <p:val>
                                            <p:strVal val="#ppt_x"/>
                                          </p:val>
                                        </p:tav>
                                        <p:tav tm="100000">
                                          <p:val>
                                            <p:strVal val="#ppt_x"/>
                                          </p:val>
                                        </p:tav>
                                      </p:tavLst>
                                    </p:anim>
                                    <p:anim calcmode="lin" valueType="num">
                                      <p:cBhvr>
                                        <p:cTn id="24" dur="75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cond evt="onBegin" delay="0">
                          <p:tn val="24"/>
                        </p:cond>
                      </p:stCondLst>
                      <p:childTnLst>
                        <p:par>
                          <p:cTn id="26" fill="hold">
                            <p:stCondLst>
                              <p:cond delay="0"/>
                            </p:stCondLst>
                            <p:childTnLst>
                              <p:par>
                                <p:cTn id="27" presetID="22" presetClass="entr" presetSubtype="1" dur="500" fill="hold" nodeType="clickEffect">
                                  <p:stCondLst>
                                    <p:cond delay="0"/>
                                  </p:stCondLst>
                                  <p:childTnLst>
                                    <p:set>
                                      <p:cBhvr>
                                        <p:cTn id="28" dur="1" fill="hold">
                                          <p:stCondLst>
                                            <p:cond delay="0"/>
                                          </p:stCondLst>
                                        </p:cTn>
                                        <p:tgtEl>
                                          <p:spTgt spid="93"/>
                                        </p:tgtEl>
                                        <p:attrNameLst>
                                          <p:attrName>style.visibility</p:attrName>
                                        </p:attrNameLst>
                                      </p:cBhvr>
                                      <p:to>
                                        <p:strVal val="visible"/>
                                      </p:to>
                                    </p:set>
                                    <p:animEffect transition="in" filter="wipe(up)">
                                      <p:cBhvr>
                                        <p:cTn id="29"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2"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a:ea typeface="+mn-ea"/>
                <a:cs typeface="+mn-cs"/>
              </a:defRPr>
            </a:lvl1pPr>
            <a:lvl2pPr marL="457200" algn="l" defTabSz="914400" rtl="0" eaLnBrk="1" latinLnBrk="0" hangingPunct="1">
              <a:defRPr sz="1800" kern="1200">
                <a:solidFill>
                  <a:srgbClr val="FFFFFF"/>
                </a:solidFill>
                <a:latin typeface="Calibri"/>
                <a:ea typeface="+mn-ea"/>
                <a:cs typeface="+mn-cs"/>
              </a:defRPr>
            </a:lvl2pPr>
            <a:lvl3pPr marL="914400" algn="l" defTabSz="914400" rtl="0" eaLnBrk="1" latinLnBrk="0" hangingPunct="1">
              <a:defRPr sz="1800" kern="1200">
                <a:solidFill>
                  <a:srgbClr val="FFFFFF"/>
                </a:solidFill>
                <a:latin typeface="Calibri"/>
                <a:ea typeface="+mn-ea"/>
                <a:cs typeface="+mn-cs"/>
              </a:defRPr>
            </a:lvl3pPr>
            <a:lvl4pPr marL="1371600" algn="l" defTabSz="914400" rtl="0" eaLnBrk="1" latinLnBrk="0" hangingPunct="1">
              <a:defRPr sz="1800" kern="1200">
                <a:solidFill>
                  <a:srgbClr val="FFFFFF"/>
                </a:solidFill>
                <a:latin typeface="Calibri"/>
                <a:ea typeface="+mn-ea"/>
                <a:cs typeface="+mn-cs"/>
              </a:defRPr>
            </a:lvl4pPr>
            <a:lvl5pPr marL="1828800" algn="l" defTabSz="914400" rtl="0" eaLnBrk="1" latinLnBrk="0" hangingPunct="1">
              <a:defRPr sz="1800" kern="1200">
                <a:solidFill>
                  <a:srgbClr val="FFFFFF"/>
                </a:solidFill>
                <a:latin typeface="Calibri"/>
                <a:ea typeface="+mn-ea"/>
                <a:cs typeface="+mn-cs"/>
              </a:defRPr>
            </a:lvl5pPr>
            <a:lvl6pPr marL="2286000" algn="l" defTabSz="914400" rtl="0" eaLnBrk="1" latinLnBrk="0" hangingPunct="1">
              <a:defRPr sz="1800" kern="1200">
                <a:solidFill>
                  <a:srgbClr val="FFFFFF"/>
                </a:solidFill>
                <a:latin typeface="Calibri"/>
                <a:ea typeface="+mn-ea"/>
                <a:cs typeface="+mn-cs"/>
              </a:defRPr>
            </a:lvl6pPr>
            <a:lvl7pPr marL="2743200" algn="l" defTabSz="914400" rtl="0" eaLnBrk="1" latinLnBrk="0" hangingPunct="1">
              <a:defRPr sz="1800" kern="1200">
                <a:solidFill>
                  <a:srgbClr val="FFFFFF"/>
                </a:solidFill>
                <a:latin typeface="Calibri"/>
                <a:ea typeface="+mn-ea"/>
                <a:cs typeface="+mn-cs"/>
              </a:defRPr>
            </a:lvl7pPr>
            <a:lvl8pPr marL="3200400" algn="l" defTabSz="914400" rtl="0" eaLnBrk="1" latinLnBrk="0" hangingPunct="1">
              <a:defRPr sz="1800" kern="1200">
                <a:solidFill>
                  <a:srgbClr val="FFFFFF"/>
                </a:solidFill>
                <a:latin typeface="Calibri"/>
                <a:ea typeface="+mn-ea"/>
                <a:cs typeface="+mn-cs"/>
              </a:defRPr>
            </a:lvl8pPr>
            <a:lvl9pPr marL="3657600" algn="l" defTabSz="914400" rtl="0" eaLnBrk="1" latinLnBrk="0" hangingPunct="1">
              <a:defRPr sz="1800" kern="1200">
                <a:solidFill>
                  <a:srgbClr val="FFFFFF"/>
                </a:solidFill>
                <a:latin typeface="Calibri"/>
                <a:ea typeface="+mn-ea"/>
                <a:cs typeface="+mn-cs"/>
              </a:defRPr>
            </a:lvl9pPr>
          </a:lstStyle>
          <a:p>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PPT</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模板：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2"/>
              </a:rPr>
              <a:t>www.1ppt.com/moban/</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行业</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PPT</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模板：</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3"/>
              </a:rPr>
              <a:t>www.1ppt.com/hangye/</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p>
          <a:p>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节日</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PPT</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模板：</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4"/>
              </a:rPr>
              <a:t>www.1ppt.com/jieri/</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PPT</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素材：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5"/>
              </a:rPr>
              <a:t>www.1ppt.com/sucai/</a:t>
            </a:r>
            <a:endPar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endParaRPr>
          </a:p>
          <a:p>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PPT</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背景图片：</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6"/>
              </a:rPr>
              <a:t>www.1ppt.com/beijing/</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PPT</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图表：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7"/>
              </a:rPr>
              <a:t>www.1ppt.com/tubiao/</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p>
          <a:p>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优秀</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PPT</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下载：</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8"/>
              </a:rPr>
              <a:t>www.1ppt.com/xiazai/</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PPT</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教程：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9"/>
              </a:rPr>
              <a:t>www.1ppt.com/powerpoint/</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p>
          <a:p>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Word</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模板：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10"/>
              </a:rPr>
              <a:t>www.1ppt.com/word/</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Excel</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模板：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11"/>
              </a:rPr>
              <a:t>www.1ppt.com/excel/</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p>
          <a:p>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个人简历：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12"/>
              </a:rPr>
              <a:t>www.1ppt.com/jianli/</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PPT</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课件：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13"/>
              </a:rPr>
              <a:t>www.1ppt.com/kejian/</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p>
          <a:p>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手抄报：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14"/>
              </a:rPr>
              <a:t>www.1ppt.com/shouchaobao/</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试题下载：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15"/>
              </a:rPr>
              <a:t>www.1ppt.com/shiti/</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p>
          <a:p>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教案下载：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16"/>
              </a:rPr>
              <a:t>www.1ppt.com/jiaoan/</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r>
              <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rPr>
              <a:t>字体下载：      </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hlinkClick r:id="rId17"/>
              </a:rPr>
              <a:t>www.1ppt.com/ziti/</a:t>
            </a:r>
            <a:r>
              <a:rPr lang="en-US" altLang="zh-CN" sz="1467">
                <a:solidFill>
                  <a:srgbClr val="EEECE1">
                    <a:lumMod val="25000"/>
                  </a:srgbClr>
                </a:solidFill>
                <a:latin typeface="微软雅黑" panose="020B0503020204020204" pitchFamily="34" charset="-122"/>
                <a:ea typeface="微软雅黑" panose="020B0503020204020204" pitchFamily="34" charset="-122"/>
                <a:cs typeface="+mn-ea"/>
                <a:sym typeface="+mn-lt"/>
              </a:rPr>
              <a:t>              </a:t>
            </a:r>
            <a:endParaRPr lang="zh-CN" altLang="en-US" sz="1467">
              <a:solidFill>
                <a:srgbClr val="EEECE1">
                  <a:lumMod val="25000"/>
                </a:srgbClr>
              </a:solidFill>
              <a:latin typeface="微软雅黑" panose="020B0503020204020204" pitchFamily="34" charset="-122"/>
              <a:ea typeface="微软雅黑" panose="020B0503020204020204" pitchFamily="34" charset="-122"/>
              <a:cs typeface="+mn-ea"/>
              <a:sym typeface="+mn-lt"/>
            </a:endParaRPr>
          </a:p>
        </p:txBody>
      </p:sp>
      <p:sp>
        <p:nvSpPr>
          <p:cNvPr id="3" name="Rectangle 17"/>
          <p:cNvSpPr>
            <a:spLocks noChangeArrowheads="1"/>
          </p:cNvSpPr>
          <p:nvPr/>
        </p:nvSpPr>
        <p:spPr bwMode="gray">
          <a:xfrm>
            <a:off x="0" y="2998276"/>
            <a:ext cx="12192000" cy="1366829"/>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2400" kern="0">
              <a:solidFill>
                <a:srgbClr val="005397"/>
              </a:solidFill>
              <a:latin typeface="微软雅黑" panose="020B0503020204020204" pitchFamily="34" charset="-122"/>
              <a:ea typeface="微软雅黑" panose="020B0503020204020204" pitchFamily="34" charset="-122"/>
              <a:cs typeface="+mn-ea"/>
              <a:sym typeface="+mn-lt"/>
            </a:endParaRPr>
          </a:p>
        </p:txBody>
      </p:sp>
      <p:sp>
        <p:nvSpPr>
          <p:cNvPr id="15" name="Rectangle 3"/>
          <p:cNvSpPr>
            <a:spLocks noChangeArrowheads="1"/>
          </p:cNvSpPr>
          <p:nvPr/>
        </p:nvSpPr>
        <p:spPr bwMode="auto">
          <a:xfrm>
            <a:off x="540251" y="3097353"/>
            <a:ext cx="5471583"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cs typeface="+mn-ea"/>
                <a:sym typeface="+mn-lt"/>
              </a:rPr>
              <a:t>可以在下列情况使用</a:t>
            </a:r>
            <a:endParaRPr lang="zh-CN" altLang="en-US" sz="1467" kern="0">
              <a:solidFill>
                <a:prstClr val="white"/>
              </a:solidFill>
              <a:latin typeface="微软雅黑" panose="020B0503020204020204" pitchFamily="34" charset="-122"/>
              <a:ea typeface="微软雅黑" panose="020B0503020204020204" pitchFamily="34" charset="-122"/>
              <a:cs typeface="+mn-ea"/>
              <a:sym typeface="+mn-lt"/>
            </a:endParaRPr>
          </a:p>
          <a:p>
            <a:pPr>
              <a:lnSpc>
                <a:spcPct val="150000"/>
              </a:lnSpc>
              <a:buClr>
                <a:srgbClr val="5B8CC1"/>
              </a:buClr>
              <a:buFont typeface="Wingdings" panose="05000000000000000000" pitchFamily="2" charset="2"/>
              <a:buChar char="n"/>
              <a:defRPr/>
            </a:pPr>
            <a:r>
              <a:rPr lang="zh-CN" altLang="en-US" sz="1467" kern="0">
                <a:solidFill>
                  <a:prstClr val="white"/>
                </a:solidFill>
                <a:latin typeface="微软雅黑" panose="020B0503020204020204" pitchFamily="34" charset="-122"/>
                <a:ea typeface="微软雅黑" panose="020B0503020204020204" pitchFamily="34" charset="-122"/>
                <a:cs typeface="+mn-ea"/>
                <a:sym typeface="+mn-lt"/>
              </a:rPr>
              <a:t>个人学习、研究。</a:t>
            </a:r>
          </a:p>
          <a:p>
            <a:pPr>
              <a:lnSpc>
                <a:spcPct val="150000"/>
              </a:lnSpc>
              <a:buClr>
                <a:srgbClr val="5B8CC1"/>
              </a:buClr>
              <a:buFont typeface="Wingdings" panose="05000000000000000000" pitchFamily="2" charset="2"/>
              <a:buChar char="n"/>
              <a:defRPr/>
            </a:pPr>
            <a:r>
              <a:rPr lang="zh-CN" altLang="en-US" sz="1467" kern="0">
                <a:solidFill>
                  <a:prstClr val="white"/>
                </a:solidFill>
                <a:latin typeface="微软雅黑" panose="020B0503020204020204" pitchFamily="34" charset="-122"/>
                <a:ea typeface="微软雅黑" panose="020B0503020204020204" pitchFamily="34" charset="-122"/>
                <a:cs typeface="+mn-ea"/>
                <a:sym typeface="+mn-lt"/>
              </a:rPr>
              <a:t>拷贝模板中的内容用于其它幻灯片母版中使用。</a:t>
            </a:r>
          </a:p>
        </p:txBody>
      </p:sp>
      <p:sp>
        <p:nvSpPr>
          <p:cNvPr id="16" name="Rectangle 4"/>
          <p:cNvSpPr>
            <a:spLocks noChangeArrowheads="1"/>
          </p:cNvSpPr>
          <p:nvPr/>
        </p:nvSpPr>
        <p:spPr bwMode="auto">
          <a:xfrm>
            <a:off x="6107840" y="3097353"/>
            <a:ext cx="5471584"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微软雅黑" panose="020B0503020204020204" pitchFamily="34" charset="-122"/>
                <a:ea typeface="微软雅黑" panose="020B0503020204020204" pitchFamily="34" charset="-122"/>
                <a:cs typeface="+mn-ea"/>
                <a:sym typeface="+mn-lt"/>
              </a:rPr>
              <a:t>不可以在以下情况使用</a:t>
            </a:r>
            <a:endParaRPr lang="zh-CN" altLang="en-US" sz="1333" b="1" kern="0">
              <a:solidFill>
                <a:prstClr val="white"/>
              </a:solidFill>
              <a:latin typeface="微软雅黑" panose="020B0503020204020204" pitchFamily="34" charset="-122"/>
              <a:ea typeface="微软雅黑" panose="020B0503020204020204" pitchFamily="34" charset="-122"/>
              <a:cs typeface="+mn-ea"/>
              <a:sym typeface="+mn-lt"/>
            </a:endParaRPr>
          </a:p>
          <a:p>
            <a:pPr>
              <a:lnSpc>
                <a:spcPct val="150000"/>
              </a:lnSpc>
              <a:buClr>
                <a:srgbClr val="5B8CC1"/>
              </a:buClr>
              <a:buFont typeface="Wingdings" panose="05000000000000000000" pitchFamily="2" charset="2"/>
              <a:buChar char="n"/>
              <a:defRPr/>
            </a:pPr>
            <a:r>
              <a:rPr lang="zh-CN" altLang="en-US" sz="1467" kern="0">
                <a:solidFill>
                  <a:prstClr val="white"/>
                </a:solidFill>
                <a:latin typeface="微软雅黑" panose="020B0503020204020204" pitchFamily="34" charset="-122"/>
                <a:ea typeface="微软雅黑" panose="020B0503020204020204" pitchFamily="34" charset="-122"/>
                <a:cs typeface="+mn-ea"/>
                <a:sym typeface="+mn-lt"/>
              </a:rPr>
              <a:t>任何形式的在线付费下载。</a:t>
            </a:r>
          </a:p>
          <a:p>
            <a:pPr>
              <a:lnSpc>
                <a:spcPct val="150000"/>
              </a:lnSpc>
              <a:buClr>
                <a:srgbClr val="5B8CC1"/>
              </a:buClr>
              <a:buFont typeface="Wingdings" panose="05000000000000000000" pitchFamily="2" charset="2"/>
              <a:buChar char="n"/>
              <a:defRPr/>
            </a:pPr>
            <a:r>
              <a:rPr lang="zh-CN" altLang="en-US" sz="1467" kern="0">
                <a:solidFill>
                  <a:prstClr val="white"/>
                </a:solidFill>
                <a:latin typeface="微软雅黑" panose="020B0503020204020204" pitchFamily="34" charset="-122"/>
                <a:ea typeface="微软雅黑" panose="020B0503020204020204" pitchFamily="34" charset="-122"/>
                <a:cs typeface="+mn-ea"/>
                <a:sym typeface="+mn-lt"/>
              </a:rPr>
              <a:t>网络转载、线上线下传播。</a:t>
            </a:r>
            <a:endParaRPr lang="zh-CN" altLang="en-GB" sz="1467" kern="0">
              <a:solidFill>
                <a:prstClr val="white"/>
              </a:solidFill>
              <a:latin typeface="微软雅黑" panose="020B0503020204020204" pitchFamily="34" charset="-122"/>
              <a:ea typeface="微软雅黑" panose="020B0503020204020204" pitchFamily="34" charset="-122"/>
              <a:cs typeface="+mn-ea"/>
              <a:sym typeface="+mn-lt"/>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tretch>
            <a:fillRect/>
          </a:stretch>
        </p:blipFill>
        <p:spPr bwMode="auto">
          <a:xfrm>
            <a:off x="1947382" y="-404505"/>
            <a:ext cx="7893049" cy="340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a:extLst>
              <a:ext uri="{FF2B5EF4-FFF2-40B4-BE49-F238E27FC236}">
                <a16:creationId xmlns:a16="http://schemas.microsoft.com/office/drawing/2014/main" id="{6EBBEC50-721B-9297-DE8C-65115C350AC0}"/>
              </a:ext>
            </a:extLst>
          </p:cNvPr>
          <p:cNvPicPr/>
          <p:nvPr/>
        </p:nvPicPr>
        <p:blipFill>
          <a:blip r:embed="rId19" cstate="email">
            <a:extLst>
              <a:ext uri="{28A0092B-C50C-407E-A947-70E740481C1C}">
                <a14:useLocalDpi xmlns:a14="http://schemas.microsoft.com/office/drawing/2010/main"/>
              </a:ext>
            </a:extLst>
          </a:blip>
          <a:stretch>
            <a:fillRect/>
          </a:stretch>
        </p:blipFill>
        <p:spPr>
          <a:xfrm>
            <a:off x="-1715569" y="629060"/>
            <a:ext cx="48000" cy="216000"/>
          </a:xfrm>
          <a:prstGeom prst="rect">
            <a:avLst/>
          </a:prstGeom>
        </p:spPr>
      </p:pic>
    </p:spTree>
    <p:extLst>
      <p:ext uri="{BB962C8B-B14F-4D97-AF65-F5344CB8AC3E}">
        <p14:creationId xmlns:p14="http://schemas.microsoft.com/office/powerpoint/2010/main" val="968937979"/>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11.14"/>
  <p:tag name="AS_TITLE" val="Aspose.Slides for .NET 4.0 Client Profile"/>
  <p:tag name="AS_VERSION" val="22.11"/>
  <p:tag name="COMMONDATA" val="eyJoZGlkIjoiYjVjMzNjYTcyYTMzNjk1NDE1YjZlNDgwMzZhOGI4NDQifQ=="/>
  <p:tag name="KSO_WPP_MARK_KEY" val="03496e53-7cfa-45fc-bd4b-a43ffb7226d5"/>
</p:tagLst>
</file>

<file path=ppt/tags/tag2.xml><?xml version="1.0" encoding="utf-8"?>
<p:tagLst xmlns:a="http://schemas.openxmlformats.org/drawingml/2006/main" xmlns:r="http://schemas.openxmlformats.org/officeDocument/2006/relationships" xmlns:p="http://schemas.openxmlformats.org/presentationml/2006/main">
  <p:tag name="PA" val="v5.2.11"/>
  <p:tag name="RESOURCELIBID_ANIM" val="451"/>
</p:tagLst>
</file>

<file path=ppt/tags/tag3.xml><?xml version="1.0" encoding="utf-8"?>
<p:tagLst xmlns:a="http://schemas.openxmlformats.org/drawingml/2006/main" xmlns:r="http://schemas.openxmlformats.org/officeDocument/2006/relationships" xmlns:p="http://schemas.openxmlformats.org/presentationml/2006/main">
  <p:tag name="PA" val="v5.2.11"/>
  <p:tag name="RESOURCELIBID_ANIM" val="45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DIAGRAM_GROUP_CODE" val="l1-1"/>
  <p:tag name="KSO_WM_FULL_TEXT_BEAUTIFY_COPY_ID" val="361"/>
  <p:tag name="KSO_WM_TAG_VERSION" val="1.0"/>
  <p:tag name="KSO_WM_TEMPLATE_CATEGORY" val="diagram"/>
  <p:tag name="KSO_WM_TEMPLATE_INDEX" val="20201385"/>
  <p:tag name="KSO_WM_UNIT_COMPATIBLE" val="0"/>
  <p:tag name="KSO_WM_UNIT_DIAGRAM_ISNUMVISUAL" val="0"/>
  <p:tag name="KSO_WM_UNIT_DIAGRAM_ISREFERUNIT" val="0"/>
  <p:tag name="KSO_WM_UNIT_HIGHLIGHT" val="0"/>
  <p:tag name="KSO_WM_UNIT_ID" val="diagram20201385_1*f*1"/>
  <p:tag name="KSO_WM_UNIT_INDEX" val="1"/>
  <p:tag name="KSO_WM_UNIT_LAYERLEVEL" val="1"/>
  <p:tag name="KSO_WM_UNIT_NOCLEAR" val="0"/>
  <p:tag name="KSO_WM_UNIT_PRESET_TEXT" val="作为单位的一员，就必须要具备吃苦耐劳的精神，以单位的利益为中心，端正工作态度，不为失败找理由，要视结果为导向，勇于付出，敢于拼搏，才能蓄势待发的朝着更高更远的目标前进"/>
  <p:tag name="KSO_WM_UNIT_SUBTYPE" val="a"/>
  <p:tag name="KSO_WM_UNIT_TEXT_FILL_FORE_SCHEMECOLOR_INDEX" val="13"/>
  <p:tag name="KSO_WM_UNIT_TEXT_FILL_TYPE" val="1"/>
  <p:tag name="KSO_WM_UNIT_TYPE" val="f"/>
  <p:tag name="KSO_WM_UNIT_USESOURCEFORMAT_APPLY" val="1"/>
  <p:tag name="KSO_WM_UNIT_VALUE" val="94"/>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mixed"/>
  <p:tag name="KSO_WM_TEMPLATE_INDEX" val="20201941"/>
  <p:tag name="KSO_WM_UNIT_COMPATIBLE" val="0"/>
  <p:tag name="KSO_WM_UNIT_DIAGRAM_ISNUMVISUAL" val="0"/>
  <p:tag name="KSO_WM_UNIT_DIAGRAM_ISREFERUNIT" val="0"/>
  <p:tag name="KSO_WM_UNIT_HIGHLIGHT" val="0"/>
  <p:tag name="KSO_WM_UNIT_ID" val="mixed20201941_445*f*1"/>
  <p:tag name="KSO_WM_UNIT_INDEX" val="1"/>
  <p:tag name="KSO_WM_UNIT_LAYERLEVEL" val="1"/>
  <p:tag name="KSO_WM_UNIT_NOCLEAR" val="1"/>
  <p:tag name="KSO_WM_UNIT_PRESET_TEXT" val="点击此处添加正文，文字是您思想的提炼，为了演示发布的良好效果，请言简意赅的阐述您的观点。&#10;您的正文已经经简明扼要，字字珠玑，但信息却千丝万缕、错综复杂，需要用更多。"/>
  <p:tag name="KSO_WM_UNIT_TEXTBOXSTYLE_GUID" val="{469d3fee-cf4d-4090-9f53-649f92735972}"/>
  <p:tag name="KSO_WM_UNIT_TEXTBOXSTYLE_SHAPETYPE" val="0"/>
  <p:tag name="KSO_WM_UNIT_TEXTBOXSTYLE_TEMPLATEID" val="3135635"/>
  <p:tag name="KSO_WM_UNIT_TEXTBOXSTYLE_TEMPLATETYPE" val="1"/>
  <p:tag name="KSO_WM_UNIT_TEXTBOXSTYLE_TYPE" val="8"/>
  <p:tag name="KSO_WM_UNIT_TYPE" val="f"/>
  <p:tag name="KSO_WM_UNIT_VALUE" val="92"/>
</p:tagLst>
</file>

<file path=ppt/theme/theme1.xml><?xml version="1.0" encoding="utf-8"?>
<a:theme xmlns:a="http://schemas.openxmlformats.org/drawingml/2006/main" name="第一PPT，www.1ppt.com">
  <a:themeElements>
    <a:clrScheme name="自定义 2135">
      <a:dk1>
        <a:sysClr val="windowText" lastClr="000000"/>
      </a:dk1>
      <a:lt1>
        <a:sysClr val="window" lastClr="FFFFFF"/>
      </a:lt1>
      <a:dk2>
        <a:srgbClr val="44546A"/>
      </a:dk2>
      <a:lt2>
        <a:srgbClr val="E7E6E6"/>
      </a:lt2>
      <a:accent1>
        <a:srgbClr val="517AA5"/>
      </a:accent1>
      <a:accent2>
        <a:srgbClr val="517AA5"/>
      </a:accent2>
      <a:accent3>
        <a:srgbClr val="A5A5A5"/>
      </a:accent3>
      <a:accent4>
        <a:srgbClr val="FFC000"/>
      </a:accent4>
      <a:accent5>
        <a:srgbClr val="5B9BD5"/>
      </a:accent5>
      <a:accent6>
        <a:srgbClr val="70AD47"/>
      </a:accent6>
      <a:hlink>
        <a:srgbClr val="0563C1"/>
      </a:hlink>
      <a:folHlink>
        <a:srgbClr val="954F72"/>
      </a:folHlink>
    </a:clrScheme>
    <a:fontScheme name="a152b711-9f7e-41d3-b87a-bc3d5056619d">
      <a:majorFont>
        <a:latin typeface="Arial"/>
        <a:ea typeface="华文新魏"/>
        <a:cs typeface=""/>
      </a:majorFont>
      <a:minorFont>
        <a:latin typeface="Arial"/>
        <a:ea typeface="华文新魏"/>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152b711-9f7e-41d3-b87a-bc3d5056619d">
      <a:majorFont>
        <a:latin typeface="Arial"/>
        <a:ea typeface="华文新魏"/>
        <a:cs typeface=""/>
      </a:majorFont>
      <a:minorFont>
        <a:latin typeface="Arial"/>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1817</Words>
  <Application>Microsoft Office PowerPoint</Application>
  <PresentationFormat>宽屏</PresentationFormat>
  <Paragraphs>178</Paragraphs>
  <Slides>24</Slides>
  <Notes>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24</vt:i4>
      </vt:variant>
    </vt:vector>
  </HeadingPairs>
  <TitlesOfParts>
    <vt:vector size="32" baseType="lpstr">
      <vt:lpstr>等线</vt:lpstr>
      <vt:lpstr>思源黑体 CN Medium</vt:lpstr>
      <vt:lpstr>微软雅黑</vt:lpstr>
      <vt:lpstr>Arial</vt:lpstr>
      <vt:lpstr>Calibri</vt:lpstr>
      <vt:lpstr>Wingdings</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中国风</dc:title>
  <dc:creator>第一PPT</dc:creator>
  <cp:keywords>www.1ppt.com</cp:keywords>
  <dc:description>www.1ppt.com</dc:description>
  <cp:lastModifiedBy>PC</cp:lastModifiedBy>
  <cp:revision>7</cp:revision>
  <dcterms:created xsi:type="dcterms:W3CDTF">2023-12-15T13:54:00Z</dcterms:created>
  <dcterms:modified xsi:type="dcterms:W3CDTF">2026-03-24T00:19:26Z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5362B70BBAD8443BA6B41B30CCBE1EA9_12</vt:lpwstr>
  </property>
  <property fmtid="{D5CDD505-2E9C-101B-9397-08002B2CF9AE}" pid="3" name="KSOProductBuildVer">
    <vt:lpwstr>2052-12.1.0.25225</vt:lpwstr>
  </property>
</Properties>
</file>