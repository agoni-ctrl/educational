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  <p:sldMasterId id="2147483652" r:id="rId2"/>
  </p:sldMasterIdLst>
  <p:notesMasterIdLst>
    <p:notesMasterId r:id="rId34"/>
  </p:notesMasterIdLst>
  <p:handoutMasterIdLst>
    <p:handoutMasterId r:id="rId35"/>
  </p:handoutMasterIdLst>
  <p:sldIdLst>
    <p:sldId id="256" r:id="rId3"/>
    <p:sldId id="313" r:id="rId4"/>
    <p:sldId id="314" r:id="rId5"/>
    <p:sldId id="289" r:id="rId6"/>
    <p:sldId id="290" r:id="rId7"/>
    <p:sldId id="291" r:id="rId8"/>
    <p:sldId id="292" r:id="rId9"/>
    <p:sldId id="293" r:id="rId10"/>
    <p:sldId id="294" r:id="rId11"/>
    <p:sldId id="295" r:id="rId12"/>
    <p:sldId id="296" r:id="rId13"/>
    <p:sldId id="297" r:id="rId14"/>
    <p:sldId id="298" r:id="rId15"/>
    <p:sldId id="299" r:id="rId16"/>
    <p:sldId id="300" r:id="rId17"/>
    <p:sldId id="315" r:id="rId18"/>
    <p:sldId id="301" r:id="rId19"/>
    <p:sldId id="303" r:id="rId20"/>
    <p:sldId id="302" r:id="rId21"/>
    <p:sldId id="316" r:id="rId22"/>
    <p:sldId id="304" r:id="rId23"/>
    <p:sldId id="305" r:id="rId24"/>
    <p:sldId id="306" r:id="rId25"/>
    <p:sldId id="307" r:id="rId26"/>
    <p:sldId id="308" r:id="rId27"/>
    <p:sldId id="310" r:id="rId28"/>
    <p:sldId id="309" r:id="rId29"/>
    <p:sldId id="311" r:id="rId30"/>
    <p:sldId id="312" r:id="rId31"/>
    <p:sldId id="317" r:id="rId32"/>
    <p:sldId id="372" r:id="rId33"/>
  </p:sldIdLst>
  <p:sldSz cx="12192000" cy="6858000"/>
  <p:notesSz cx="6858000" cy="9144000"/>
  <p:custDataLst>
    <p:tags r:id="rId36"/>
  </p:custDataLst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pos="415" userDrawn="1">
          <p15:clr>
            <a:srgbClr val="A4A3A4"/>
          </p15:clr>
        </p15:guide>
        <p15:guide id="2" pos="7242" userDrawn="1">
          <p15:clr>
            <a:srgbClr val="A4A3A4"/>
          </p15:clr>
        </p15:guide>
        <p15:guide id="3" orient="horz" pos="648" userDrawn="1">
          <p15:clr>
            <a:srgbClr val="A4A3A4"/>
          </p15:clr>
        </p15:guide>
        <p15:guide id="4" orient="horz" pos="712" userDrawn="1">
          <p15:clr>
            <a:srgbClr val="A4A3A4"/>
          </p15:clr>
        </p15:guide>
        <p15:guide id="5" orient="horz" pos="3974" userDrawn="1">
          <p15:clr>
            <a:srgbClr val="A4A3A4"/>
          </p15:clr>
        </p15:guide>
        <p15:guide id="6" orient="horz" pos="3884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6331" autoAdjust="0"/>
  </p:normalViewPr>
  <p:slideViewPr>
    <p:cSldViewPr snapToGrid="0" showGuides="1">
      <p:cViewPr>
        <p:scale>
          <a:sx n="80" d="100"/>
          <a:sy n="80" d="100"/>
        </p:scale>
        <p:origin x="1794" y="828"/>
      </p:cViewPr>
      <p:guideLst>
        <p:guide pos="415"/>
        <p:guide pos="7242"/>
        <p:guide orient="horz" pos="648"/>
        <p:guide orient="horz" pos="712"/>
        <p:guide orient="horz" pos="3974"/>
        <p:guide orient="horz" pos="3884"/>
      </p:guideLst>
    </p:cSldViewPr>
  </p:slideViewPr>
  <p:notesTextViewPr>
    <p:cViewPr>
      <p:scale>
        <a:sx n="1" d="1"/>
        <a:sy n="1" d="1"/>
      </p:scale>
      <p:origin x="0" y="0"/>
    </p:cViewPr>
  </p:notesTextViewPr>
  <p:notesViewPr>
    <p:cSldViewPr>
      <p:cViewPr>
        <p:scale>
          <a:sx n="66" d="100"/>
          <a:sy n="66" d="100"/>
        </p:scale>
        <p:origin x="0" y="0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slide" Target="slides/slide11.xml"/><Relationship Id="rId18" Type="http://schemas.openxmlformats.org/officeDocument/2006/relationships/slide" Target="slides/slide16.xml"/><Relationship Id="rId26" Type="http://schemas.openxmlformats.org/officeDocument/2006/relationships/slide" Target="slides/slide24.xml"/><Relationship Id="rId39" Type="http://schemas.openxmlformats.org/officeDocument/2006/relationships/theme" Target="theme/theme1.xml"/><Relationship Id="rId3" Type="http://schemas.openxmlformats.org/officeDocument/2006/relationships/slide" Target="slides/slide1.xml"/><Relationship Id="rId21" Type="http://schemas.openxmlformats.org/officeDocument/2006/relationships/slide" Target="slides/slide19.xml"/><Relationship Id="rId34" Type="http://schemas.openxmlformats.org/officeDocument/2006/relationships/notesMaster" Target="notesMasters/notesMaster1.xml"/><Relationship Id="rId7" Type="http://schemas.openxmlformats.org/officeDocument/2006/relationships/slide" Target="slides/slide5.xml"/><Relationship Id="rId12" Type="http://schemas.openxmlformats.org/officeDocument/2006/relationships/slide" Target="slides/slide10.xml"/><Relationship Id="rId17" Type="http://schemas.openxmlformats.org/officeDocument/2006/relationships/slide" Target="slides/slide15.xml"/><Relationship Id="rId25" Type="http://schemas.openxmlformats.org/officeDocument/2006/relationships/slide" Target="slides/slide23.xml"/><Relationship Id="rId33" Type="http://schemas.openxmlformats.org/officeDocument/2006/relationships/slide" Target="slides/slide31.xml"/><Relationship Id="rId38" Type="http://schemas.openxmlformats.org/officeDocument/2006/relationships/viewProps" Target="viewProps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4.xml"/><Relationship Id="rId20" Type="http://schemas.openxmlformats.org/officeDocument/2006/relationships/slide" Target="slides/slide18.xml"/><Relationship Id="rId29" Type="http://schemas.openxmlformats.org/officeDocument/2006/relationships/slide" Target="slides/slide27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24" Type="http://schemas.openxmlformats.org/officeDocument/2006/relationships/slide" Target="slides/slide22.xml"/><Relationship Id="rId32" Type="http://schemas.openxmlformats.org/officeDocument/2006/relationships/slide" Target="slides/slide30.xml"/><Relationship Id="rId37" Type="http://schemas.openxmlformats.org/officeDocument/2006/relationships/presProps" Target="presProps.xml"/><Relationship Id="rId40" Type="http://schemas.openxmlformats.org/officeDocument/2006/relationships/tableStyles" Target="tableStyles.xml"/><Relationship Id="rId5" Type="http://schemas.openxmlformats.org/officeDocument/2006/relationships/slide" Target="slides/slide3.xml"/><Relationship Id="rId15" Type="http://schemas.openxmlformats.org/officeDocument/2006/relationships/slide" Target="slides/slide13.xml"/><Relationship Id="rId23" Type="http://schemas.openxmlformats.org/officeDocument/2006/relationships/slide" Target="slides/slide21.xml"/><Relationship Id="rId28" Type="http://schemas.openxmlformats.org/officeDocument/2006/relationships/slide" Target="slides/slide26.xml"/><Relationship Id="rId36" Type="http://schemas.openxmlformats.org/officeDocument/2006/relationships/tags" Target="tags/tag1.xml"/><Relationship Id="rId10" Type="http://schemas.openxmlformats.org/officeDocument/2006/relationships/slide" Target="slides/slide8.xml"/><Relationship Id="rId19" Type="http://schemas.openxmlformats.org/officeDocument/2006/relationships/slide" Target="slides/slide17.xml"/><Relationship Id="rId31" Type="http://schemas.openxmlformats.org/officeDocument/2006/relationships/slide" Target="slides/slide29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Relationship Id="rId22" Type="http://schemas.openxmlformats.org/officeDocument/2006/relationships/slide" Target="slides/slide20.xml"/><Relationship Id="rId27" Type="http://schemas.openxmlformats.org/officeDocument/2006/relationships/slide" Target="slides/slide25.xml"/><Relationship Id="rId30" Type="http://schemas.openxmlformats.org/officeDocument/2006/relationships/slide" Target="slides/slide28.xml"/><Relationship Id="rId35" Type="http://schemas.openxmlformats.org/officeDocument/2006/relationships/handoutMaster" Target="handoutMasters/handout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9B84EA-7D68-4D60-9CB1-D50884785D1C}" type="datetimeFigureOut">
              <a:rPr lang="zh-CN" altLang="en-US" smtClean="0"/>
              <a:t>2026/8/5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D4E0FC9-F1F8-4FAE-9988-3BA365CFD46F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9FEAD1D-75E0-4E4E-99D3-D4ED156AC171}" type="datetimeFigureOut">
              <a:rPr lang="zh-CN" altLang="en-US" smtClean="0"/>
              <a:t>2026/8/5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FC77896-D023-4497-A841-517988AD114B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hf sldNum="0" hdr="0" ftr="0" dt="0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/>
              <a:t>模板来自于： 第一</a:t>
            </a:r>
            <a:r>
              <a:rPr lang="en-US" altLang="zh-CN" dirty="0"/>
              <a:t>PPT https://www.1ppt.com/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153578868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hyperlink" Target="http://www.1ppt.com/hangye/" TargetMode="External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图片 10"/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1"/>
            <a:ext cx="12192000" cy="6858000"/>
          </a:xfrm>
          <a:prstGeom prst="rect">
            <a:avLst/>
          </a:prstGeom>
        </p:spPr>
      </p:pic>
    </p:spTree>
  </p:cSld>
  <p:clrMapOvr>
    <a:masterClrMapping/>
  </p:clrMapOvr>
  <p:transition/>
  <p:hf sldNum="0" ftr="0" dt="0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/>
          </p:nvPr>
        </p:nvSpPr>
        <p:spPr/>
        <p:txBody>
          <a:bodyPr/>
          <a:lstStyle/>
          <a:p>
            <a:fld id="{95A5F75E-59F4-48EB-9DA4-F5C995843CC5}" type="datetimeFigureOut">
              <a:rPr lang="zh-CN" altLang="en-US" smtClean="0"/>
              <a:t>2026/8/5</a:t>
            </a:fld>
            <a:endParaRPr lang="zh-CN" alt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2"/>
          </p:nvPr>
        </p:nvSpPr>
        <p:spPr/>
        <p:txBody>
          <a:bodyPr/>
          <a:lstStyle/>
          <a:p>
            <a:fld id="{93AE1883-0942-4AA3-9DB2-9C7C3A0314B1}" type="slidenum">
              <a:rPr lang="zh-CN" altLang="en-US" smtClean="0"/>
              <a:t>‹#›</a:t>
            </a:fld>
            <a:endParaRPr lang="en-US"/>
          </a:p>
        </p:txBody>
      </p:sp>
      <p:sp>
        <p:nvSpPr>
          <p:cNvPr id="5" name="TextBox 4"/>
          <p:cNvSpPr txBox="1"/>
          <p:nvPr/>
        </p:nvSpPr>
        <p:spPr>
          <a:xfrm>
            <a:off x="2965031" y="3367444"/>
            <a:ext cx="453650" cy="13720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200000"/>
              </a:lnSpc>
            </a:pPr>
            <a:r>
              <a:rPr lang="zh-CN" altLang="en-US" sz="100">
                <a:solidFill>
                  <a:schemeClr val="tx1">
                    <a:alpha val="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行业</a:t>
            </a:r>
            <a:r>
              <a:rPr lang="en-US" altLang="zh-CN" sz="100">
                <a:solidFill>
                  <a:schemeClr val="tx1">
                    <a:alpha val="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PPT</a:t>
            </a:r>
            <a:r>
              <a:rPr lang="zh-CN" altLang="en-US" sz="100">
                <a:solidFill>
                  <a:schemeClr val="tx1">
                    <a:alpha val="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模板</a:t>
            </a:r>
            <a:r>
              <a:rPr lang="en-US" altLang="zh-CN" sz="100">
                <a:solidFill>
                  <a:schemeClr val="tx1">
                    <a:alpha val="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http://www.1ppt.com/hangye/</a:t>
            </a:r>
          </a:p>
        </p:txBody>
      </p:sp>
      <p:sp>
        <p:nvSpPr>
          <p:cNvPr id="6" name="TextBox 8"/>
          <p:cNvSpPr txBox="1"/>
          <p:nvPr/>
        </p:nvSpPr>
        <p:spPr>
          <a:xfrm>
            <a:off x="7509627" y="2215277"/>
            <a:ext cx="540060" cy="13720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200000"/>
              </a:lnSpc>
            </a:pPr>
            <a:r>
              <a:rPr lang="zh-CN" altLang="en-US" sz="100">
                <a:solidFill>
                  <a:schemeClr val="tx1">
                    <a:alpha val="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hlinkClick r:id="rId2"/>
              </a:rPr>
              <a:t>行业</a:t>
            </a:r>
            <a:r>
              <a:rPr lang="en-US" altLang="zh-CN" sz="100">
                <a:solidFill>
                  <a:schemeClr val="tx1">
                    <a:alpha val="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hlinkClick r:id="rId2"/>
              </a:rPr>
              <a:t>PPT</a:t>
            </a:r>
            <a:r>
              <a:rPr lang="zh-CN" altLang="en-US" sz="100">
                <a:solidFill>
                  <a:schemeClr val="tx1">
                    <a:alpha val="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hlinkClick r:id="rId2"/>
              </a:rPr>
              <a:t>模板</a:t>
            </a:r>
            <a:r>
              <a:rPr lang="en-US" altLang="zh-CN" sz="100">
                <a:solidFill>
                  <a:schemeClr val="tx1">
                    <a:alpha val="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http://www.1ppt.com/hangye/</a:t>
            </a:r>
          </a:p>
        </p:txBody>
      </p:sp>
      <p:sp>
        <p:nvSpPr>
          <p:cNvPr id="7" name="标题 1"/>
          <p:cNvSpPr txBox="1"/>
          <p:nvPr/>
        </p:nvSpPr>
        <p:spPr>
          <a:xfrm>
            <a:off x="839788" y="365125"/>
            <a:ext cx="10515600" cy="1325563"/>
          </a:xfrm>
          <a:prstGeom prst="rect">
            <a:avLst/>
          </a:prstGeom>
          <a:noFill/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lIns="91440" tIns="45720" rIns="91440" bIns="45720" anchor="ctr"/>
          <a:lstStyle>
            <a:lvl1pPr marL="0" marR="0" indent="0" algn="l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sz="4400" b="0" i="0" u="none" strike="noStrike" kern="1200" cap="none" spc="0" normalizeH="0" baseline="0" noProof="0">
                <a:solidFill>
                  <a:schemeClr val="tx1"/>
                </a:solidFill>
                <a:uLnTx/>
                <a:uFillTx/>
                <a:latin typeface="+mj-lt"/>
                <a:ea typeface="+mj-ea"/>
                <a:cs typeface="+mj-cs"/>
                <a:sym typeface="Wingdings" panose="05000000000000000000"/>
              </a:defRPr>
            </a:lvl1pPr>
            <a:lvl2pPr marL="0" marR="0" indent="0" algn="l" defTabSz="914400" rtl="0" eaLnBrk="0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sz="1800" b="0" i="0" u="none" strike="noStrike" kern="1200" cap="none" spc="0" normalizeH="0" baseline="0" noProof="0">
                <a:solidFill>
                  <a:schemeClr val="phClr"/>
                </a:solidFill>
                <a:uLnTx/>
                <a:uFillTx/>
                <a:latin typeface="Arial" panose="020B0604020202020204"/>
                <a:ea typeface="Arial" panose="020B0604020202020204"/>
                <a:cs typeface="Arial" panose="020B0604020202020204"/>
                <a:sym typeface="Wingdings" panose="05000000000000000000"/>
              </a:defRPr>
            </a:lvl2pPr>
            <a:lvl3pPr marL="0" marR="0" indent="0" algn="l" defTabSz="914400" rtl="0" eaLnBrk="0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sz="1800" b="0" i="0" u="none" strike="noStrike" kern="1200" cap="none" spc="0" normalizeH="0" baseline="0" noProof="0">
                <a:solidFill>
                  <a:schemeClr val="phClr"/>
                </a:solidFill>
                <a:uLnTx/>
                <a:uFillTx/>
                <a:latin typeface="Arial" panose="020B0604020202020204"/>
                <a:ea typeface="Arial" panose="020B0604020202020204"/>
                <a:cs typeface="Arial" panose="020B0604020202020204"/>
                <a:sym typeface="Wingdings" panose="05000000000000000000"/>
              </a:defRPr>
            </a:lvl3pPr>
            <a:lvl4pPr marL="0" marR="0" indent="0" algn="l" defTabSz="914400" rtl="0" eaLnBrk="0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sz="1800" b="0" i="0" u="none" strike="noStrike" kern="1200" cap="none" spc="0" normalizeH="0" baseline="0" noProof="0">
                <a:solidFill>
                  <a:schemeClr val="phClr"/>
                </a:solidFill>
                <a:uLnTx/>
                <a:uFillTx/>
                <a:latin typeface="Arial" panose="020B0604020202020204"/>
                <a:ea typeface="Arial" panose="020B0604020202020204"/>
                <a:cs typeface="Arial" panose="020B0604020202020204"/>
                <a:sym typeface="Wingdings" panose="05000000000000000000"/>
              </a:defRPr>
            </a:lvl4pPr>
            <a:lvl5pPr marL="0" marR="0" indent="0" algn="l" defTabSz="914400" rtl="0" eaLnBrk="0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sz="1800" b="0" i="0" u="none" strike="noStrike" kern="1200" cap="none" spc="0" normalizeH="0" baseline="0" noProof="0">
                <a:solidFill>
                  <a:schemeClr val="phClr"/>
                </a:solidFill>
                <a:uLnTx/>
                <a:uFillTx/>
                <a:latin typeface="Arial" panose="020B0604020202020204"/>
                <a:ea typeface="Arial" panose="020B0604020202020204"/>
                <a:cs typeface="Arial" panose="020B0604020202020204"/>
                <a:sym typeface="Wingdings" panose="05000000000000000000"/>
              </a:defRPr>
            </a:lvl5pPr>
            <a:lvl6pPr marL="0" marR="0" indent="0" algn="l" defTabSz="914400" rtl="0" eaLnBrk="0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sz="1800" b="0" i="0" u="none" strike="noStrike" kern="1200" cap="none" spc="0" normalizeH="0" baseline="0" noProof="0">
                <a:solidFill>
                  <a:schemeClr val="phClr"/>
                </a:solidFill>
                <a:uLnTx/>
                <a:uFillTx/>
                <a:latin typeface="Arial" panose="020B0604020202020204"/>
                <a:ea typeface="Arial" panose="020B0604020202020204"/>
                <a:cs typeface="Arial" panose="020B0604020202020204"/>
                <a:sym typeface="Wingdings" panose="05000000000000000000"/>
              </a:defRPr>
            </a:lvl6pPr>
            <a:lvl7pPr marL="0" marR="0" indent="0" algn="l" defTabSz="914400" rtl="0" eaLnBrk="0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sz="1800" b="0" i="0" u="none" strike="noStrike" kern="1200" cap="none" spc="0" normalizeH="0" baseline="0" noProof="0">
                <a:solidFill>
                  <a:schemeClr val="phClr"/>
                </a:solidFill>
                <a:uLnTx/>
                <a:uFillTx/>
                <a:latin typeface="Arial" panose="020B0604020202020204"/>
                <a:ea typeface="Arial" panose="020B0604020202020204"/>
                <a:cs typeface="Arial" panose="020B0604020202020204"/>
                <a:sym typeface="Wingdings" panose="05000000000000000000"/>
              </a:defRPr>
            </a:lvl7pPr>
            <a:lvl8pPr marL="0" marR="0" indent="0" algn="l" defTabSz="914400" rtl="0" eaLnBrk="0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sz="1800" b="0" i="0" u="none" strike="noStrike" kern="1200" cap="none" spc="0" normalizeH="0" baseline="0" noProof="0">
                <a:solidFill>
                  <a:schemeClr val="phClr"/>
                </a:solidFill>
                <a:uLnTx/>
                <a:uFillTx/>
                <a:latin typeface="Arial" panose="020B0604020202020204"/>
                <a:ea typeface="Arial" panose="020B0604020202020204"/>
                <a:cs typeface="Arial" panose="020B0604020202020204"/>
                <a:sym typeface="Wingdings" panose="05000000000000000000"/>
              </a:defRPr>
            </a:lvl8pPr>
            <a:lvl9pPr marL="0" marR="0" indent="0" algn="l" defTabSz="914400" rtl="0" eaLnBrk="0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sz="1800" b="0" i="0" u="none" strike="noStrike" kern="1200" cap="none" spc="0" normalizeH="0" baseline="0" noProof="0">
                <a:solidFill>
                  <a:schemeClr val="phClr"/>
                </a:solidFill>
                <a:uLnTx/>
                <a:uFillTx/>
                <a:latin typeface="Arial" panose="020B0604020202020204"/>
                <a:ea typeface="Arial" panose="020B0604020202020204"/>
                <a:cs typeface="Arial" panose="020B0604020202020204"/>
                <a:sym typeface="Wingdings" panose="05000000000000000000"/>
              </a:defRPr>
            </a:lvl9pPr>
          </a:lstStyle>
          <a:p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单击此处编辑母版标题样式</a:t>
            </a:r>
          </a:p>
        </p:txBody>
      </p:sp>
      <p:sp>
        <p:nvSpPr>
          <p:cNvPr id="8" name="文本占位符 2"/>
          <p:cNvSpPr txBox="1"/>
          <p:nvPr/>
        </p:nvSpPr>
        <p:spPr>
          <a:xfrm>
            <a:off x="839788" y="1681163"/>
            <a:ext cx="5157787" cy="823912"/>
          </a:xfrm>
          <a:prstGeom prst="rect">
            <a:avLst/>
          </a:prstGeom>
          <a:noFill/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lIns="91440" tIns="45720" rIns="91440" bIns="45720" anchor="b"/>
          <a:lstStyle>
            <a:lvl1pPr marL="0" marR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 kumimoji="0" sz="2400" b="1" i="0" u="none" strike="noStrike" kern="1200" cap="none" spc="0" normalizeH="0" baseline="0" noProof="0">
                <a:solidFill>
                  <a:schemeClr val="tx1"/>
                </a:solidFill>
                <a:uLnTx/>
                <a:uFillTx/>
                <a:latin typeface="+mn-lt"/>
                <a:ea typeface="+mn-ea"/>
                <a:cs typeface="+mn-cs"/>
                <a:sym typeface="Wingdings" panose="05000000000000000000"/>
              </a:defRPr>
            </a:lvl1pPr>
            <a:lvl2pPr marL="457200" marR="0" indent="0" algn="l" defTabSz="914400" rtl="0" eaLnBrk="1" fontAlgn="auto" latinLnBrk="0" hangingPunct="1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 kumimoji="0" sz="2000" b="1" i="0" u="none" strike="noStrike" kern="1200" cap="none" spc="0" normalizeH="0" baseline="0" noProof="0">
                <a:solidFill>
                  <a:schemeClr val="tx1"/>
                </a:solidFill>
                <a:uLnTx/>
                <a:uFillTx/>
                <a:latin typeface="+mn-lt"/>
                <a:ea typeface="+mn-ea"/>
                <a:cs typeface="+mn-cs"/>
                <a:sym typeface="Wingdings" panose="05000000000000000000"/>
              </a:defRPr>
            </a:lvl2pPr>
            <a:lvl3pPr marL="914400" marR="0" indent="0" algn="l" defTabSz="914400" rtl="0" eaLnBrk="1" fontAlgn="auto" latinLnBrk="0" hangingPunct="1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 kumimoji="0" sz="1800" b="1" i="0" u="none" strike="noStrike" kern="1200" cap="none" spc="0" normalizeH="0" baseline="0" noProof="0">
                <a:solidFill>
                  <a:schemeClr val="tx1"/>
                </a:solidFill>
                <a:uLnTx/>
                <a:uFillTx/>
                <a:latin typeface="+mn-lt"/>
                <a:ea typeface="+mn-ea"/>
                <a:cs typeface="+mn-cs"/>
                <a:sym typeface="Wingdings" panose="05000000000000000000"/>
              </a:defRPr>
            </a:lvl3pPr>
            <a:lvl4pPr marL="1371600" marR="0" indent="0" algn="l" defTabSz="914400" rtl="0" eaLnBrk="1" fontAlgn="auto" latinLnBrk="0" hangingPunct="1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 kumimoji="0" sz="1600" b="1" i="0" u="none" strike="noStrike" kern="1200" cap="none" spc="0" normalizeH="0" baseline="0" noProof="0">
                <a:solidFill>
                  <a:schemeClr val="tx1"/>
                </a:solidFill>
                <a:uLnTx/>
                <a:uFillTx/>
                <a:latin typeface="+mn-lt"/>
                <a:ea typeface="+mn-ea"/>
                <a:cs typeface="+mn-cs"/>
                <a:sym typeface="Wingdings" panose="05000000000000000000"/>
              </a:defRPr>
            </a:lvl4pPr>
            <a:lvl5pPr marL="1828800" marR="0" indent="0" algn="l" defTabSz="914400" rtl="0" eaLnBrk="1" fontAlgn="auto" latinLnBrk="0" hangingPunct="1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 kumimoji="0" sz="1600" b="1" i="0" u="none" strike="noStrike" kern="1200" cap="none" spc="0" normalizeH="0" baseline="0" noProof="0">
                <a:solidFill>
                  <a:schemeClr val="tx1"/>
                </a:solidFill>
                <a:uLnTx/>
                <a:uFillTx/>
                <a:latin typeface="+mn-lt"/>
                <a:ea typeface="+mn-ea"/>
                <a:cs typeface="+mn-cs"/>
                <a:sym typeface="Wingdings" panose="05000000000000000000"/>
              </a:defRPr>
            </a:lvl5pPr>
            <a:lvl6pPr marL="2286000" marR="0" indent="0" algn="l" defTabSz="914400" rtl="0" eaLnBrk="1" fontAlgn="auto" latinLnBrk="0" hangingPunct="1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 kumimoji="0" sz="1600" b="1" i="0" u="none" strike="noStrike" kern="1200" cap="none" spc="0" normalizeH="0" baseline="0" noProof="0">
                <a:solidFill>
                  <a:schemeClr val="tx1"/>
                </a:solidFill>
                <a:uLnTx/>
                <a:uFillTx/>
                <a:latin typeface="+mn-lt"/>
                <a:ea typeface="+mn-ea"/>
                <a:cs typeface="+mn-cs"/>
                <a:sym typeface="Wingdings" panose="05000000000000000000"/>
              </a:defRPr>
            </a:lvl6pPr>
            <a:lvl7pPr marL="2743200" marR="0" indent="0" algn="l" defTabSz="914400" rtl="0" eaLnBrk="1" fontAlgn="auto" latinLnBrk="0" hangingPunct="1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 kumimoji="0" sz="1600" b="1" i="0" u="none" strike="noStrike" kern="1200" cap="none" spc="0" normalizeH="0" baseline="0" noProof="0">
                <a:solidFill>
                  <a:schemeClr val="tx1"/>
                </a:solidFill>
                <a:uLnTx/>
                <a:uFillTx/>
                <a:latin typeface="+mn-lt"/>
                <a:ea typeface="+mn-ea"/>
                <a:cs typeface="+mn-cs"/>
                <a:sym typeface="Wingdings" panose="05000000000000000000"/>
              </a:defRPr>
            </a:lvl7pPr>
            <a:lvl8pPr marL="3200400" marR="0" indent="0" algn="l" defTabSz="914400" rtl="0" eaLnBrk="1" fontAlgn="auto" latinLnBrk="0" hangingPunct="1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 kumimoji="0" sz="1600" b="1" i="0" u="none" strike="noStrike" kern="1200" cap="none" spc="0" normalizeH="0" baseline="0" noProof="0">
                <a:solidFill>
                  <a:schemeClr val="tx1"/>
                </a:solidFill>
                <a:uLnTx/>
                <a:uFillTx/>
                <a:latin typeface="+mn-lt"/>
                <a:ea typeface="+mn-ea"/>
                <a:cs typeface="+mn-cs"/>
                <a:sym typeface="Wingdings" panose="05000000000000000000"/>
              </a:defRPr>
            </a:lvl8pPr>
            <a:lvl9pPr marL="3657600" marR="0" indent="0" algn="l" defTabSz="914400" rtl="0" eaLnBrk="1" fontAlgn="auto" latinLnBrk="0" hangingPunct="1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 kumimoji="0" sz="1600" b="1" i="0" u="none" strike="noStrike" kern="1200" cap="none" spc="0" normalizeH="0" baseline="0" noProof="0">
                <a:solidFill>
                  <a:schemeClr val="tx1"/>
                </a:solidFill>
                <a:uLnTx/>
                <a:uFillTx/>
                <a:latin typeface="+mn-lt"/>
                <a:ea typeface="+mn-ea"/>
                <a:cs typeface="+mn-cs"/>
                <a:sym typeface="Wingdings" panose="05000000000000000000"/>
              </a:defRPr>
            </a:lvl9pPr>
          </a:lstStyle>
          <a:p>
            <a:pPr lvl="0"/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单击此处编辑母版文本样式</a:t>
            </a:r>
          </a:p>
        </p:txBody>
      </p:sp>
      <p:sp>
        <p:nvSpPr>
          <p:cNvPr id="9" name="内容占位符 3"/>
          <p:cNvSpPr txBox="1"/>
          <p:nvPr/>
        </p:nvSpPr>
        <p:spPr>
          <a:xfrm>
            <a:off x="839788" y="2505075"/>
            <a:ext cx="5157787" cy="3684588"/>
          </a:xfrm>
          <a:prstGeom prst="rect">
            <a:avLst/>
          </a:prstGeom>
          <a:noFill/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lIns="91440" tIns="45720" rIns="91440" bIns="45720"/>
          <a:lstStyle>
            <a:lvl1pPr marL="228600" marR="0" indent="-22860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defRPr kumimoji="0" sz="2800" b="0" i="0" u="none" strike="noStrike" kern="1200" cap="none" spc="0" normalizeH="0" baseline="0" noProof="0">
                <a:solidFill>
                  <a:schemeClr val="tx1"/>
                </a:solidFill>
                <a:uLnTx/>
                <a:uFillTx/>
                <a:latin typeface="+mn-lt"/>
                <a:ea typeface="+mn-ea"/>
                <a:cs typeface="+mn-cs"/>
                <a:sym typeface="Wingdings" panose="05000000000000000000"/>
              </a:defRPr>
            </a:lvl1pPr>
            <a:lvl2pPr marL="685800" marR="0" indent="-228600" algn="l" defTabSz="914400" rtl="0" eaLnBrk="1" fontAlgn="auto" latinLnBrk="0" hangingPunct="1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defRPr kumimoji="0" sz="2400" b="0" i="0" u="none" strike="noStrike" kern="1200" cap="none" spc="0" normalizeH="0" baseline="0" noProof="0">
                <a:solidFill>
                  <a:schemeClr val="tx1"/>
                </a:solidFill>
                <a:uLnTx/>
                <a:uFillTx/>
                <a:latin typeface="+mn-lt"/>
                <a:ea typeface="+mn-ea"/>
                <a:cs typeface="+mn-cs"/>
                <a:sym typeface="Wingdings" panose="05000000000000000000"/>
              </a:defRPr>
            </a:lvl2pPr>
            <a:lvl3pPr marL="1143000" marR="0" indent="-228600" algn="l" defTabSz="914400" rtl="0" eaLnBrk="1" fontAlgn="auto" latinLnBrk="0" hangingPunct="1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defRPr kumimoji="0" sz="2000" b="0" i="0" u="none" strike="noStrike" kern="1200" cap="none" spc="0" normalizeH="0" baseline="0" noProof="0">
                <a:solidFill>
                  <a:schemeClr val="tx1"/>
                </a:solidFill>
                <a:uLnTx/>
                <a:uFillTx/>
                <a:latin typeface="+mn-lt"/>
                <a:ea typeface="+mn-ea"/>
                <a:cs typeface="+mn-cs"/>
                <a:sym typeface="Wingdings" panose="05000000000000000000"/>
              </a:defRPr>
            </a:lvl3pPr>
            <a:lvl4pPr marL="1600200" marR="0" indent="-228600" algn="l" defTabSz="914400" rtl="0" eaLnBrk="1" fontAlgn="auto" latinLnBrk="0" hangingPunct="1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defRPr kumimoji="0" sz="1800" b="0" i="0" u="none" strike="noStrike" kern="1200" cap="none" spc="0" normalizeH="0" baseline="0" noProof="0">
                <a:solidFill>
                  <a:schemeClr val="tx1"/>
                </a:solidFill>
                <a:uLnTx/>
                <a:uFillTx/>
                <a:latin typeface="+mn-lt"/>
                <a:ea typeface="+mn-ea"/>
                <a:cs typeface="+mn-cs"/>
                <a:sym typeface="Wingdings" panose="05000000000000000000"/>
              </a:defRPr>
            </a:lvl4pPr>
            <a:lvl5pPr marL="2057400" marR="0" indent="-228600" algn="l" defTabSz="914400" rtl="0" eaLnBrk="1" fontAlgn="auto" latinLnBrk="0" hangingPunct="1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defRPr kumimoji="0" sz="1800" b="0" i="0" u="none" strike="noStrike" kern="1200" cap="none" spc="0" normalizeH="0" baseline="0" noProof="0">
                <a:solidFill>
                  <a:schemeClr val="tx1"/>
                </a:solidFill>
                <a:uLnTx/>
                <a:uFillTx/>
                <a:latin typeface="+mn-lt"/>
                <a:ea typeface="+mn-ea"/>
                <a:cs typeface="+mn-cs"/>
                <a:sym typeface="Wingdings" panose="05000000000000000000"/>
              </a:defRPr>
            </a:lvl5pPr>
            <a:lvl6pPr marL="2514600" marR="0" indent="-228600" algn="l" defTabSz="914400" rtl="0" eaLnBrk="1" fontAlgn="auto" latinLnBrk="0" hangingPunct="1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defRPr kumimoji="0" sz="1800" b="0" i="0" u="none" strike="noStrike" kern="1200" cap="none" spc="0" normalizeH="0" baseline="0" noProof="0">
                <a:solidFill>
                  <a:schemeClr val="tx1"/>
                </a:solidFill>
                <a:uLnTx/>
                <a:uFillTx/>
                <a:latin typeface="+mn-lt"/>
                <a:ea typeface="+mn-ea"/>
                <a:cs typeface="+mn-cs"/>
                <a:sym typeface="Wingdings" panose="05000000000000000000"/>
              </a:defRPr>
            </a:lvl6pPr>
            <a:lvl7pPr marL="2971800" marR="0" indent="-228600" algn="l" defTabSz="914400" rtl="0" eaLnBrk="1" fontAlgn="auto" latinLnBrk="0" hangingPunct="1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defRPr kumimoji="0" sz="1800" b="0" i="0" u="none" strike="noStrike" kern="1200" cap="none" spc="0" normalizeH="0" baseline="0" noProof="0">
                <a:solidFill>
                  <a:schemeClr val="tx1"/>
                </a:solidFill>
                <a:uLnTx/>
                <a:uFillTx/>
                <a:latin typeface="+mn-lt"/>
                <a:ea typeface="+mn-ea"/>
                <a:cs typeface="+mn-cs"/>
                <a:sym typeface="Wingdings" panose="05000000000000000000"/>
              </a:defRPr>
            </a:lvl7pPr>
            <a:lvl8pPr marL="3429000" marR="0" indent="-228600" algn="l" defTabSz="914400" rtl="0" eaLnBrk="1" fontAlgn="auto" latinLnBrk="0" hangingPunct="1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defRPr kumimoji="0" sz="1800" b="0" i="0" u="none" strike="noStrike" kern="1200" cap="none" spc="0" normalizeH="0" baseline="0" noProof="0">
                <a:solidFill>
                  <a:schemeClr val="tx1"/>
                </a:solidFill>
                <a:uLnTx/>
                <a:uFillTx/>
                <a:latin typeface="+mn-lt"/>
                <a:ea typeface="+mn-ea"/>
                <a:cs typeface="+mn-cs"/>
                <a:sym typeface="Wingdings" panose="05000000000000000000"/>
              </a:defRPr>
            </a:lvl8pPr>
            <a:lvl9pPr marL="3886200" marR="0" indent="-228600" algn="l" defTabSz="914400" rtl="0" eaLnBrk="1" fontAlgn="auto" latinLnBrk="0" hangingPunct="1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defRPr kumimoji="0" sz="1800" b="0" i="0" u="none" strike="noStrike" kern="1200" cap="none" spc="0" normalizeH="0" baseline="0" noProof="0">
                <a:solidFill>
                  <a:schemeClr val="tx1"/>
                </a:solidFill>
                <a:uLnTx/>
                <a:uFillTx/>
                <a:latin typeface="+mn-lt"/>
                <a:ea typeface="+mn-ea"/>
                <a:cs typeface="+mn-cs"/>
                <a:sym typeface="Wingdings" panose="05000000000000000000"/>
              </a:defRPr>
            </a:lvl9pPr>
          </a:lstStyle>
          <a:p>
            <a:pPr lvl="0"/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单击此处编辑母版文本样式</a:t>
            </a:r>
          </a:p>
          <a:p>
            <a:pPr lvl="1"/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二级</a:t>
            </a:r>
          </a:p>
          <a:p>
            <a:pPr lvl="2"/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三级</a:t>
            </a:r>
          </a:p>
          <a:p>
            <a:pPr lvl="3"/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四级</a:t>
            </a:r>
          </a:p>
          <a:p>
            <a:pPr lvl="4"/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五级</a:t>
            </a:r>
          </a:p>
        </p:txBody>
      </p:sp>
      <p:sp>
        <p:nvSpPr>
          <p:cNvPr id="10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11" name="内容占位符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12" name="页脚占位符 7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</p:spPr>
        <p:txBody>
          <a:bodyPr/>
          <a:lstStyle/>
          <a:p>
            <a:endParaRPr lang="zh-CN" altLang="en-US"/>
          </a:p>
        </p:txBody>
      </p:sp>
      <p:sp>
        <p:nvSpPr>
          <p:cNvPr id="13" name="灯片编号占位符 8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/>
          <a:lstStyle/>
          <a:p>
            <a:fld id="{E9B957CC-A438-4D82-B305-22914934740F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  <p:transition/>
  <p:hf sldNum="0" ftr="0" dt="0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/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1"/>
            <a:ext cx="12192000" cy="6858000"/>
          </a:xfrm>
          <a:prstGeom prst="rect">
            <a:avLst/>
          </a:prstGeom>
        </p:spPr>
      </p:pic>
      <p:grpSp>
        <p:nvGrpSpPr>
          <p:cNvPr id="3" name="组合 2"/>
          <p:cNvGrpSpPr/>
          <p:nvPr userDrawn="1"/>
        </p:nvGrpSpPr>
        <p:grpSpPr>
          <a:xfrm>
            <a:off x="171450" y="203200"/>
            <a:ext cx="11849100" cy="6502400"/>
            <a:chOff x="4027350" y="1602462"/>
            <a:chExt cx="10649116" cy="5164375"/>
          </a:xfrm>
        </p:grpSpPr>
        <p:sp>
          <p:nvSpPr>
            <p:cNvPr id="4" name="矩形: 圆角 4"/>
            <p:cNvSpPr/>
            <p:nvPr/>
          </p:nvSpPr>
          <p:spPr>
            <a:xfrm>
              <a:off x="4027350" y="1602462"/>
              <a:ext cx="10649116" cy="5164375"/>
            </a:xfrm>
            <a:prstGeom prst="rect">
              <a:avLst/>
            </a:prstGeom>
            <a:solidFill>
              <a:schemeClr val="bg1">
                <a:alpha val="93000"/>
              </a:schemeClr>
            </a:solidFill>
            <a:ln w="57150">
              <a:noFill/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6" name="矩形: 圆角 3"/>
            <p:cNvSpPr/>
            <p:nvPr/>
          </p:nvSpPr>
          <p:spPr>
            <a:xfrm>
              <a:off x="4192533" y="1766498"/>
              <a:ext cx="10318750" cy="4842529"/>
            </a:xfrm>
            <a:prstGeom prst="rect">
              <a:avLst/>
            </a:prstGeom>
            <a:noFill/>
            <a:ln w="19050">
              <a:solidFill>
                <a:srgbClr val="0A477A"/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7" name="矩形: 圆角 4"/>
            <p:cNvSpPr/>
            <p:nvPr/>
          </p:nvSpPr>
          <p:spPr>
            <a:xfrm>
              <a:off x="4373507" y="1915827"/>
              <a:ext cx="9956800" cy="4537647"/>
            </a:xfrm>
            <a:prstGeom prst="rect">
              <a:avLst/>
            </a:prstGeom>
            <a:solidFill>
              <a:schemeClr val="bg1">
                <a:alpha val="89000"/>
              </a:schemeClr>
            </a:solidFill>
            <a:ln w="57150">
              <a:noFill/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  <p:sp>
        <p:nvSpPr>
          <p:cNvPr id="5" name="标题 4"/>
          <p:cNvSpPr>
            <a:spLocks noGrp="1"/>
          </p:cNvSpPr>
          <p:nvPr>
            <p:ph type="title"/>
          </p:nvPr>
        </p:nvSpPr>
        <p:spPr>
          <a:xfrm>
            <a:off x="660400" y="622949"/>
            <a:ext cx="10515600" cy="510461"/>
          </a:xfrm>
          <a:noFill/>
        </p:spPr>
        <p:txBody>
          <a:bodyPr wrap="square">
            <a:spAutoFit/>
          </a:bodyPr>
          <a:lstStyle>
            <a:lvl1pPr>
              <a:defRPr lang="zh-CN" altLang="en-US" sz="2400" b="1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1pPr>
          </a:lstStyle>
          <a:p>
            <a:pPr marL="0" lvl="0">
              <a:lnSpc>
                <a:spcPct val="120000"/>
              </a:lnSpc>
            </a:pPr>
            <a:r>
              <a:rPr lang="zh-CN" altLang="en-US" dirty="0"/>
              <a:t>单击此处编辑母版标题样式</a:t>
            </a:r>
          </a:p>
        </p:txBody>
      </p:sp>
    </p:spTree>
  </p:cSld>
  <p:clrMapOvr>
    <a:masterClrMapping/>
  </p:clrMapOvr>
  <p:transition/>
  <p:hf sldNum="0" ftr="0" dt="0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p:transition/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4" Type="http://schemas.openxmlformats.org/officeDocument/2006/relationships/theme" Target="../theme/theme1.xml"/></Relationships>
</file>

<file path=ppt/slideMasters/_rels/slideMaster2.xml.rels><?xml version="1.0" encoding="UTF-8" standalone="yes"?>
<Relationships xmlns="http://schemas.openxmlformats.org/package/2006/relationships"><Relationship Id="rId2" Type="http://schemas.openxmlformats.org/officeDocument/2006/relationships/theme" Target="../theme/theme2.xml"/><Relationship Id="rId1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 dirty="0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二级</a:t>
            </a:r>
          </a:p>
          <a:p>
            <a:pPr lvl="2"/>
            <a:r>
              <a:rPr lang="zh-CN" altLang="en-US" dirty="0"/>
              <a:t>三级</a:t>
            </a:r>
          </a:p>
          <a:p>
            <a:pPr lvl="3"/>
            <a:r>
              <a:rPr lang="zh-CN" altLang="en-US" dirty="0"/>
              <a:t>四级</a:t>
            </a:r>
          </a:p>
          <a:p>
            <a:pPr lvl="4"/>
            <a:r>
              <a:rPr lang="zh-CN" altLang="en-US" dirty="0"/>
              <a:t>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fld id="{83DF9296-9C12-4795-93A7-78D1F5FA0FD1}" type="datetimeFigureOut">
              <a:rPr lang="zh-CN" altLang="en-US" smtClean="0"/>
              <a:pPr/>
              <a:t>2026/8/5</a:t>
            </a:fld>
            <a:endParaRPr lang="zh-CN" altLang="en-US" dirty="0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endParaRPr lang="zh-CN" altLang="en-US" dirty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fld id="{1120B4B7-59F9-442C-A6C7-C236426E4CD6}" type="slidenum">
              <a:rPr lang="zh-CN" altLang="en-US" smtClean="0"/>
              <a:pPr/>
              <a:t>‹#›</a:t>
            </a:fld>
            <a:endParaRPr lang="zh-CN" alt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</p:sldLayoutIdLst>
  <p:transition/>
  <p:hf sldNum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微软雅黑" panose="020B0503020204020204" pitchFamily="34" charset="-122"/>
          <a:ea typeface="微软雅黑" panose="020B0503020204020204" pitchFamily="34" charset="-122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微软雅黑" panose="020B0503020204020204" pitchFamily="34" charset="-122"/>
          <a:ea typeface="微软雅黑" panose="020B0503020204020204" pitchFamily="34" charset="-122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微软雅黑" panose="020B0503020204020204" pitchFamily="34" charset="-122"/>
          <a:ea typeface="微软雅黑" panose="020B0503020204020204" pitchFamily="34" charset="-122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微软雅黑" panose="020B0503020204020204" pitchFamily="34" charset="-122"/>
          <a:ea typeface="微软雅黑" panose="020B0503020204020204" pitchFamily="34" charset="-122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微软雅黑" panose="020B0503020204020204" pitchFamily="34" charset="-122"/>
          <a:ea typeface="微软雅黑" panose="020B0503020204020204" pitchFamily="34" charset="-122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微软雅黑" panose="020B0503020204020204" pitchFamily="34" charset="-122"/>
          <a:ea typeface="微软雅黑" panose="020B0503020204020204" pitchFamily="34" charset="-122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53" r:id="rId1"/>
  </p:sldLayoutIdLst>
  <p:transition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Relationship Id="rId6" Type="http://schemas.microsoft.com/office/2007/relationships/hdphoto" Target="../media/hdphoto1.wdp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2.xml.rels><?xml version="1.0" encoding="UTF-8" standalone="yes"?>
<Relationships xmlns="http://schemas.openxmlformats.org/package/2006/relationships"><Relationship Id="rId3" Type="http://schemas.microsoft.com/office/2007/relationships/hdphoto" Target="../media/hdphoto2.wdp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7.png"/><Relationship Id="rId4" Type="http://schemas.openxmlformats.org/officeDocument/2006/relationships/image" Target="../media/image2.png"/></Relationships>
</file>

<file path=ppt/slides/_rels/slide3.xml.rels><?xml version="1.0" encoding="UTF-8" standalone="yes"?>
<Relationships xmlns="http://schemas.openxmlformats.org/package/2006/relationships"><Relationship Id="rId3" Type="http://schemas.microsoft.com/office/2007/relationships/hdphoto" Target="../media/hdphoto2.wdp"/><Relationship Id="rId7" Type="http://schemas.openxmlformats.org/officeDocument/2006/relationships/image" Target="../media/image9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7.png"/><Relationship Id="rId5" Type="http://schemas.openxmlformats.org/officeDocument/2006/relationships/image" Target="../media/image2.png"/><Relationship Id="rId4" Type="http://schemas.openxmlformats.org/officeDocument/2006/relationships/image" Target="../media/image8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jpeg"/><Relationship Id="rId2" Type="http://schemas.openxmlformats.org/officeDocument/2006/relationships/slideLayout" Target="../slideLayouts/slideLayout3.xml"/><Relationship Id="rId1" Type="http://schemas.openxmlformats.org/officeDocument/2006/relationships/tags" Target="../tags/tag2.xml"/><Relationship Id="rId6" Type="http://schemas.openxmlformats.org/officeDocument/2006/relationships/image" Target="../media/image13.jpeg"/><Relationship Id="rId5" Type="http://schemas.openxmlformats.org/officeDocument/2006/relationships/image" Target="../media/image12.jpeg"/><Relationship Id="rId4" Type="http://schemas.openxmlformats.org/officeDocument/2006/relationships/image" Target="../media/image11.jpeg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tags" Target="../tags/tag5.xml"/><Relationship Id="rId2" Type="http://schemas.openxmlformats.org/officeDocument/2006/relationships/tags" Target="../tags/tag4.xml"/><Relationship Id="rId1" Type="http://schemas.openxmlformats.org/officeDocument/2006/relationships/tags" Target="../tags/tag3.xml"/><Relationship Id="rId4" Type="http://schemas.openxmlformats.org/officeDocument/2006/relationships/slideLayout" Target="../slideLayouts/slideLayout3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tags" Target="../tags/tag7.xml"/><Relationship Id="rId1" Type="http://schemas.openxmlformats.org/officeDocument/2006/relationships/tags" Target="../tags/tag6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3.xml"/></Relationships>
</file>

<file path=ppt/slides/_rels/slide16.xml.rels><?xml version="1.0" encoding="UTF-8" standalone="yes"?>
<Relationships xmlns="http://schemas.openxmlformats.org/package/2006/relationships"><Relationship Id="rId3" Type="http://schemas.microsoft.com/office/2007/relationships/hdphoto" Target="../media/hdphoto2.wdp"/><Relationship Id="rId7" Type="http://schemas.openxmlformats.org/officeDocument/2006/relationships/image" Target="../media/image9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7.png"/><Relationship Id="rId5" Type="http://schemas.openxmlformats.org/officeDocument/2006/relationships/image" Target="../media/image2.png"/><Relationship Id="rId4" Type="http://schemas.openxmlformats.org/officeDocument/2006/relationships/image" Target="../media/image8.png"/></Relationships>
</file>

<file path=ppt/slides/_rels/slide17.xml.rels><?xml version="1.0" encoding="UTF-8" standalone="yes"?>
<Relationships xmlns="http://schemas.openxmlformats.org/package/2006/relationships"><Relationship Id="rId8" Type="http://schemas.openxmlformats.org/officeDocument/2006/relationships/image" Target="../media/image15.png"/><Relationship Id="rId3" Type="http://schemas.openxmlformats.org/officeDocument/2006/relationships/tags" Target="../tags/tag10.xml"/><Relationship Id="rId7" Type="http://schemas.openxmlformats.org/officeDocument/2006/relationships/slideLayout" Target="../slideLayouts/slideLayout3.xml"/><Relationship Id="rId2" Type="http://schemas.openxmlformats.org/officeDocument/2006/relationships/tags" Target="../tags/tag9.xml"/><Relationship Id="rId1" Type="http://schemas.openxmlformats.org/officeDocument/2006/relationships/tags" Target="../tags/tag8.xml"/><Relationship Id="rId6" Type="http://schemas.openxmlformats.org/officeDocument/2006/relationships/tags" Target="../tags/tag13.xml"/><Relationship Id="rId5" Type="http://schemas.openxmlformats.org/officeDocument/2006/relationships/tags" Target="../tags/tag12.xml"/><Relationship Id="rId4" Type="http://schemas.openxmlformats.org/officeDocument/2006/relationships/tags" Target="../tags/tag11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tags" Target="../tags/tag16.xml"/><Relationship Id="rId2" Type="http://schemas.openxmlformats.org/officeDocument/2006/relationships/tags" Target="../tags/tag15.xml"/><Relationship Id="rId1" Type="http://schemas.openxmlformats.org/officeDocument/2006/relationships/tags" Target="../tags/tag14.xml"/><Relationship Id="rId4" Type="http://schemas.openxmlformats.org/officeDocument/2006/relationships/slideLayout" Target="../slideLayouts/slideLayout3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0.xml.rels><?xml version="1.0" encoding="UTF-8" standalone="yes"?>
<Relationships xmlns="http://schemas.openxmlformats.org/package/2006/relationships"><Relationship Id="rId3" Type="http://schemas.microsoft.com/office/2007/relationships/hdphoto" Target="../media/hdphoto2.wdp"/><Relationship Id="rId7" Type="http://schemas.openxmlformats.org/officeDocument/2006/relationships/image" Target="../media/image9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7.png"/><Relationship Id="rId5" Type="http://schemas.openxmlformats.org/officeDocument/2006/relationships/image" Target="../media/image2.png"/><Relationship Id="rId4" Type="http://schemas.openxmlformats.org/officeDocument/2006/relationships/image" Target="../media/image8.png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3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tags" Target="../tags/tag19.xml"/><Relationship Id="rId2" Type="http://schemas.openxmlformats.org/officeDocument/2006/relationships/tags" Target="../tags/tag18.xml"/><Relationship Id="rId1" Type="http://schemas.openxmlformats.org/officeDocument/2006/relationships/tags" Target="../tags/tag17.xml"/><Relationship Id="rId6" Type="http://schemas.openxmlformats.org/officeDocument/2006/relationships/slideLayout" Target="../slideLayouts/slideLayout3.xml"/><Relationship Id="rId5" Type="http://schemas.openxmlformats.org/officeDocument/2006/relationships/tags" Target="../tags/tag21.xml"/><Relationship Id="rId4" Type="http://schemas.openxmlformats.org/officeDocument/2006/relationships/tags" Target="../tags/tag20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8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3.xml"/><Relationship Id="rId3" Type="http://schemas.openxmlformats.org/officeDocument/2006/relationships/tags" Target="../tags/tag24.xml"/><Relationship Id="rId7" Type="http://schemas.openxmlformats.org/officeDocument/2006/relationships/tags" Target="../tags/tag28.xml"/><Relationship Id="rId2" Type="http://schemas.openxmlformats.org/officeDocument/2006/relationships/tags" Target="../tags/tag23.xml"/><Relationship Id="rId1" Type="http://schemas.openxmlformats.org/officeDocument/2006/relationships/tags" Target="../tags/tag22.xml"/><Relationship Id="rId6" Type="http://schemas.openxmlformats.org/officeDocument/2006/relationships/tags" Target="../tags/tag27.xml"/><Relationship Id="rId5" Type="http://schemas.openxmlformats.org/officeDocument/2006/relationships/tags" Target="../tags/tag26.xml"/><Relationship Id="rId4" Type="http://schemas.openxmlformats.org/officeDocument/2006/relationships/tags" Target="../tags/tag25.xml"/><Relationship Id="rId9" Type="http://schemas.openxmlformats.org/officeDocument/2006/relationships/image" Target="../media/image17.png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3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Relationship Id="rId6" Type="http://schemas.microsoft.com/office/2007/relationships/hdphoto" Target="../media/hdphoto1.wdp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31.xml.rels><?xml version="1.0" encoding="UTF-8" standalone="yes"?>
<Relationships xmlns="http://schemas.openxmlformats.org/package/2006/relationships"><Relationship Id="rId8" Type="http://schemas.openxmlformats.org/officeDocument/2006/relationships/hyperlink" Target="http://www.1ppt.com/xiazai/" TargetMode="External"/><Relationship Id="rId13" Type="http://schemas.openxmlformats.org/officeDocument/2006/relationships/hyperlink" Target="http://www.1ppt.com/kejian/" TargetMode="External"/><Relationship Id="rId18" Type="http://schemas.openxmlformats.org/officeDocument/2006/relationships/image" Target="../media/image18.png"/><Relationship Id="rId3" Type="http://schemas.openxmlformats.org/officeDocument/2006/relationships/hyperlink" Target="http://www.1ppt.com/hangye/" TargetMode="External"/><Relationship Id="rId7" Type="http://schemas.openxmlformats.org/officeDocument/2006/relationships/hyperlink" Target="http://www.1ppt.com/tubiao/" TargetMode="External"/><Relationship Id="rId12" Type="http://schemas.openxmlformats.org/officeDocument/2006/relationships/hyperlink" Target="http://www.1ppt.com/jianli/" TargetMode="External"/><Relationship Id="rId17" Type="http://schemas.openxmlformats.org/officeDocument/2006/relationships/hyperlink" Target="http://www.1ppt.com/ziti/" TargetMode="External"/><Relationship Id="rId2" Type="http://schemas.openxmlformats.org/officeDocument/2006/relationships/hyperlink" Target="http://www.1ppt.com/moban/" TargetMode="External"/><Relationship Id="rId16" Type="http://schemas.openxmlformats.org/officeDocument/2006/relationships/hyperlink" Target="http://www.1ppt.com/jiaoan/" TargetMode="External"/><Relationship Id="rId1" Type="http://schemas.openxmlformats.org/officeDocument/2006/relationships/slideLayout" Target="../slideLayouts/slideLayout4.xml"/><Relationship Id="rId6" Type="http://schemas.openxmlformats.org/officeDocument/2006/relationships/hyperlink" Target="http://www.1ppt.com/beijing/" TargetMode="External"/><Relationship Id="rId11" Type="http://schemas.openxmlformats.org/officeDocument/2006/relationships/hyperlink" Target="http://www.1ppt.com/excel/" TargetMode="External"/><Relationship Id="rId5" Type="http://schemas.openxmlformats.org/officeDocument/2006/relationships/hyperlink" Target="http://www.1ppt.com/sucai/" TargetMode="External"/><Relationship Id="rId15" Type="http://schemas.openxmlformats.org/officeDocument/2006/relationships/hyperlink" Target="http://www.1ppt.com/shiti/" TargetMode="External"/><Relationship Id="rId10" Type="http://schemas.openxmlformats.org/officeDocument/2006/relationships/hyperlink" Target="http://www.1ppt.com/word/" TargetMode="External"/><Relationship Id="rId19" Type="http://schemas.openxmlformats.org/officeDocument/2006/relationships/image" Target="../media/image19.png"/><Relationship Id="rId4" Type="http://schemas.openxmlformats.org/officeDocument/2006/relationships/hyperlink" Target="http://www.1ppt.com/jieri/" TargetMode="External"/><Relationship Id="rId9" Type="http://schemas.openxmlformats.org/officeDocument/2006/relationships/hyperlink" Target="http://www.1ppt.com/powerpoint/" TargetMode="External"/><Relationship Id="rId14" Type="http://schemas.openxmlformats.org/officeDocument/2006/relationships/hyperlink" Target="http://www.1ppt.com/shouchaobao/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组合 1"/>
          <p:cNvGrpSpPr/>
          <p:nvPr/>
        </p:nvGrpSpPr>
        <p:grpSpPr>
          <a:xfrm>
            <a:off x="1032134" y="887272"/>
            <a:ext cx="10089633" cy="4893743"/>
            <a:chOff x="4027350" y="1602462"/>
            <a:chExt cx="10649116" cy="5164375"/>
          </a:xfrm>
        </p:grpSpPr>
        <p:sp>
          <p:nvSpPr>
            <p:cNvPr id="6" name="矩形: 圆角 4"/>
            <p:cNvSpPr/>
            <p:nvPr/>
          </p:nvSpPr>
          <p:spPr>
            <a:xfrm>
              <a:off x="4027350" y="1602462"/>
              <a:ext cx="10649116" cy="5164375"/>
            </a:xfrm>
            <a:prstGeom prst="plaque">
              <a:avLst>
                <a:gd name="adj" fmla="val 12774"/>
              </a:avLst>
            </a:prstGeom>
            <a:solidFill>
              <a:schemeClr val="bg1">
                <a:alpha val="93000"/>
              </a:schemeClr>
            </a:solidFill>
            <a:ln w="57150">
              <a:noFill/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4" name="矩形: 圆角 3"/>
            <p:cNvSpPr/>
            <p:nvPr/>
          </p:nvSpPr>
          <p:spPr>
            <a:xfrm>
              <a:off x="4192533" y="1766498"/>
              <a:ext cx="10318750" cy="4842529"/>
            </a:xfrm>
            <a:prstGeom prst="plaque">
              <a:avLst>
                <a:gd name="adj" fmla="val 14453"/>
              </a:avLst>
            </a:prstGeom>
            <a:noFill/>
            <a:ln w="19050">
              <a:solidFill>
                <a:srgbClr val="0A477A"/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5" name="矩形: 圆角 4"/>
            <p:cNvSpPr/>
            <p:nvPr/>
          </p:nvSpPr>
          <p:spPr>
            <a:xfrm>
              <a:off x="4373507" y="1915827"/>
              <a:ext cx="9956800" cy="4537647"/>
            </a:xfrm>
            <a:prstGeom prst="plaque">
              <a:avLst>
                <a:gd name="adj" fmla="val 15190"/>
              </a:avLst>
            </a:prstGeom>
            <a:solidFill>
              <a:schemeClr val="bg1">
                <a:alpha val="89000"/>
              </a:schemeClr>
            </a:solidFill>
            <a:ln w="57150">
              <a:noFill/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  <p:sp>
        <p:nvSpPr>
          <p:cNvPr id="11" name="文本框 10"/>
          <p:cNvSpPr txBox="1"/>
          <p:nvPr/>
        </p:nvSpPr>
        <p:spPr>
          <a:xfrm>
            <a:off x="2651125" y="3937001"/>
            <a:ext cx="6642099" cy="492443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lvl="0" algn="ctr">
              <a:defRPr/>
            </a:pPr>
            <a:r>
              <a:rPr lang="en-US" altLang="zh-CN" sz="1600" spc="300" dirty="0">
                <a:ln w="0"/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SWALLOWING MOUNTAINS AND RIVERS IN LANGUAGE, WRITING FOR THOUSANDS OF YEARS</a:t>
            </a:r>
          </a:p>
        </p:txBody>
      </p:sp>
      <p:grpSp>
        <p:nvGrpSpPr>
          <p:cNvPr id="22" name="组合 21"/>
          <p:cNvGrpSpPr/>
          <p:nvPr/>
        </p:nvGrpSpPr>
        <p:grpSpPr>
          <a:xfrm>
            <a:off x="3698229" y="1771363"/>
            <a:ext cx="4547891" cy="432792"/>
            <a:chOff x="3910310" y="1682463"/>
            <a:chExt cx="4547891" cy="432792"/>
          </a:xfrm>
        </p:grpSpPr>
        <p:sp>
          <p:nvSpPr>
            <p:cNvPr id="13" name="文本框 12"/>
            <p:cNvSpPr txBox="1"/>
            <p:nvPr/>
          </p:nvSpPr>
          <p:spPr>
            <a:xfrm>
              <a:off x="3910310" y="1682463"/>
              <a:ext cx="453728" cy="432792"/>
            </a:xfrm>
            <a:prstGeom prst="ellipse">
              <a:avLst/>
            </a:prstGeom>
            <a:solidFill>
              <a:srgbClr val="0A477A"/>
            </a:solidFill>
          </p:spPr>
          <p:txBody>
            <a:bodyPr wrap="square" lIns="0" tIns="0" rIns="0" bIns="0" rtlCol="0">
              <a:spAutoFit/>
            </a:bodyPr>
            <a:lstStyle/>
            <a:p>
              <a:pPr lvl="0" algn="dist">
                <a:defRPr/>
              </a:pPr>
              <a:r>
                <a:rPr lang="zh-CN" altLang="en-US" sz="2000" b="1" dirty="0">
                  <a:ln w="0"/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+mn-ea"/>
                  <a:sym typeface="+mn-lt"/>
                </a:rPr>
                <a:t>初</a:t>
              </a:r>
            </a:p>
          </p:txBody>
        </p:sp>
        <p:sp>
          <p:nvSpPr>
            <p:cNvPr id="14" name="文本框 13"/>
            <p:cNvSpPr txBox="1"/>
            <p:nvPr/>
          </p:nvSpPr>
          <p:spPr>
            <a:xfrm>
              <a:off x="4422080" y="1682463"/>
              <a:ext cx="453728" cy="432792"/>
            </a:xfrm>
            <a:prstGeom prst="ellipse">
              <a:avLst/>
            </a:prstGeom>
            <a:solidFill>
              <a:srgbClr val="0A477A"/>
            </a:solidFill>
          </p:spPr>
          <p:txBody>
            <a:bodyPr wrap="square" lIns="0" tIns="0" rIns="0" bIns="0" rtlCol="0">
              <a:spAutoFit/>
            </a:bodyPr>
            <a:lstStyle/>
            <a:p>
              <a:pPr lvl="0" algn="dist">
                <a:defRPr/>
              </a:pPr>
              <a:r>
                <a:rPr lang="zh-CN" altLang="en-US" sz="2000" b="1" dirty="0">
                  <a:ln w="0"/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+mn-ea"/>
                  <a:sym typeface="+mn-lt"/>
                </a:rPr>
                <a:t>中</a:t>
              </a:r>
            </a:p>
          </p:txBody>
        </p:sp>
        <p:sp>
          <p:nvSpPr>
            <p:cNvPr id="15" name="文本框 14"/>
            <p:cNvSpPr txBox="1"/>
            <p:nvPr/>
          </p:nvSpPr>
          <p:spPr>
            <a:xfrm>
              <a:off x="4933850" y="1682463"/>
              <a:ext cx="453728" cy="432792"/>
            </a:xfrm>
            <a:prstGeom prst="ellipse">
              <a:avLst/>
            </a:prstGeom>
            <a:solidFill>
              <a:srgbClr val="0A477A"/>
            </a:solidFill>
          </p:spPr>
          <p:txBody>
            <a:bodyPr wrap="square" lIns="0" tIns="0" rIns="0" bIns="0" rtlCol="0">
              <a:spAutoFit/>
            </a:bodyPr>
            <a:lstStyle/>
            <a:p>
              <a:pPr lvl="0" algn="dist">
                <a:defRPr/>
              </a:pPr>
              <a:r>
                <a:rPr lang="zh-CN" altLang="en-US" sz="2000" b="1" dirty="0">
                  <a:ln w="0"/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+mn-ea"/>
                  <a:sym typeface="+mn-lt"/>
                </a:rPr>
                <a:t>语</a:t>
              </a:r>
            </a:p>
          </p:txBody>
        </p:sp>
        <p:sp>
          <p:nvSpPr>
            <p:cNvPr id="16" name="文本框 15"/>
            <p:cNvSpPr txBox="1"/>
            <p:nvPr/>
          </p:nvSpPr>
          <p:spPr>
            <a:xfrm>
              <a:off x="5445620" y="1682463"/>
              <a:ext cx="453728" cy="432792"/>
            </a:xfrm>
            <a:prstGeom prst="ellipse">
              <a:avLst/>
            </a:prstGeom>
            <a:solidFill>
              <a:srgbClr val="0A477A"/>
            </a:solidFill>
          </p:spPr>
          <p:txBody>
            <a:bodyPr wrap="square" lIns="0" tIns="0" rIns="0" bIns="0" rtlCol="0">
              <a:spAutoFit/>
            </a:bodyPr>
            <a:lstStyle/>
            <a:p>
              <a:pPr lvl="0" algn="dist">
                <a:defRPr/>
              </a:pPr>
              <a:r>
                <a:rPr lang="zh-CN" altLang="en-US" sz="2000" b="1" dirty="0">
                  <a:ln w="0"/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+mn-ea"/>
                  <a:sym typeface="+mn-lt"/>
                </a:rPr>
                <a:t>文</a:t>
              </a:r>
            </a:p>
          </p:txBody>
        </p:sp>
        <p:sp>
          <p:nvSpPr>
            <p:cNvPr id="17" name="文本框 16"/>
            <p:cNvSpPr txBox="1"/>
            <p:nvPr/>
          </p:nvSpPr>
          <p:spPr>
            <a:xfrm>
              <a:off x="5957390" y="1682463"/>
              <a:ext cx="453728" cy="432792"/>
            </a:xfrm>
            <a:prstGeom prst="ellipse">
              <a:avLst/>
            </a:prstGeom>
            <a:solidFill>
              <a:srgbClr val="0A477A"/>
            </a:solidFill>
          </p:spPr>
          <p:txBody>
            <a:bodyPr wrap="square" lIns="0" tIns="0" rIns="0" bIns="0" rtlCol="0">
              <a:spAutoFit/>
            </a:bodyPr>
            <a:lstStyle/>
            <a:p>
              <a:pPr lvl="0" algn="dist">
                <a:defRPr/>
              </a:pPr>
              <a:r>
                <a:rPr lang="zh-CN" altLang="en-US" sz="2000" b="1" dirty="0">
                  <a:ln w="0"/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+mn-ea"/>
                  <a:sym typeface="+mn-lt"/>
                </a:rPr>
                <a:t>开</a:t>
              </a:r>
            </a:p>
          </p:txBody>
        </p:sp>
        <p:sp>
          <p:nvSpPr>
            <p:cNvPr id="18" name="文本框 17"/>
            <p:cNvSpPr txBox="1"/>
            <p:nvPr/>
          </p:nvSpPr>
          <p:spPr>
            <a:xfrm>
              <a:off x="6469160" y="1682463"/>
              <a:ext cx="453728" cy="432792"/>
            </a:xfrm>
            <a:prstGeom prst="ellipse">
              <a:avLst/>
            </a:prstGeom>
            <a:solidFill>
              <a:srgbClr val="0A477A"/>
            </a:solidFill>
          </p:spPr>
          <p:txBody>
            <a:bodyPr wrap="square" lIns="0" tIns="0" rIns="0" bIns="0" rtlCol="0">
              <a:spAutoFit/>
            </a:bodyPr>
            <a:lstStyle/>
            <a:p>
              <a:pPr lvl="0" algn="dist">
                <a:defRPr/>
              </a:pPr>
              <a:r>
                <a:rPr lang="zh-CN" altLang="en-US" sz="2000" b="1" dirty="0">
                  <a:ln w="0"/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+mn-ea"/>
                  <a:sym typeface="+mn-lt"/>
                </a:rPr>
                <a:t>学</a:t>
              </a:r>
            </a:p>
          </p:txBody>
        </p:sp>
        <p:sp>
          <p:nvSpPr>
            <p:cNvPr id="19" name="文本框 18"/>
            <p:cNvSpPr txBox="1"/>
            <p:nvPr/>
          </p:nvSpPr>
          <p:spPr>
            <a:xfrm>
              <a:off x="6980930" y="1682463"/>
              <a:ext cx="453728" cy="432792"/>
            </a:xfrm>
            <a:prstGeom prst="ellipse">
              <a:avLst/>
            </a:prstGeom>
            <a:solidFill>
              <a:srgbClr val="0A477A"/>
            </a:solidFill>
          </p:spPr>
          <p:txBody>
            <a:bodyPr wrap="square" lIns="0" tIns="0" rIns="0" bIns="0" rtlCol="0">
              <a:spAutoFit/>
            </a:bodyPr>
            <a:lstStyle/>
            <a:p>
              <a:pPr lvl="0" algn="dist">
                <a:defRPr/>
              </a:pPr>
              <a:r>
                <a:rPr lang="zh-CN" altLang="en-US" sz="2000" b="1" dirty="0">
                  <a:ln w="0"/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+mn-ea"/>
                  <a:sym typeface="+mn-lt"/>
                </a:rPr>
                <a:t>第</a:t>
              </a:r>
            </a:p>
          </p:txBody>
        </p:sp>
        <p:sp>
          <p:nvSpPr>
            <p:cNvPr id="20" name="文本框 19"/>
            <p:cNvSpPr txBox="1"/>
            <p:nvPr/>
          </p:nvSpPr>
          <p:spPr>
            <a:xfrm>
              <a:off x="7492700" y="1682463"/>
              <a:ext cx="453728" cy="432792"/>
            </a:xfrm>
            <a:prstGeom prst="ellipse">
              <a:avLst/>
            </a:prstGeom>
            <a:solidFill>
              <a:srgbClr val="0A477A"/>
            </a:solidFill>
          </p:spPr>
          <p:txBody>
            <a:bodyPr wrap="square" lIns="0" tIns="0" rIns="0" bIns="0" rtlCol="0">
              <a:spAutoFit/>
            </a:bodyPr>
            <a:lstStyle/>
            <a:p>
              <a:pPr lvl="0" algn="dist">
                <a:defRPr/>
              </a:pPr>
              <a:r>
                <a:rPr lang="zh-CN" altLang="en-US" sz="2000" b="1" dirty="0">
                  <a:ln w="0"/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+mn-ea"/>
                  <a:sym typeface="+mn-lt"/>
                </a:rPr>
                <a:t>一</a:t>
              </a:r>
            </a:p>
          </p:txBody>
        </p:sp>
        <p:sp>
          <p:nvSpPr>
            <p:cNvPr id="21" name="文本框 20"/>
            <p:cNvSpPr txBox="1"/>
            <p:nvPr/>
          </p:nvSpPr>
          <p:spPr>
            <a:xfrm>
              <a:off x="8004473" y="1682463"/>
              <a:ext cx="453728" cy="432792"/>
            </a:xfrm>
            <a:prstGeom prst="ellipse">
              <a:avLst/>
            </a:prstGeom>
            <a:solidFill>
              <a:srgbClr val="0A477A"/>
            </a:solidFill>
          </p:spPr>
          <p:txBody>
            <a:bodyPr wrap="square" lIns="0" tIns="0" rIns="0" bIns="0" rtlCol="0">
              <a:spAutoFit/>
            </a:bodyPr>
            <a:lstStyle/>
            <a:p>
              <a:pPr lvl="0" algn="dist">
                <a:defRPr/>
              </a:pPr>
              <a:r>
                <a:rPr lang="zh-CN" altLang="en-US" sz="2000" b="1" dirty="0">
                  <a:ln w="0"/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+mn-ea"/>
                  <a:sym typeface="+mn-lt"/>
                </a:rPr>
                <a:t>课</a:t>
              </a:r>
            </a:p>
          </p:txBody>
        </p:sp>
      </p:grpSp>
      <p:grpSp>
        <p:nvGrpSpPr>
          <p:cNvPr id="23" name="Group 15"/>
          <p:cNvGrpSpPr/>
          <p:nvPr/>
        </p:nvGrpSpPr>
        <p:grpSpPr>
          <a:xfrm>
            <a:off x="4120004" y="4819164"/>
            <a:ext cx="1897594" cy="333417"/>
            <a:chOff x="2610969" y="6242275"/>
            <a:chExt cx="2667653" cy="468720"/>
          </a:xfrm>
        </p:grpSpPr>
        <p:sp>
          <p:nvSpPr>
            <p:cNvPr id="24" name="矩形 23"/>
            <p:cNvSpPr/>
            <p:nvPr/>
          </p:nvSpPr>
          <p:spPr>
            <a:xfrm>
              <a:off x="3049447" y="6278320"/>
              <a:ext cx="2229175" cy="432675"/>
            </a:xfrm>
            <a:prstGeom prst="rect">
              <a:avLst/>
            </a:prstGeom>
          </p:spPr>
          <p:txBody>
            <a:bodyPr wrap="none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r>
                <a:rPr kumimoji="0" lang="zh-CN" altLang="en-US" sz="1400" i="0" u="none" strike="noStrike" kern="1200" cap="none" spc="0" normalizeH="0" baseline="0" noProof="0" dirty="0">
                  <a:ln>
                    <a:noFill/>
                  </a:ln>
                  <a:solidFill>
                    <a:schemeClr val="tx1">
                      <a:lumMod val="75000"/>
                      <a:lumOff val="25000"/>
                    </a:schemeClr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cs typeface="+mn-ea"/>
                  <a:sym typeface="+mn-lt"/>
                </a:rPr>
                <a:t>演讲人：第一</a:t>
              </a:r>
              <a:r>
                <a:rPr kumimoji="0" lang="en-US" altLang="zh-CN" sz="1400" i="0" u="none" strike="noStrike" kern="1200" cap="none" spc="0" normalizeH="0" baseline="0" noProof="0" dirty="0">
                  <a:ln>
                    <a:noFill/>
                  </a:ln>
                  <a:solidFill>
                    <a:schemeClr val="tx1">
                      <a:lumMod val="75000"/>
                      <a:lumOff val="25000"/>
                    </a:schemeClr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cs typeface="+mn-ea"/>
                  <a:sym typeface="+mn-lt"/>
                </a:rPr>
                <a:t>PPT</a:t>
              </a:r>
              <a:endParaRPr kumimoji="0" lang="zh-CN" altLang="en-US" sz="1400" i="0" u="none" strike="noStrike" kern="1200" cap="none" spc="0" normalizeH="0" baseline="0" noProof="0" dirty="0">
                <a:ln>
                  <a:noFill/>
                </a:ln>
                <a:solidFill>
                  <a:schemeClr val="tx1">
                    <a:lumMod val="75000"/>
                    <a:lumOff val="25000"/>
                  </a:schemeClr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endParaRPr>
            </a:p>
          </p:txBody>
        </p:sp>
        <p:sp>
          <p:nvSpPr>
            <p:cNvPr id="25" name="delivery-package_45936"/>
            <p:cNvSpPr>
              <a:spLocks noChangeAspect="1"/>
            </p:cNvSpPr>
            <p:nvPr/>
          </p:nvSpPr>
          <p:spPr bwMode="auto">
            <a:xfrm>
              <a:off x="2610969" y="6242275"/>
              <a:ext cx="346893" cy="404697"/>
            </a:xfrm>
            <a:custGeom>
              <a:avLst/>
              <a:gdLst>
                <a:gd name="T0" fmla="*/ 9600 w 9600"/>
                <a:gd name="T1" fmla="*/ 10400 h 11200"/>
                <a:gd name="T2" fmla="*/ 8800 w 9600"/>
                <a:gd name="T3" fmla="*/ 11200 h 11200"/>
                <a:gd name="T4" fmla="*/ 800 w 9600"/>
                <a:gd name="T5" fmla="*/ 11200 h 11200"/>
                <a:gd name="T6" fmla="*/ 0 w 9600"/>
                <a:gd name="T7" fmla="*/ 10400 h 11200"/>
                <a:gd name="T8" fmla="*/ 3127 w 9600"/>
                <a:gd name="T9" fmla="*/ 6717 h 11200"/>
                <a:gd name="T10" fmla="*/ 1600 w 9600"/>
                <a:gd name="T11" fmla="*/ 4000 h 11200"/>
                <a:gd name="T12" fmla="*/ 1600 w 9600"/>
                <a:gd name="T13" fmla="*/ 3200 h 11200"/>
                <a:gd name="T14" fmla="*/ 4800 w 9600"/>
                <a:gd name="T15" fmla="*/ 0 h 11200"/>
                <a:gd name="T16" fmla="*/ 8000 w 9600"/>
                <a:gd name="T17" fmla="*/ 3200 h 11200"/>
                <a:gd name="T18" fmla="*/ 8000 w 9600"/>
                <a:gd name="T19" fmla="*/ 4000 h 11200"/>
                <a:gd name="T20" fmla="*/ 6474 w 9600"/>
                <a:gd name="T21" fmla="*/ 6717 h 11200"/>
                <a:gd name="T22" fmla="*/ 9600 w 9600"/>
                <a:gd name="T23" fmla="*/ 10400 h 1120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</a:cxnLst>
              <a:rect l="0" t="0" r="r" b="b"/>
              <a:pathLst>
                <a:path w="9600" h="11200">
                  <a:moveTo>
                    <a:pt x="9600" y="10400"/>
                  </a:moveTo>
                  <a:cubicBezTo>
                    <a:pt x="9600" y="10842"/>
                    <a:pt x="9242" y="11200"/>
                    <a:pt x="8800" y="11200"/>
                  </a:cubicBezTo>
                  <a:lnTo>
                    <a:pt x="800" y="11200"/>
                  </a:lnTo>
                  <a:cubicBezTo>
                    <a:pt x="358" y="11200"/>
                    <a:pt x="0" y="10842"/>
                    <a:pt x="0" y="10400"/>
                  </a:cubicBezTo>
                  <a:cubicBezTo>
                    <a:pt x="0" y="8800"/>
                    <a:pt x="1546" y="7307"/>
                    <a:pt x="3127" y="6717"/>
                  </a:cubicBezTo>
                  <a:cubicBezTo>
                    <a:pt x="2214" y="6153"/>
                    <a:pt x="1600" y="5151"/>
                    <a:pt x="1600" y="4000"/>
                  </a:cubicBezTo>
                  <a:lnTo>
                    <a:pt x="1600" y="3200"/>
                  </a:lnTo>
                  <a:cubicBezTo>
                    <a:pt x="1600" y="1433"/>
                    <a:pt x="3033" y="0"/>
                    <a:pt x="4800" y="0"/>
                  </a:cubicBezTo>
                  <a:cubicBezTo>
                    <a:pt x="6567" y="0"/>
                    <a:pt x="8000" y="1433"/>
                    <a:pt x="8000" y="3200"/>
                  </a:cubicBezTo>
                  <a:lnTo>
                    <a:pt x="8000" y="4000"/>
                  </a:lnTo>
                  <a:cubicBezTo>
                    <a:pt x="8000" y="5151"/>
                    <a:pt x="7386" y="6153"/>
                    <a:pt x="6474" y="6717"/>
                  </a:cubicBezTo>
                  <a:cubicBezTo>
                    <a:pt x="8054" y="7307"/>
                    <a:pt x="9600" y="8800"/>
                    <a:pt x="9600" y="10400"/>
                  </a:cubicBezTo>
                  <a:close/>
                </a:path>
              </a:pathLst>
            </a:custGeom>
            <a:solidFill>
              <a:srgbClr val="0A477A"/>
            </a:solidFill>
            <a:ln>
              <a:noFill/>
            </a:ln>
          </p:spPr>
          <p:txBody>
            <a:bodyPr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200" i="0" u="none" strike="noStrike" kern="1200" cap="none" spc="0" normalizeH="0" baseline="0" noProof="0" dirty="0">
                <a:ln>
                  <a:noFill/>
                </a:ln>
                <a:solidFill>
                  <a:schemeClr val="tx1">
                    <a:lumMod val="75000"/>
                    <a:lumOff val="25000"/>
                  </a:schemeClr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endParaRPr>
            </a:p>
          </p:txBody>
        </p:sp>
      </p:grpSp>
      <p:grpSp>
        <p:nvGrpSpPr>
          <p:cNvPr id="26" name="Group 18"/>
          <p:cNvGrpSpPr/>
          <p:nvPr/>
        </p:nvGrpSpPr>
        <p:grpSpPr>
          <a:xfrm>
            <a:off x="6113494" y="4842111"/>
            <a:ext cx="1837058" cy="313374"/>
            <a:chOff x="5524132" y="6256588"/>
            <a:chExt cx="2582547" cy="440543"/>
          </a:xfrm>
        </p:grpSpPr>
        <p:sp>
          <p:nvSpPr>
            <p:cNvPr id="27" name="矩形 26"/>
            <p:cNvSpPr/>
            <p:nvPr/>
          </p:nvSpPr>
          <p:spPr>
            <a:xfrm>
              <a:off x="6008210" y="6264456"/>
              <a:ext cx="2098469" cy="432675"/>
            </a:xfrm>
            <a:prstGeom prst="rect">
              <a:avLst/>
            </a:prstGeom>
          </p:spPr>
          <p:txBody>
            <a:bodyPr wrap="none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r>
                <a:rPr kumimoji="0" lang="zh-CN" altLang="en-US" sz="1400" i="0" u="none" strike="noStrike" kern="1200" cap="none" spc="0" normalizeH="0" baseline="0" noProof="0" dirty="0">
                  <a:ln>
                    <a:noFill/>
                  </a:ln>
                  <a:solidFill>
                    <a:schemeClr val="tx1">
                      <a:lumMod val="75000"/>
                      <a:lumOff val="25000"/>
                    </a:schemeClr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cs typeface="+mn-ea"/>
                  <a:sym typeface="+mn-lt"/>
                </a:rPr>
                <a:t>时间：</a:t>
              </a:r>
              <a:r>
                <a:rPr kumimoji="0" lang="en-US" altLang="zh-CN" sz="1400" i="0" u="none" strike="noStrike" kern="1200" cap="none" spc="0" normalizeH="0" baseline="0" noProof="0" dirty="0">
                  <a:ln>
                    <a:noFill/>
                  </a:ln>
                  <a:solidFill>
                    <a:schemeClr val="tx1">
                      <a:lumMod val="75000"/>
                      <a:lumOff val="25000"/>
                    </a:schemeClr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cs typeface="+mn-ea"/>
                  <a:sym typeface="+mn-lt"/>
                </a:rPr>
                <a:t>202X.X.X</a:t>
              </a:r>
              <a:endParaRPr kumimoji="0" lang="zh-CN" altLang="en-US" sz="1400" i="0" u="none" strike="noStrike" kern="1200" cap="none" spc="0" normalizeH="0" baseline="0" noProof="0" dirty="0">
                <a:ln>
                  <a:noFill/>
                </a:ln>
                <a:solidFill>
                  <a:schemeClr val="tx1">
                    <a:lumMod val="75000"/>
                    <a:lumOff val="25000"/>
                  </a:schemeClr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endParaRPr>
            </a:p>
          </p:txBody>
        </p:sp>
        <p:sp>
          <p:nvSpPr>
            <p:cNvPr id="28" name="24-hours-phone-service_45765"/>
            <p:cNvSpPr>
              <a:spLocks noChangeAspect="1"/>
            </p:cNvSpPr>
            <p:nvPr/>
          </p:nvSpPr>
          <p:spPr bwMode="auto">
            <a:xfrm>
              <a:off x="5524132" y="6256588"/>
              <a:ext cx="415779" cy="415849"/>
            </a:xfrm>
            <a:custGeom>
              <a:avLst/>
              <a:gdLst>
                <a:gd name="T0" fmla="*/ 6602 w 12428"/>
                <a:gd name="T1" fmla="*/ 5826 h 12428"/>
                <a:gd name="T2" fmla="*/ 6602 w 12428"/>
                <a:gd name="T3" fmla="*/ 3105 h 12428"/>
                <a:gd name="T4" fmla="*/ 6214 w 12428"/>
                <a:gd name="T5" fmla="*/ 2719 h 12428"/>
                <a:gd name="T6" fmla="*/ 5826 w 12428"/>
                <a:gd name="T7" fmla="*/ 3105 h 12428"/>
                <a:gd name="T8" fmla="*/ 5826 w 12428"/>
                <a:gd name="T9" fmla="*/ 6216 h 12428"/>
                <a:gd name="T10" fmla="*/ 5939 w 12428"/>
                <a:gd name="T11" fmla="*/ 6488 h 12428"/>
                <a:gd name="T12" fmla="*/ 6212 w 12428"/>
                <a:gd name="T13" fmla="*/ 6602 h 12428"/>
                <a:gd name="T14" fmla="*/ 9323 w 12428"/>
                <a:gd name="T15" fmla="*/ 6602 h 12428"/>
                <a:gd name="T16" fmla="*/ 9709 w 12428"/>
                <a:gd name="T17" fmla="*/ 6214 h 12428"/>
                <a:gd name="T18" fmla="*/ 9323 w 12428"/>
                <a:gd name="T19" fmla="*/ 5826 h 12428"/>
                <a:gd name="T20" fmla="*/ 6602 w 12428"/>
                <a:gd name="T21" fmla="*/ 5826 h 12428"/>
                <a:gd name="T22" fmla="*/ 6214 w 12428"/>
                <a:gd name="T23" fmla="*/ 12428 h 12428"/>
                <a:gd name="T24" fmla="*/ 0 w 12428"/>
                <a:gd name="T25" fmla="*/ 6214 h 12428"/>
                <a:gd name="T26" fmla="*/ 6214 w 12428"/>
                <a:gd name="T27" fmla="*/ 0 h 12428"/>
                <a:gd name="T28" fmla="*/ 12428 w 12428"/>
                <a:gd name="T29" fmla="*/ 6214 h 12428"/>
                <a:gd name="T30" fmla="*/ 6214 w 12428"/>
                <a:gd name="T31" fmla="*/ 12428 h 1242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</a:cxnLst>
              <a:rect l="0" t="0" r="r" b="b"/>
              <a:pathLst>
                <a:path w="12428" h="12428">
                  <a:moveTo>
                    <a:pt x="6602" y="5826"/>
                  </a:moveTo>
                  <a:lnTo>
                    <a:pt x="6602" y="3105"/>
                  </a:lnTo>
                  <a:cubicBezTo>
                    <a:pt x="6601" y="2891"/>
                    <a:pt x="6428" y="2719"/>
                    <a:pt x="6214" y="2719"/>
                  </a:cubicBezTo>
                  <a:cubicBezTo>
                    <a:pt x="5998" y="2719"/>
                    <a:pt x="5826" y="2892"/>
                    <a:pt x="5826" y="3105"/>
                  </a:cubicBezTo>
                  <a:lnTo>
                    <a:pt x="5826" y="6216"/>
                  </a:lnTo>
                  <a:cubicBezTo>
                    <a:pt x="5826" y="6322"/>
                    <a:pt x="5869" y="6418"/>
                    <a:pt x="5939" y="6488"/>
                  </a:cubicBezTo>
                  <a:cubicBezTo>
                    <a:pt x="6009" y="6559"/>
                    <a:pt x="6106" y="6602"/>
                    <a:pt x="6212" y="6602"/>
                  </a:cubicBezTo>
                  <a:lnTo>
                    <a:pt x="9323" y="6602"/>
                  </a:lnTo>
                  <a:cubicBezTo>
                    <a:pt x="9536" y="6601"/>
                    <a:pt x="9709" y="6428"/>
                    <a:pt x="9709" y="6214"/>
                  </a:cubicBezTo>
                  <a:cubicBezTo>
                    <a:pt x="9709" y="5998"/>
                    <a:pt x="9536" y="5826"/>
                    <a:pt x="9323" y="5826"/>
                  </a:cubicBezTo>
                  <a:lnTo>
                    <a:pt x="6602" y="5826"/>
                  </a:lnTo>
                  <a:close/>
                  <a:moveTo>
                    <a:pt x="6214" y="12428"/>
                  </a:moveTo>
                  <a:cubicBezTo>
                    <a:pt x="2782" y="12428"/>
                    <a:pt x="0" y="9646"/>
                    <a:pt x="0" y="6214"/>
                  </a:cubicBezTo>
                  <a:cubicBezTo>
                    <a:pt x="0" y="2782"/>
                    <a:pt x="2782" y="0"/>
                    <a:pt x="6214" y="0"/>
                  </a:cubicBezTo>
                  <a:cubicBezTo>
                    <a:pt x="9646" y="0"/>
                    <a:pt x="12428" y="2782"/>
                    <a:pt x="12428" y="6214"/>
                  </a:cubicBezTo>
                  <a:cubicBezTo>
                    <a:pt x="12428" y="9646"/>
                    <a:pt x="9646" y="12428"/>
                    <a:pt x="6214" y="12428"/>
                  </a:cubicBezTo>
                  <a:close/>
                </a:path>
              </a:pathLst>
            </a:custGeom>
            <a:solidFill>
              <a:srgbClr val="0A477A"/>
            </a:solidFill>
            <a:ln>
              <a:noFill/>
            </a:ln>
          </p:spPr>
          <p:txBody>
            <a:bodyPr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200" i="0" u="none" strike="noStrike" kern="1200" cap="none" spc="0" normalizeH="0" baseline="0" noProof="0" dirty="0">
                <a:ln>
                  <a:noFill/>
                </a:ln>
                <a:solidFill>
                  <a:schemeClr val="tx1">
                    <a:lumMod val="75000"/>
                    <a:lumOff val="25000"/>
                  </a:schemeClr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endParaRPr>
            </a:p>
          </p:txBody>
        </p:sp>
      </p:grpSp>
      <p:pic>
        <p:nvPicPr>
          <p:cNvPr id="31" name="图片 30"/>
          <p:cNvPicPr>
            <a:picLocks noChangeAspect="1"/>
          </p:cNvPicPr>
          <p:nvPr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l="-3825" t="71597" r="55567" b="-10407"/>
          <a:stretch>
            <a:fillRect/>
          </a:stretch>
        </p:blipFill>
        <p:spPr>
          <a:xfrm>
            <a:off x="9232900" y="3594100"/>
            <a:ext cx="1439478" cy="889000"/>
          </a:xfrm>
          <a:prstGeom prst="rect">
            <a:avLst/>
          </a:prstGeom>
        </p:spPr>
      </p:pic>
      <p:pic>
        <p:nvPicPr>
          <p:cNvPr id="33" name="图片 32"/>
          <p:cNvPicPr>
            <a:picLocks noChangeAspect="1"/>
          </p:cNvPicPr>
          <p:nvPr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 flipH="1">
            <a:off x="8407401" y="1244600"/>
            <a:ext cx="2273299" cy="1136650"/>
          </a:xfrm>
          <a:prstGeom prst="rect">
            <a:avLst/>
          </a:prstGeom>
        </p:spPr>
      </p:pic>
      <p:pic>
        <p:nvPicPr>
          <p:cNvPr id="36" name="图片 35"/>
          <p:cNvPicPr>
            <a:picLocks noChangeAspect="1"/>
          </p:cNvPicPr>
          <p:nvPr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l="-3825" t="71597" r="55567" b="-10407"/>
          <a:stretch>
            <a:fillRect/>
          </a:stretch>
        </p:blipFill>
        <p:spPr>
          <a:xfrm flipH="1">
            <a:off x="1701799" y="1828800"/>
            <a:ext cx="1352919" cy="835542"/>
          </a:xfrm>
          <a:prstGeom prst="rect">
            <a:avLst/>
          </a:prstGeom>
        </p:spPr>
      </p:pic>
      <p:grpSp>
        <p:nvGrpSpPr>
          <p:cNvPr id="43" name="组合 42"/>
          <p:cNvGrpSpPr/>
          <p:nvPr/>
        </p:nvGrpSpPr>
        <p:grpSpPr>
          <a:xfrm>
            <a:off x="1581149" y="2311400"/>
            <a:ext cx="8502651" cy="1569660"/>
            <a:chOff x="1581149" y="2311400"/>
            <a:chExt cx="8502651" cy="1569660"/>
          </a:xfrm>
        </p:grpSpPr>
        <p:sp>
          <p:nvSpPr>
            <p:cNvPr id="9" name="文本框 8"/>
            <p:cNvSpPr txBox="1"/>
            <p:nvPr/>
          </p:nvSpPr>
          <p:spPr>
            <a:xfrm>
              <a:off x="1581149" y="2311400"/>
              <a:ext cx="8502651" cy="1569660"/>
            </a:xfrm>
            <a:prstGeom prst="rect">
              <a:avLst/>
            </a:prstGeom>
            <a:noFill/>
          </p:spPr>
          <p:txBody>
            <a:bodyPr wrap="square" rtlCol="0">
              <a:spAutoFit/>
              <a:scene3d>
                <a:camera prst="orthographicFront"/>
                <a:lightRig rig="threePt" dir="t"/>
              </a:scene3d>
              <a:sp3d contourW="12700"/>
            </a:bodyPr>
            <a:lstStyle/>
            <a:p>
              <a:pPr algn="dist">
                <a:defRPr/>
              </a:pPr>
              <a:r>
                <a:rPr lang="zh-CN" altLang="en-US" sz="8000" spc="-1000" dirty="0">
                  <a:solidFill>
                    <a:srgbClr val="0A477A"/>
                  </a:solidFill>
                  <a:latin typeface="汉仪行楷简" panose="02010609000101010101" pitchFamily="49" charset="-122"/>
                  <a:ea typeface="汉仪行楷简" panose="02010609000101010101" pitchFamily="49" charset="-122"/>
                  <a:cs typeface="+mn-ea"/>
                  <a:sym typeface="+mn-lt"/>
                </a:rPr>
                <a:t>语吞</a:t>
              </a:r>
              <a:r>
                <a:rPr lang="zh-CN" altLang="en-US" sz="9600" spc="-1000" dirty="0">
                  <a:solidFill>
                    <a:srgbClr val="0A477A"/>
                  </a:solidFill>
                  <a:latin typeface="汉仪行楷简" panose="02010609000101010101" pitchFamily="49" charset="-122"/>
                  <a:ea typeface="汉仪行楷简" panose="02010609000101010101" pitchFamily="49" charset="-122"/>
                  <a:cs typeface="+mn-ea"/>
                  <a:sym typeface="+mn-lt"/>
                </a:rPr>
                <a:t>山河</a:t>
              </a:r>
              <a:r>
                <a:rPr lang="zh-CN" altLang="en-US" sz="3600" spc="-1000" dirty="0">
                  <a:solidFill>
                    <a:srgbClr val="0A477A"/>
                  </a:solidFill>
                  <a:latin typeface="汉仪行楷简" panose="02010609000101010101" pitchFamily="49" charset="-122"/>
                  <a:ea typeface="汉仪行楷简" panose="02010609000101010101" pitchFamily="49" charset="-122"/>
                  <a:cs typeface="+mn-ea"/>
                  <a:sym typeface="+mn-lt"/>
                </a:rPr>
                <a:t> </a:t>
              </a:r>
              <a:r>
                <a:rPr kumimoji="0" lang="zh-CN" altLang="en-US" sz="8000" i="0" u="none" strike="noStrike" kern="1200" cap="none" spc="-1000" normalizeH="0" noProof="0" dirty="0">
                  <a:ln>
                    <a:noFill/>
                  </a:ln>
                  <a:solidFill>
                    <a:srgbClr val="0A477A"/>
                  </a:solidFill>
                  <a:effectLst/>
                  <a:uLnTx/>
                  <a:uFillTx/>
                  <a:latin typeface="汉仪行楷简" panose="02010609000101010101" pitchFamily="49" charset="-122"/>
                  <a:ea typeface="汉仪行楷简" panose="02010609000101010101" pitchFamily="49" charset="-122"/>
                  <a:cs typeface="+mn-ea"/>
                  <a:sym typeface="+mn-lt"/>
                </a:rPr>
                <a:t>文载</a:t>
              </a:r>
              <a:r>
                <a:rPr kumimoji="0" lang="zh-CN" altLang="en-US" sz="9600" i="0" u="none" strike="noStrike" kern="1200" cap="none" spc="-1000" normalizeH="0" noProof="0" dirty="0">
                  <a:ln>
                    <a:noFill/>
                  </a:ln>
                  <a:solidFill>
                    <a:srgbClr val="0A477A"/>
                  </a:solidFill>
                  <a:effectLst/>
                  <a:uLnTx/>
                  <a:uFillTx/>
                  <a:latin typeface="汉仪行楷简" panose="02010609000101010101" pitchFamily="49" charset="-122"/>
                  <a:ea typeface="汉仪行楷简" panose="02010609000101010101" pitchFamily="49" charset="-122"/>
                  <a:cs typeface="+mn-ea"/>
                  <a:sym typeface="+mn-lt"/>
                </a:rPr>
                <a:t>千秋</a:t>
              </a:r>
              <a:endParaRPr kumimoji="0" lang="zh-CN" altLang="en-US" sz="8000" i="0" u="none" strike="noStrike" kern="1200" cap="none" spc="-1000" normalizeH="0" noProof="0" dirty="0">
                <a:ln>
                  <a:noFill/>
                </a:ln>
                <a:solidFill>
                  <a:srgbClr val="0A477A"/>
                </a:solidFill>
                <a:effectLst/>
                <a:uLnTx/>
                <a:uFillTx/>
                <a:latin typeface="汉仪行楷简" panose="02010609000101010101" pitchFamily="49" charset="-122"/>
                <a:ea typeface="汉仪行楷简" panose="02010609000101010101" pitchFamily="49" charset="-122"/>
                <a:cs typeface="+mn-ea"/>
                <a:sym typeface="+mn-lt"/>
              </a:endParaRPr>
            </a:p>
          </p:txBody>
        </p:sp>
        <p:pic>
          <p:nvPicPr>
            <p:cNvPr id="42" name="图片 41"/>
            <p:cNvPicPr>
              <a:picLocks noChangeAspect="1"/>
            </p:cNvPicPr>
            <p:nvPr/>
          </p:nvPicPr>
          <p:blipFill>
            <a:blip r:embed="rId4" cstate="email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>
            <a:xfrm>
              <a:off x="5537200" y="3098800"/>
              <a:ext cx="547460" cy="401985"/>
            </a:xfrm>
            <a:prstGeom prst="rect">
              <a:avLst/>
            </a:prstGeom>
          </p:spPr>
        </p:pic>
      </p:grpSp>
      <p:pic>
        <p:nvPicPr>
          <p:cNvPr id="49" name="图片 48"/>
          <p:cNvPicPr>
            <a:picLocks noChangeAspect="1"/>
          </p:cNvPicPr>
          <p:nvPr/>
        </p:nvPicPr>
        <p:blipFill>
          <a:blip r:embed="rId5" cstate="email">
            <a:extLst>
              <a:ext uri="{BEBA8EAE-BF5A-486C-A8C5-ECC9F3942E4B}">
                <a14:imgProps xmlns:a14="http://schemas.microsoft.com/office/drawing/2010/main">
                  <a14:imgLayer r:embed="rId6">
                    <a14:imgEffect>
                      <a14:brightnessContrast bright="20000" contrast="4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-342906" y="3378200"/>
            <a:ext cx="4013206" cy="4013206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3000"/>
    </mc:Choice>
    <mc:Fallback xmlns="">
      <p:transition spd="slow" advTm="300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16" presetClass="entr" presetSubtype="2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1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000"/>
                            </p:stCondLst>
                            <p:childTnLst>
                              <p:par>
                                <p:cTn id="13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5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1500"/>
                            </p:stCondLst>
                            <p:childTnLst>
                              <p:par>
                                <p:cTn id="17" presetID="5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Scale>
                                      <p:cBhvr>
                                        <p:cTn id="19" dur="10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  <p:from x="250000" y="250000"/>
                                      <p:to x="100000" y="100000"/>
                                    </p:animScale>
                                    <p:animMotion origin="layout" path="M -0.46736 0.92887 C -0.37517 0.88508 -0.02552 0.75279 0.0908 0.66613 C 0.20747 0.57948 0.21649 0.50394 0.23177 0.40825 C 0.24705 0.31256 0.22118 0.15964 0.18264 0.09152 C 0.1441 0.02341 0.03802 0 0 0" pathEditMode="relative" ptsTypes="">
                                      <p:cBhvr>
                                        <p:cTn id="20" dur="10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" fill="hold">
                            <p:stCondLst>
                              <p:cond delay="2500"/>
                            </p:stCondLst>
                            <p:childTnLst>
                              <p:par>
                                <p:cTn id="23" presetID="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7" fill="hold">
                            <p:stCondLst>
                              <p:cond delay="3000"/>
                            </p:stCondLst>
                            <p:childTnLst>
                              <p:par>
                                <p:cTn id="28" presetID="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0" dur="5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2" fill="hold">
                            <p:stCondLst>
                              <p:cond delay="3500"/>
                            </p:stCondLst>
                            <p:childTnLst>
                              <p:par>
                                <p:cTn id="33" presetID="42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10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6" dur="10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7" dur="10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8" fill="hold">
                            <p:stCondLst>
                              <p:cond delay="4500"/>
                            </p:stCondLst>
                            <p:childTnLst>
                              <p:par>
                                <p:cTn id="39" presetID="42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1" dur="10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2" dur="1000" fill="hold"/>
                                        <p:tgtEl>
                                          <p:spTgt spid="3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3" dur="1000" fill="hold"/>
                                        <p:tgtEl>
                                          <p:spTgt spid="3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4" fill="hold">
                            <p:stCondLst>
                              <p:cond delay="5500"/>
                            </p:stCondLst>
                            <p:childTnLst>
                              <p:par>
                                <p:cTn id="45" presetID="2" presetClass="entr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50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8" dur="50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9" fill="hold">
                            <p:stCondLst>
                              <p:cond delay="6000"/>
                            </p:stCondLst>
                            <p:childTnLst>
                              <p:par>
                                <p:cTn id="50" presetID="2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52" dur="500"/>
                                        <p:tgtEl>
                                          <p:spTgt spid="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 build="allAtOnce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组合 1"/>
          <p:cNvGrpSpPr/>
          <p:nvPr/>
        </p:nvGrpSpPr>
        <p:grpSpPr>
          <a:xfrm>
            <a:off x="928817" y="789711"/>
            <a:ext cx="10334366" cy="5278578"/>
            <a:chOff x="4027350" y="1602462"/>
            <a:chExt cx="10649116" cy="5164375"/>
          </a:xfrm>
        </p:grpSpPr>
        <p:sp>
          <p:nvSpPr>
            <p:cNvPr id="6" name="矩形: 圆角 4"/>
            <p:cNvSpPr/>
            <p:nvPr/>
          </p:nvSpPr>
          <p:spPr>
            <a:xfrm>
              <a:off x="4027350" y="1602462"/>
              <a:ext cx="10649116" cy="5164375"/>
            </a:xfrm>
            <a:prstGeom prst="plaque">
              <a:avLst>
                <a:gd name="adj" fmla="val 12774"/>
              </a:avLst>
            </a:prstGeom>
            <a:solidFill>
              <a:schemeClr val="bg1">
                <a:alpha val="93000"/>
              </a:schemeClr>
            </a:solidFill>
            <a:ln w="57150">
              <a:noFill/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4" name="矩形: 圆角 3"/>
            <p:cNvSpPr/>
            <p:nvPr/>
          </p:nvSpPr>
          <p:spPr>
            <a:xfrm>
              <a:off x="4192533" y="1766498"/>
              <a:ext cx="10318750" cy="4842529"/>
            </a:xfrm>
            <a:prstGeom prst="plaque">
              <a:avLst>
                <a:gd name="adj" fmla="val 14453"/>
              </a:avLst>
            </a:prstGeom>
            <a:noFill/>
            <a:ln w="19050">
              <a:solidFill>
                <a:srgbClr val="0A477A"/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5" name="矩形: 圆角 4"/>
            <p:cNvSpPr/>
            <p:nvPr/>
          </p:nvSpPr>
          <p:spPr>
            <a:xfrm>
              <a:off x="4373507" y="1915827"/>
              <a:ext cx="9956800" cy="4537647"/>
            </a:xfrm>
            <a:prstGeom prst="plaque">
              <a:avLst>
                <a:gd name="adj" fmla="val 15190"/>
              </a:avLst>
            </a:prstGeom>
            <a:solidFill>
              <a:schemeClr val="bg1">
                <a:alpha val="89000"/>
              </a:schemeClr>
            </a:solidFill>
            <a:ln w="57150">
              <a:noFill/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  <p:pic>
        <p:nvPicPr>
          <p:cNvPr id="49" name="图片 48"/>
          <p:cNvPicPr>
            <a:picLocks noChangeAspect="1"/>
          </p:cNvPicPr>
          <p:nvPr/>
        </p:nvPicPr>
        <p:blipFill>
          <a:blip r:embed="rId2" cstate="email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rightnessContrast bright="20000" contrast="4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-342906" y="4114800"/>
            <a:ext cx="3276606" cy="3276606"/>
          </a:xfrm>
          <a:prstGeom prst="rect">
            <a:avLst/>
          </a:prstGeom>
        </p:spPr>
      </p:pic>
      <p:grpSp>
        <p:nvGrpSpPr>
          <p:cNvPr id="3" name="组合 2"/>
          <p:cNvGrpSpPr/>
          <p:nvPr/>
        </p:nvGrpSpPr>
        <p:grpSpPr>
          <a:xfrm>
            <a:off x="4844464" y="1611564"/>
            <a:ext cx="2303047" cy="1092355"/>
            <a:chOff x="5092176" y="2089148"/>
            <a:chExt cx="1623463" cy="770022"/>
          </a:xfrm>
          <a:solidFill>
            <a:srgbClr val="0A477A"/>
          </a:solidFill>
        </p:grpSpPr>
        <p:sp>
          <p:nvSpPr>
            <p:cNvPr id="7" name="椭圆 6"/>
            <p:cNvSpPr/>
            <p:nvPr/>
          </p:nvSpPr>
          <p:spPr>
            <a:xfrm>
              <a:off x="5092176" y="2089149"/>
              <a:ext cx="770021" cy="770021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zh-CN" altLang="en-US" sz="6600" dirty="0">
                  <a:latin typeface="汉仪行楷简" panose="02010609000101010101" pitchFamily="49" charset="-122"/>
                  <a:ea typeface="汉仪行楷简" panose="02010609000101010101" pitchFamily="49" charset="-122"/>
                </a:rPr>
                <a:t>目</a:t>
              </a:r>
            </a:p>
          </p:txBody>
        </p:sp>
        <p:sp>
          <p:nvSpPr>
            <p:cNvPr id="8" name="椭圆 7"/>
            <p:cNvSpPr/>
            <p:nvPr/>
          </p:nvSpPr>
          <p:spPr>
            <a:xfrm>
              <a:off x="5945618" y="2089148"/>
              <a:ext cx="770021" cy="770021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zh-CN" altLang="en-US" sz="6600" dirty="0">
                  <a:latin typeface="汉仪行楷简" panose="02010609000101010101" pitchFamily="49" charset="-122"/>
                  <a:ea typeface="汉仪行楷简" panose="02010609000101010101" pitchFamily="49" charset="-122"/>
                </a:rPr>
                <a:t>录</a:t>
              </a:r>
            </a:p>
          </p:txBody>
        </p:sp>
      </p:grpSp>
      <p:pic>
        <p:nvPicPr>
          <p:cNvPr id="38" name="图片 37"/>
          <p:cNvPicPr>
            <a:picLocks noChangeAspect="1"/>
          </p:cNvPicPr>
          <p:nvPr/>
        </p:nvPicPr>
        <p:blipFill>
          <a:blip r:embed="rId4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l="-3825" t="71597" r="55567" b="-10407"/>
          <a:stretch>
            <a:fillRect/>
          </a:stretch>
        </p:blipFill>
        <p:spPr>
          <a:xfrm>
            <a:off x="7543800" y="1828800"/>
            <a:ext cx="1439478" cy="889000"/>
          </a:xfrm>
          <a:prstGeom prst="rect">
            <a:avLst/>
          </a:prstGeom>
        </p:spPr>
      </p:pic>
      <p:pic>
        <p:nvPicPr>
          <p:cNvPr id="39" name="图片 38"/>
          <p:cNvPicPr>
            <a:picLocks noChangeAspect="1"/>
          </p:cNvPicPr>
          <p:nvPr/>
        </p:nvPicPr>
        <p:blipFill>
          <a:blip r:embed="rId4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l="-3825" t="71597" r="55567" b="-10407"/>
          <a:stretch>
            <a:fillRect/>
          </a:stretch>
        </p:blipFill>
        <p:spPr>
          <a:xfrm flipH="1">
            <a:off x="2908299" y="1917700"/>
            <a:ext cx="1352919" cy="835542"/>
          </a:xfrm>
          <a:prstGeom prst="rect">
            <a:avLst/>
          </a:prstGeom>
        </p:spPr>
      </p:pic>
      <p:grpSp>
        <p:nvGrpSpPr>
          <p:cNvPr id="59" name="组合 58"/>
          <p:cNvGrpSpPr/>
          <p:nvPr/>
        </p:nvGrpSpPr>
        <p:grpSpPr>
          <a:xfrm>
            <a:off x="1693300" y="3027382"/>
            <a:ext cx="8767300" cy="2221475"/>
            <a:chOff x="1693300" y="2900382"/>
            <a:chExt cx="8767300" cy="2221475"/>
          </a:xfrm>
        </p:grpSpPr>
        <p:sp>
          <p:nvSpPr>
            <p:cNvPr id="12" name="文本框 11"/>
            <p:cNvSpPr txBox="1"/>
            <p:nvPr/>
          </p:nvSpPr>
          <p:spPr>
            <a:xfrm>
              <a:off x="1693300" y="3936712"/>
              <a:ext cx="3039600" cy="114704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lvl="0" algn="ctr">
                <a:lnSpc>
                  <a:spcPct val="150000"/>
                </a:lnSpc>
                <a:defRPr/>
              </a:pPr>
              <a:r>
                <a:rPr lang="zh-CN" altLang="en-US" sz="24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汉仪行楷简" panose="02010609000101010101" pitchFamily="49" charset="-122"/>
                  <a:ea typeface="汉仪行楷简" panose="02010609000101010101" pitchFamily="49" charset="-122"/>
                  <a:cs typeface="+mn-ea"/>
                  <a:sym typeface="+mn-lt"/>
                </a:rPr>
                <a:t>乘影音之风</a:t>
              </a:r>
            </a:p>
            <a:p>
              <a:pPr lvl="0" algn="ctr">
                <a:lnSpc>
                  <a:spcPct val="150000"/>
                </a:lnSpc>
                <a:defRPr/>
              </a:pPr>
              <a:r>
                <a:rPr lang="zh-CN" altLang="en-US" sz="24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汉仪行楷简" panose="02010609000101010101" pitchFamily="49" charset="-122"/>
                  <a:ea typeface="汉仪行楷简" panose="02010609000101010101" pitchFamily="49" charset="-122"/>
                  <a:cs typeface="+mn-ea"/>
                  <a:sym typeface="+mn-lt"/>
                </a:rPr>
                <a:t>直下看语文山河</a:t>
              </a:r>
            </a:p>
          </p:txBody>
        </p:sp>
        <p:sp>
          <p:nvSpPr>
            <p:cNvPr id="30" name="文本框 29"/>
            <p:cNvSpPr txBox="1"/>
            <p:nvPr/>
          </p:nvSpPr>
          <p:spPr>
            <a:xfrm>
              <a:off x="4487300" y="3962112"/>
              <a:ext cx="3039600" cy="114704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lvl="0" algn="ctr">
                <a:lnSpc>
                  <a:spcPct val="150000"/>
                </a:lnSpc>
                <a:defRPr/>
              </a:pPr>
              <a:r>
                <a:rPr lang="zh-CN" altLang="en-US" sz="24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汉仪行楷简" panose="02010609000101010101" pitchFamily="49" charset="-122"/>
                  <a:ea typeface="汉仪行楷简" panose="02010609000101010101" pitchFamily="49" charset="-122"/>
                  <a:cs typeface="+mn-ea"/>
                  <a:sym typeface="+mn-lt"/>
                </a:rPr>
                <a:t>语文路漫漫远兮</a:t>
              </a:r>
            </a:p>
            <a:p>
              <a:pPr lvl="0" algn="ctr">
                <a:lnSpc>
                  <a:spcPct val="150000"/>
                </a:lnSpc>
                <a:defRPr/>
              </a:pPr>
              <a:r>
                <a:rPr lang="zh-CN" altLang="en-US" sz="24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汉仪行楷简" panose="02010609000101010101" pitchFamily="49" charset="-122"/>
                  <a:ea typeface="汉仪行楷简" panose="02010609000101010101" pitchFamily="49" charset="-122"/>
                  <a:cs typeface="+mn-ea"/>
                  <a:sym typeface="+mn-lt"/>
                </a:rPr>
                <a:t>吾将上下而求索</a:t>
              </a:r>
            </a:p>
          </p:txBody>
        </p:sp>
        <p:sp>
          <p:nvSpPr>
            <p:cNvPr id="34" name="文本框 33"/>
            <p:cNvSpPr txBox="1"/>
            <p:nvPr/>
          </p:nvSpPr>
          <p:spPr>
            <a:xfrm>
              <a:off x="7421000" y="3974812"/>
              <a:ext cx="3039600" cy="114704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lvl="0" algn="ctr">
                <a:lnSpc>
                  <a:spcPct val="150000"/>
                </a:lnSpc>
                <a:defRPr/>
              </a:pPr>
              <a:r>
                <a:rPr lang="zh-CN" altLang="en-US" sz="24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汉仪行楷简" panose="02010609000101010101" pitchFamily="49" charset="-122"/>
                  <a:ea typeface="汉仪行楷简" panose="02010609000101010101" pitchFamily="49" charset="-122"/>
                  <a:cs typeface="+mn-ea"/>
                  <a:sym typeface="+mn-lt"/>
                </a:rPr>
                <a:t>不识语文真面目</a:t>
              </a:r>
            </a:p>
            <a:p>
              <a:pPr lvl="0" algn="ctr">
                <a:lnSpc>
                  <a:spcPct val="150000"/>
                </a:lnSpc>
                <a:defRPr/>
              </a:pPr>
              <a:r>
                <a:rPr lang="zh-CN" altLang="en-US" sz="24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汉仪行楷简" panose="02010609000101010101" pitchFamily="49" charset="-122"/>
                  <a:ea typeface="汉仪行楷简" panose="02010609000101010101" pitchFamily="49" charset="-122"/>
                  <a:cs typeface="+mn-ea"/>
                  <a:sym typeface="+mn-lt"/>
                </a:rPr>
                <a:t>只缘未在此山中</a:t>
              </a:r>
            </a:p>
          </p:txBody>
        </p:sp>
        <p:sp>
          <p:nvSpPr>
            <p:cNvPr id="47" name="椭圆"/>
            <p:cNvSpPr/>
            <p:nvPr/>
          </p:nvSpPr>
          <p:spPr bwMode="auto">
            <a:xfrm>
              <a:off x="2793755" y="2900382"/>
              <a:ext cx="838691" cy="830997"/>
            </a:xfrm>
            <a:prstGeom prst="rect">
              <a:avLst/>
            </a:prstGeom>
            <a:noFill/>
            <a:ln w="19050">
              <a:noFill/>
              <a:round/>
            </a:ln>
          </p:spPr>
          <p:txBody>
            <a:bodyPr rot="0" spcFirstLastPara="0" vert="horz" wrap="none" lIns="91440" tIns="45720" rIns="91440" bIns="45720" anchor="ctr" anchorCtr="1" forceAA="0" compatLnSpc="1">
              <a:spAutoFit/>
            </a:bodyPr>
            <a:lstStyle/>
            <a:p>
              <a:pPr lvl="0" algn="ctr">
                <a:defRPr/>
              </a:pPr>
              <a:r>
                <a:rPr lang="en-US" altLang="zh-CN" sz="4800" b="1" dirty="0">
                  <a:solidFill>
                    <a:srgbClr val="0A477A"/>
                  </a:solidFill>
                  <a:latin typeface="汉仪行楷简" panose="02010609000101010101" pitchFamily="49" charset="-122"/>
                  <a:ea typeface="汉仪行楷简" panose="02010609000101010101" pitchFamily="49" charset="-122"/>
                  <a:cs typeface="+mn-ea"/>
                  <a:sym typeface="+mn-lt"/>
                </a:rPr>
                <a:t>0</a:t>
              </a:r>
              <a:r>
                <a:rPr lang="en-US" altLang="zh-CN" sz="600" b="1" dirty="0">
                  <a:solidFill>
                    <a:srgbClr val="0A477A"/>
                  </a:solidFill>
                  <a:latin typeface="汉仪行楷简" panose="02010609000101010101" pitchFamily="49" charset="-122"/>
                  <a:ea typeface="汉仪行楷简" panose="02010609000101010101" pitchFamily="49" charset="-122"/>
                  <a:cs typeface="+mn-ea"/>
                  <a:sym typeface="+mn-lt"/>
                </a:rPr>
                <a:t> </a:t>
              </a:r>
              <a:r>
                <a:rPr lang="en-US" altLang="zh-CN" sz="4800" b="1" dirty="0">
                  <a:solidFill>
                    <a:srgbClr val="0A477A"/>
                  </a:solidFill>
                  <a:latin typeface="汉仪行楷简" panose="02010609000101010101" pitchFamily="49" charset="-122"/>
                  <a:ea typeface="汉仪行楷简" panose="02010609000101010101" pitchFamily="49" charset="-122"/>
                  <a:cs typeface="+mn-ea"/>
                  <a:sym typeface="+mn-lt"/>
                </a:rPr>
                <a:t>1</a:t>
              </a:r>
              <a:endParaRPr kumimoji="0" lang="en-US" altLang="zh-CN" sz="4800" b="1" i="0" u="none" strike="noStrike" kern="1200" cap="none" spc="0" normalizeH="0" baseline="0" noProof="0" dirty="0">
                <a:ln>
                  <a:noFill/>
                </a:ln>
                <a:solidFill>
                  <a:srgbClr val="0A477A"/>
                </a:solidFill>
                <a:effectLst/>
                <a:uLnTx/>
                <a:uFillTx/>
                <a:latin typeface="汉仪行楷简" panose="02010609000101010101" pitchFamily="49" charset="-122"/>
                <a:ea typeface="汉仪行楷简" panose="02010609000101010101" pitchFamily="49" charset="-122"/>
                <a:cs typeface="+mn-ea"/>
                <a:sym typeface="+mn-lt"/>
              </a:endParaRPr>
            </a:p>
          </p:txBody>
        </p:sp>
        <p:sp>
          <p:nvSpPr>
            <p:cNvPr id="48" name="椭圆"/>
            <p:cNvSpPr/>
            <p:nvPr/>
          </p:nvSpPr>
          <p:spPr bwMode="auto">
            <a:xfrm>
              <a:off x="2909170" y="3365202"/>
              <a:ext cx="607860" cy="830997"/>
            </a:xfrm>
            <a:prstGeom prst="rect">
              <a:avLst/>
            </a:prstGeom>
            <a:noFill/>
            <a:ln w="19050">
              <a:noFill/>
              <a:round/>
            </a:ln>
          </p:spPr>
          <p:txBody>
            <a:bodyPr rot="0" spcFirstLastPara="0" vert="horz" wrap="none" lIns="91440" tIns="45720" rIns="91440" bIns="45720" anchor="ctr" anchorCtr="1" forceAA="0" compatLnSpc="1">
              <a:spAutoFit/>
            </a:bodyPr>
            <a:lstStyle/>
            <a:p>
              <a:pPr lvl="0" algn="ctr">
                <a:defRPr/>
              </a:pPr>
              <a:r>
                <a:rPr lang="en-US" altLang="zh-CN" sz="4800" b="1" dirty="0">
                  <a:solidFill>
                    <a:srgbClr val="0A477A"/>
                  </a:solidFill>
                  <a:latin typeface="汉仪行楷简" panose="02010609000101010101" pitchFamily="49" charset="-122"/>
                  <a:ea typeface="汉仪行楷简" panose="02010609000101010101" pitchFamily="49" charset="-122"/>
                  <a:cs typeface="+mn-ea"/>
                  <a:sym typeface="+mn-lt"/>
                </a:rPr>
                <a:t>-</a:t>
              </a:r>
              <a:endParaRPr kumimoji="0" lang="en-US" altLang="zh-CN" sz="4800" b="1" i="0" u="none" strike="noStrike" kern="1200" cap="none" spc="0" normalizeH="0" baseline="0" noProof="0" dirty="0">
                <a:ln>
                  <a:noFill/>
                </a:ln>
                <a:solidFill>
                  <a:srgbClr val="0A477A"/>
                </a:solidFill>
                <a:effectLst/>
                <a:uLnTx/>
                <a:uFillTx/>
                <a:latin typeface="汉仪行楷简" panose="02010609000101010101" pitchFamily="49" charset="-122"/>
                <a:ea typeface="汉仪行楷简" panose="02010609000101010101" pitchFamily="49" charset="-122"/>
                <a:cs typeface="+mn-ea"/>
                <a:sym typeface="+mn-lt"/>
              </a:endParaRPr>
            </a:p>
          </p:txBody>
        </p:sp>
        <p:sp>
          <p:nvSpPr>
            <p:cNvPr id="50" name="椭圆"/>
            <p:cNvSpPr/>
            <p:nvPr/>
          </p:nvSpPr>
          <p:spPr bwMode="auto">
            <a:xfrm>
              <a:off x="5587755" y="2925782"/>
              <a:ext cx="838691" cy="830997"/>
            </a:xfrm>
            <a:prstGeom prst="rect">
              <a:avLst/>
            </a:prstGeom>
            <a:noFill/>
            <a:ln w="19050">
              <a:noFill/>
              <a:round/>
            </a:ln>
          </p:spPr>
          <p:txBody>
            <a:bodyPr rot="0" spcFirstLastPara="0" vert="horz" wrap="none" lIns="91440" tIns="45720" rIns="91440" bIns="45720" anchor="ctr" anchorCtr="1" forceAA="0" compatLnSpc="1">
              <a:spAutoFit/>
            </a:bodyPr>
            <a:lstStyle/>
            <a:p>
              <a:pPr lvl="0" algn="ctr">
                <a:defRPr/>
              </a:pPr>
              <a:r>
                <a:rPr lang="en-US" altLang="zh-CN" sz="4800" b="1" dirty="0">
                  <a:solidFill>
                    <a:srgbClr val="0A477A"/>
                  </a:solidFill>
                  <a:latin typeface="汉仪行楷简" panose="02010609000101010101" pitchFamily="49" charset="-122"/>
                  <a:ea typeface="汉仪行楷简" panose="02010609000101010101" pitchFamily="49" charset="-122"/>
                  <a:cs typeface="+mn-ea"/>
                  <a:sym typeface="+mn-lt"/>
                </a:rPr>
                <a:t>0</a:t>
              </a:r>
              <a:r>
                <a:rPr lang="en-US" altLang="zh-CN" sz="600" b="1" dirty="0">
                  <a:solidFill>
                    <a:srgbClr val="0A477A"/>
                  </a:solidFill>
                  <a:latin typeface="汉仪行楷简" panose="02010609000101010101" pitchFamily="49" charset="-122"/>
                  <a:ea typeface="汉仪行楷简" panose="02010609000101010101" pitchFamily="49" charset="-122"/>
                  <a:cs typeface="+mn-ea"/>
                  <a:sym typeface="+mn-lt"/>
                </a:rPr>
                <a:t> </a:t>
              </a:r>
              <a:r>
                <a:rPr lang="en-US" altLang="zh-CN" sz="4800" b="1" dirty="0">
                  <a:solidFill>
                    <a:srgbClr val="0A477A"/>
                  </a:solidFill>
                  <a:latin typeface="汉仪行楷简" panose="02010609000101010101" pitchFamily="49" charset="-122"/>
                  <a:ea typeface="汉仪行楷简" panose="02010609000101010101" pitchFamily="49" charset="-122"/>
                  <a:cs typeface="+mn-ea"/>
                  <a:sym typeface="+mn-lt"/>
                </a:rPr>
                <a:t>2</a:t>
              </a:r>
              <a:endParaRPr kumimoji="0" lang="en-US" altLang="zh-CN" sz="4800" b="1" i="0" u="none" strike="noStrike" kern="1200" cap="none" spc="0" normalizeH="0" baseline="0" noProof="0" dirty="0">
                <a:ln>
                  <a:noFill/>
                </a:ln>
                <a:solidFill>
                  <a:srgbClr val="0A477A"/>
                </a:solidFill>
                <a:effectLst/>
                <a:uLnTx/>
                <a:uFillTx/>
                <a:latin typeface="汉仪行楷简" panose="02010609000101010101" pitchFamily="49" charset="-122"/>
                <a:ea typeface="汉仪行楷简" panose="02010609000101010101" pitchFamily="49" charset="-122"/>
                <a:cs typeface="+mn-ea"/>
                <a:sym typeface="+mn-lt"/>
              </a:endParaRPr>
            </a:p>
          </p:txBody>
        </p:sp>
        <p:sp>
          <p:nvSpPr>
            <p:cNvPr id="51" name="椭圆"/>
            <p:cNvSpPr/>
            <p:nvPr/>
          </p:nvSpPr>
          <p:spPr bwMode="auto">
            <a:xfrm>
              <a:off x="5703170" y="3390602"/>
              <a:ext cx="607860" cy="830997"/>
            </a:xfrm>
            <a:prstGeom prst="rect">
              <a:avLst/>
            </a:prstGeom>
            <a:noFill/>
            <a:ln w="19050">
              <a:noFill/>
              <a:round/>
            </a:ln>
          </p:spPr>
          <p:txBody>
            <a:bodyPr rot="0" spcFirstLastPara="0" vert="horz" wrap="none" lIns="91440" tIns="45720" rIns="91440" bIns="45720" anchor="ctr" anchorCtr="1" forceAA="0" compatLnSpc="1">
              <a:spAutoFit/>
            </a:bodyPr>
            <a:lstStyle/>
            <a:p>
              <a:pPr lvl="0" algn="ctr">
                <a:defRPr/>
              </a:pPr>
              <a:r>
                <a:rPr lang="en-US" altLang="zh-CN" sz="4800" b="1" dirty="0">
                  <a:solidFill>
                    <a:srgbClr val="0A477A"/>
                  </a:solidFill>
                  <a:latin typeface="汉仪行楷简" panose="02010609000101010101" pitchFamily="49" charset="-122"/>
                  <a:ea typeface="汉仪行楷简" panose="02010609000101010101" pitchFamily="49" charset="-122"/>
                  <a:cs typeface="+mn-ea"/>
                  <a:sym typeface="+mn-lt"/>
                </a:rPr>
                <a:t>-</a:t>
              </a:r>
              <a:endParaRPr kumimoji="0" lang="en-US" altLang="zh-CN" sz="4800" b="1" i="0" u="none" strike="noStrike" kern="1200" cap="none" spc="0" normalizeH="0" baseline="0" noProof="0" dirty="0">
                <a:ln>
                  <a:noFill/>
                </a:ln>
                <a:solidFill>
                  <a:srgbClr val="0A477A"/>
                </a:solidFill>
                <a:effectLst/>
                <a:uLnTx/>
                <a:uFillTx/>
                <a:latin typeface="汉仪行楷简" panose="02010609000101010101" pitchFamily="49" charset="-122"/>
                <a:ea typeface="汉仪行楷简" panose="02010609000101010101" pitchFamily="49" charset="-122"/>
                <a:cs typeface="+mn-ea"/>
                <a:sym typeface="+mn-lt"/>
              </a:endParaRPr>
            </a:p>
          </p:txBody>
        </p:sp>
        <p:sp>
          <p:nvSpPr>
            <p:cNvPr id="52" name="椭圆"/>
            <p:cNvSpPr/>
            <p:nvPr/>
          </p:nvSpPr>
          <p:spPr bwMode="auto">
            <a:xfrm>
              <a:off x="8540691" y="2925782"/>
              <a:ext cx="800219" cy="830997"/>
            </a:xfrm>
            <a:prstGeom prst="rect">
              <a:avLst/>
            </a:prstGeom>
            <a:noFill/>
            <a:ln w="19050">
              <a:noFill/>
              <a:round/>
            </a:ln>
          </p:spPr>
          <p:txBody>
            <a:bodyPr rot="0" spcFirstLastPara="0" vert="horz" wrap="none" lIns="91440" tIns="45720" rIns="91440" bIns="45720" anchor="ctr" anchorCtr="1" forceAA="0" compatLnSpc="1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r>
                <a:rPr kumimoji="0" lang="en-US" altLang="zh-CN" sz="4800" b="1" i="0" u="none" strike="noStrike" kern="1200" cap="none" spc="0" normalizeH="0" baseline="0" noProof="0" dirty="0">
                  <a:ln>
                    <a:noFill/>
                  </a:ln>
                  <a:solidFill>
                    <a:srgbClr val="0A477A"/>
                  </a:solidFill>
                  <a:effectLst/>
                  <a:uLnTx/>
                  <a:uFillTx/>
                  <a:latin typeface="汉仪行楷简" panose="02010609000101010101" pitchFamily="49" charset="-122"/>
                  <a:ea typeface="汉仪行楷简" panose="02010609000101010101" pitchFamily="49" charset="-122"/>
                  <a:cs typeface="+mn-ea"/>
                  <a:sym typeface="+mn-lt"/>
                </a:rPr>
                <a:t>03</a:t>
              </a:r>
            </a:p>
          </p:txBody>
        </p:sp>
        <p:sp>
          <p:nvSpPr>
            <p:cNvPr id="53" name="椭圆"/>
            <p:cNvSpPr/>
            <p:nvPr/>
          </p:nvSpPr>
          <p:spPr bwMode="auto">
            <a:xfrm>
              <a:off x="8636870" y="3390602"/>
              <a:ext cx="607860" cy="830997"/>
            </a:xfrm>
            <a:prstGeom prst="rect">
              <a:avLst/>
            </a:prstGeom>
            <a:noFill/>
            <a:ln w="19050">
              <a:noFill/>
              <a:round/>
            </a:ln>
          </p:spPr>
          <p:txBody>
            <a:bodyPr rot="0" spcFirstLastPara="0" vert="horz" wrap="none" lIns="91440" tIns="45720" rIns="91440" bIns="45720" anchor="ctr" anchorCtr="1" forceAA="0" compatLnSpc="1">
              <a:spAutoFit/>
            </a:bodyPr>
            <a:lstStyle/>
            <a:p>
              <a:pPr lvl="0" algn="ctr">
                <a:defRPr/>
              </a:pPr>
              <a:r>
                <a:rPr lang="en-US" altLang="zh-CN" sz="4800" b="1" dirty="0">
                  <a:solidFill>
                    <a:srgbClr val="0A477A"/>
                  </a:solidFill>
                  <a:latin typeface="汉仪行楷简" panose="02010609000101010101" pitchFamily="49" charset="-122"/>
                  <a:ea typeface="汉仪行楷简" panose="02010609000101010101" pitchFamily="49" charset="-122"/>
                  <a:cs typeface="+mn-ea"/>
                  <a:sym typeface="+mn-lt"/>
                </a:rPr>
                <a:t>-</a:t>
              </a:r>
              <a:endParaRPr kumimoji="0" lang="en-US" altLang="zh-CN" sz="4800" b="1" i="0" u="none" strike="noStrike" kern="1200" cap="none" spc="0" normalizeH="0" baseline="0" noProof="0" dirty="0">
                <a:ln>
                  <a:noFill/>
                </a:ln>
                <a:solidFill>
                  <a:srgbClr val="0A477A"/>
                </a:solidFill>
                <a:effectLst/>
                <a:uLnTx/>
                <a:uFillTx/>
                <a:latin typeface="汉仪行楷简" panose="02010609000101010101" pitchFamily="49" charset="-122"/>
                <a:ea typeface="汉仪行楷简" panose="02010609000101010101" pitchFamily="49" charset="-122"/>
                <a:cs typeface="+mn-ea"/>
                <a:sym typeface="+mn-lt"/>
              </a:endParaRPr>
            </a:p>
          </p:txBody>
        </p:sp>
        <p:cxnSp>
          <p:nvCxnSpPr>
            <p:cNvPr id="55" name="直接连接符 54"/>
            <p:cNvCxnSpPr/>
            <p:nvPr/>
          </p:nvCxnSpPr>
          <p:spPr>
            <a:xfrm flipH="1">
              <a:off x="4483100" y="3086100"/>
              <a:ext cx="0" cy="1854200"/>
            </a:xfrm>
            <a:prstGeom prst="line">
              <a:avLst/>
            </a:prstGeom>
            <a:ln w="28575">
              <a:solidFill>
                <a:srgbClr val="0A477A"/>
              </a:solidFill>
              <a:prstDash val="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6" name="直接连接符 55"/>
            <p:cNvCxnSpPr/>
            <p:nvPr/>
          </p:nvCxnSpPr>
          <p:spPr>
            <a:xfrm flipH="1">
              <a:off x="7569200" y="3086100"/>
              <a:ext cx="0" cy="1866900"/>
            </a:xfrm>
            <a:prstGeom prst="line">
              <a:avLst/>
            </a:prstGeom>
            <a:ln w="28575">
              <a:solidFill>
                <a:srgbClr val="0A477A"/>
              </a:solidFill>
              <a:prstDash val="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pic>
        <p:nvPicPr>
          <p:cNvPr id="60" name="图片 59"/>
          <p:cNvPicPr>
            <a:picLocks noChangeAspect="1"/>
          </p:cNvPicPr>
          <p:nvPr/>
        </p:nvPicPr>
        <p:blipFill>
          <a:blip r:embed="rId5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 flipH="1">
            <a:off x="8816975" y="1130300"/>
            <a:ext cx="2679700" cy="1339851"/>
          </a:xfrm>
          <a:prstGeom prst="rect">
            <a:avLst/>
          </a:prstGeom>
        </p:spPr>
      </p:pic>
    </p:spTree>
  </p:cSld>
  <p:clrMapOvr>
    <a:masterClrMapping/>
  </p:clrMapOvr>
  <p:transition spd="slow" advTm="3000">
    <p:push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16" presetClass="entr" presetSubtype="2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1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000"/>
                            </p:stCondLst>
                            <p:childTnLst>
                              <p:par>
                                <p:cTn id="13" presetID="42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10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3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1000" fill="hold"/>
                                        <p:tgtEl>
                                          <p:spTgt spid="3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" fill="hold">
                            <p:stCondLst>
                              <p:cond delay="2000"/>
                            </p:stCondLst>
                            <p:childTnLst>
                              <p:par>
                                <p:cTn id="19" presetID="42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3000"/>
                            </p:stCondLst>
                            <p:childTnLst>
                              <p:par>
                                <p:cTn id="25" presetID="42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1000"/>
                                        <p:tgtEl>
                                          <p:spTgt spid="6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8" dur="1000" fill="hold"/>
                                        <p:tgtEl>
                                          <p:spTgt spid="6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6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0" fill="hold">
                            <p:stCondLst>
                              <p:cond delay="4000"/>
                            </p:stCondLst>
                            <p:childTnLst>
                              <p:par>
                                <p:cTn id="31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3" dur="750"/>
                                        <p:tgtEl>
                                          <p:spTgt spid="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组合 1"/>
          <p:cNvGrpSpPr/>
          <p:nvPr/>
        </p:nvGrpSpPr>
        <p:grpSpPr>
          <a:xfrm>
            <a:off x="0" y="789711"/>
            <a:ext cx="12293600" cy="5278578"/>
            <a:chOff x="4027350" y="1602462"/>
            <a:chExt cx="10649116" cy="5164375"/>
          </a:xfrm>
        </p:grpSpPr>
        <p:sp>
          <p:nvSpPr>
            <p:cNvPr id="6" name="矩形: 圆角 4"/>
            <p:cNvSpPr/>
            <p:nvPr/>
          </p:nvSpPr>
          <p:spPr>
            <a:xfrm>
              <a:off x="4027350" y="1602462"/>
              <a:ext cx="10649116" cy="5164375"/>
            </a:xfrm>
            <a:prstGeom prst="rect">
              <a:avLst/>
            </a:prstGeom>
            <a:solidFill>
              <a:schemeClr val="bg1">
                <a:alpha val="93000"/>
              </a:schemeClr>
            </a:solidFill>
            <a:ln w="57150">
              <a:noFill/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4" name="矩形: 圆角 3"/>
            <p:cNvSpPr/>
            <p:nvPr/>
          </p:nvSpPr>
          <p:spPr>
            <a:xfrm>
              <a:off x="4192533" y="1766498"/>
              <a:ext cx="10318750" cy="4842529"/>
            </a:xfrm>
            <a:prstGeom prst="rect">
              <a:avLst/>
            </a:prstGeom>
            <a:noFill/>
            <a:ln w="19050">
              <a:solidFill>
                <a:srgbClr val="0A477A"/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5" name="矩形: 圆角 4"/>
            <p:cNvSpPr/>
            <p:nvPr/>
          </p:nvSpPr>
          <p:spPr>
            <a:xfrm>
              <a:off x="4373507" y="1915827"/>
              <a:ext cx="9956800" cy="4537647"/>
            </a:xfrm>
            <a:prstGeom prst="rect">
              <a:avLst/>
            </a:prstGeom>
            <a:solidFill>
              <a:schemeClr val="bg1">
                <a:alpha val="89000"/>
              </a:schemeClr>
            </a:solidFill>
            <a:ln w="57150">
              <a:noFill/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  <p:pic>
        <p:nvPicPr>
          <p:cNvPr id="49" name="图片 48"/>
          <p:cNvPicPr>
            <a:picLocks noChangeAspect="1"/>
          </p:cNvPicPr>
          <p:nvPr/>
        </p:nvPicPr>
        <p:blipFill>
          <a:blip r:embed="rId2" cstate="email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rightnessContrast bright="20000" contrast="4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-342906" y="4114800"/>
            <a:ext cx="3276606" cy="3276606"/>
          </a:xfrm>
          <a:prstGeom prst="rect">
            <a:avLst/>
          </a:prstGeom>
        </p:spPr>
      </p:pic>
      <p:sp>
        <p:nvSpPr>
          <p:cNvPr id="14" name="文本框 13"/>
          <p:cNvSpPr txBox="1"/>
          <p:nvPr/>
        </p:nvSpPr>
        <p:spPr>
          <a:xfrm>
            <a:off x="4489583" y="4160166"/>
            <a:ext cx="6702292" cy="58477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>
            <a:defPPr>
              <a:defRPr lang="en-US"/>
            </a:defPPr>
            <a:lvl1pPr algn="ctr">
              <a:defRPr sz="2800" b="1">
                <a:solidFill>
                  <a:schemeClr val="tx1">
                    <a:lumMod val="75000"/>
                    <a:lumOff val="25000"/>
                  </a:schemeClr>
                </a:solidFill>
                <a:latin typeface="Century Gothic" panose="020B0502020202020204" pitchFamily="34" charset="0"/>
              </a:defRPr>
            </a:lvl1pPr>
          </a:lstStyle>
          <a:p>
            <a:pPr lvl="0" algn="l">
              <a:defRPr/>
            </a:pPr>
            <a:r>
              <a:rPr lang="en-US" altLang="zh-CN" sz="1600" b="0" dirty="0">
                <a:solidFill>
                  <a:schemeClr val="tx1">
                    <a:lumMod val="50000"/>
                    <a:lumOff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print the presentation and make it into a film to be used in a wider field The user can demonstrate on a projector or computer</a:t>
            </a:r>
          </a:p>
        </p:txBody>
      </p:sp>
      <p:sp>
        <p:nvSpPr>
          <p:cNvPr id="15" name="文本框 14"/>
          <p:cNvSpPr txBox="1"/>
          <p:nvPr/>
        </p:nvSpPr>
        <p:spPr>
          <a:xfrm>
            <a:off x="4402956" y="2094180"/>
            <a:ext cx="7225881" cy="2123658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>
            <a:defPPr>
              <a:defRPr lang="en-US"/>
            </a:defPPr>
            <a:lvl1pPr algn="ctr">
              <a:defRPr sz="2800" b="1">
                <a:solidFill>
                  <a:schemeClr val="tx1">
                    <a:lumMod val="75000"/>
                    <a:lumOff val="25000"/>
                  </a:schemeClr>
                </a:solidFill>
                <a:latin typeface="Century Gothic" panose="020B0502020202020204" pitchFamily="34" charset="0"/>
              </a:defRPr>
            </a:lvl1pPr>
          </a:lstStyle>
          <a:p>
            <a:pPr lvl="0" algn="l">
              <a:defRPr/>
            </a:pPr>
            <a:r>
              <a:rPr lang="zh-CN" altLang="en-US" sz="6600" b="0" spc="-300" dirty="0">
                <a:solidFill>
                  <a:srgbClr val="0A477A"/>
                </a:solidFill>
                <a:latin typeface="汉仪行楷简" panose="02010609000101010101" pitchFamily="49" charset="-122"/>
                <a:ea typeface="汉仪行楷简" panose="02010609000101010101" pitchFamily="49" charset="-122"/>
                <a:cs typeface="+mn-ea"/>
                <a:sym typeface="+mn-lt"/>
              </a:rPr>
              <a:t>乘影音之风</a:t>
            </a:r>
          </a:p>
          <a:p>
            <a:pPr lvl="0" algn="l">
              <a:defRPr/>
            </a:pPr>
            <a:r>
              <a:rPr lang="zh-CN" altLang="en-US" sz="6600" b="0" spc="-300" dirty="0">
                <a:solidFill>
                  <a:srgbClr val="0A477A"/>
                </a:solidFill>
                <a:latin typeface="汉仪行楷简" panose="02010609000101010101" pitchFamily="49" charset="-122"/>
                <a:ea typeface="汉仪行楷简" panose="02010609000101010101" pitchFamily="49" charset="-122"/>
                <a:cs typeface="+mn-ea"/>
                <a:sym typeface="+mn-lt"/>
              </a:rPr>
              <a:t>直下看语文山河</a:t>
            </a:r>
          </a:p>
        </p:txBody>
      </p:sp>
      <p:grpSp>
        <p:nvGrpSpPr>
          <p:cNvPr id="21" name="组合 20"/>
          <p:cNvGrpSpPr/>
          <p:nvPr/>
        </p:nvGrpSpPr>
        <p:grpSpPr>
          <a:xfrm>
            <a:off x="1281629" y="1865478"/>
            <a:ext cx="3087171" cy="3074822"/>
            <a:chOff x="1243529" y="2106778"/>
            <a:chExt cx="3087171" cy="3074822"/>
          </a:xfrm>
        </p:grpSpPr>
        <p:pic>
          <p:nvPicPr>
            <p:cNvPr id="20" name="图片 19"/>
            <p:cNvPicPr>
              <a:picLocks noChangeAspect="1"/>
            </p:cNvPicPr>
            <p:nvPr/>
          </p:nvPicPr>
          <p:blipFill>
            <a:blip r:embed="rId4" cstate="email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>
            <a:xfrm>
              <a:off x="1243529" y="2106778"/>
              <a:ext cx="3087171" cy="3074822"/>
            </a:xfrm>
            <a:prstGeom prst="rect">
              <a:avLst/>
            </a:prstGeom>
          </p:spPr>
        </p:pic>
        <p:sp>
          <p:nvSpPr>
            <p:cNvPr id="16" name="椭圆 15"/>
            <p:cNvSpPr/>
            <p:nvPr/>
          </p:nvSpPr>
          <p:spPr>
            <a:xfrm>
              <a:off x="1723196" y="2580270"/>
              <a:ext cx="2127836" cy="2127838"/>
            </a:xfrm>
            <a:prstGeom prst="ellipse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zh-CN" altLang="en-US" sz="96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汉仪行楷简" panose="02010609000101010101" pitchFamily="49" charset="-122"/>
                  <a:ea typeface="汉仪行楷简" panose="02010609000101010101" pitchFamily="49" charset="-122"/>
                </a:rPr>
                <a:t>壹</a:t>
              </a:r>
              <a:endParaRPr lang="zh-CN" altLang="en-US" sz="16600" dirty="0">
                <a:solidFill>
                  <a:schemeClr val="tx1">
                    <a:lumMod val="75000"/>
                    <a:lumOff val="25000"/>
                  </a:schemeClr>
                </a:solidFill>
                <a:latin typeface="汉仪行楷简" panose="02010609000101010101" pitchFamily="49" charset="-122"/>
                <a:ea typeface="汉仪行楷简" panose="02010609000101010101" pitchFamily="49" charset="-122"/>
              </a:endParaRPr>
            </a:p>
          </p:txBody>
        </p:sp>
      </p:grpSp>
      <p:pic>
        <p:nvPicPr>
          <p:cNvPr id="22" name="图片 21"/>
          <p:cNvPicPr>
            <a:picLocks noChangeAspect="1"/>
          </p:cNvPicPr>
          <p:nvPr/>
        </p:nvPicPr>
        <p:blipFill>
          <a:blip r:embed="rId5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l="-3825" t="71597" r="55567" b="-10407"/>
          <a:stretch>
            <a:fillRect/>
          </a:stretch>
        </p:blipFill>
        <p:spPr>
          <a:xfrm>
            <a:off x="10269922" y="4584700"/>
            <a:ext cx="1439478" cy="889000"/>
          </a:xfrm>
          <a:prstGeom prst="rect">
            <a:avLst/>
          </a:prstGeom>
        </p:spPr>
      </p:pic>
      <p:pic>
        <p:nvPicPr>
          <p:cNvPr id="23" name="图片 22"/>
          <p:cNvPicPr>
            <a:picLocks noChangeAspect="1"/>
          </p:cNvPicPr>
          <p:nvPr/>
        </p:nvPicPr>
        <p:blipFill>
          <a:blip r:embed="rId5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l="-3825" t="71597" r="55567" b="-10407"/>
          <a:stretch>
            <a:fillRect/>
          </a:stretch>
        </p:blipFill>
        <p:spPr>
          <a:xfrm flipH="1">
            <a:off x="419098" y="1371599"/>
            <a:ext cx="1651001" cy="1019633"/>
          </a:xfrm>
          <a:prstGeom prst="rect">
            <a:avLst/>
          </a:prstGeom>
        </p:spPr>
      </p:pic>
      <p:pic>
        <p:nvPicPr>
          <p:cNvPr id="24" name="图片 23"/>
          <p:cNvPicPr>
            <a:picLocks noChangeAspect="1"/>
          </p:cNvPicPr>
          <p:nvPr/>
        </p:nvPicPr>
        <p:blipFill>
          <a:blip r:embed="rId6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 flipH="1">
            <a:off x="8839200" y="1409700"/>
            <a:ext cx="2679700" cy="1339851"/>
          </a:xfrm>
          <a:prstGeom prst="rect">
            <a:avLst/>
          </a:prstGeom>
        </p:spPr>
      </p:pic>
      <p:pic>
        <p:nvPicPr>
          <p:cNvPr id="25" name="图片 24"/>
          <p:cNvPicPr>
            <a:picLocks noChangeAspect="1"/>
          </p:cNvPicPr>
          <p:nvPr/>
        </p:nvPicPr>
        <p:blipFill>
          <a:blip r:embed="rId7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3810000" y="4206098"/>
            <a:ext cx="699860" cy="513888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2000" advTm="3000">
        <p15:prstTrans prst="drape"/>
      </p:transition>
    </mc:Choice>
    <mc:Fallback xmlns="">
      <p:transition spd="slow" advTm="3000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42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10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2" dur="10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" fill="hold">
                            <p:stCondLst>
                              <p:cond delay="1500"/>
                            </p:stCondLst>
                            <p:childTnLst>
                              <p:par>
                                <p:cTn id="15" presetID="42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10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8" dur="1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1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2500"/>
                            </p:stCondLst>
                            <p:childTnLst>
                              <p:par>
                                <p:cTn id="21" presetID="42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10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4" dur="10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5" dur="10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6" fill="hold">
                            <p:stCondLst>
                              <p:cond delay="3500"/>
                            </p:stCondLst>
                            <p:childTnLst>
                              <p:par>
                                <p:cTn id="27" presetID="53" presetClass="entr" presetSubtype="1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9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2" fill="hold">
                            <p:stCondLst>
                              <p:cond delay="4000"/>
                            </p:stCondLst>
                            <p:childTnLst>
                              <p:par>
                                <p:cTn id="33" presetID="53" presetClass="entr" presetSubtype="1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5" dur="5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6" dur="5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8" fill="hold">
                            <p:stCondLst>
                              <p:cond delay="4500"/>
                            </p:stCondLst>
                            <p:childTnLst>
                              <p:par>
                                <p:cTn id="39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1" dur="10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2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3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4" fill="hold">
                            <p:stCondLst>
                              <p:cond delay="5500"/>
                            </p:stCondLst>
                            <p:childTnLst>
                              <p:par>
                                <p:cTn id="45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7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/>
      <p:bldP spid="15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框 3"/>
          <p:cNvSpPr txBox="1"/>
          <p:nvPr/>
        </p:nvSpPr>
        <p:spPr>
          <a:xfrm>
            <a:off x="1072650" y="2912753"/>
            <a:ext cx="2160000" cy="88447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indent="0" algn="ctr">
              <a:lnSpc>
                <a:spcPct val="150000"/>
              </a:lnSpc>
              <a:buFont typeface="Arial" panose="020B0604020202020204" pitchFamily="34" charset="0"/>
              <a:buNone/>
            </a:pPr>
            <a:r>
              <a:rPr lang="zh-CN" altLang="zh-CN" b="1" dirty="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阿里巴巴普惠体" panose="00020600040101010101" pitchFamily="18" charset="-122"/>
                <a:sym typeface="+mn-ea"/>
              </a:rPr>
              <a:t>黄河之水天上来</a:t>
            </a:r>
          </a:p>
          <a:p>
            <a:pPr indent="0" algn="ctr">
              <a:lnSpc>
                <a:spcPct val="150000"/>
              </a:lnSpc>
              <a:buFont typeface="Arial" panose="020B0604020202020204" pitchFamily="34" charset="0"/>
              <a:buNone/>
            </a:pPr>
            <a:r>
              <a:rPr lang="zh-CN" altLang="zh-CN" b="1" dirty="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阿里巴巴普惠体" panose="00020600040101010101" pitchFamily="18" charset="-122"/>
                <a:sym typeface="+mn-ea"/>
              </a:rPr>
              <a:t>奔流到海不复回</a:t>
            </a:r>
            <a:endParaRPr lang="zh-CN" altLang="en-US" b="1" dirty="0">
              <a:solidFill>
                <a:schemeClr val="accent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阿里巴巴普惠体" panose="00020600040101010101" pitchFamily="18" charset="-122"/>
              <a:sym typeface="+mn-ea"/>
            </a:endParaRPr>
          </a:p>
        </p:txBody>
      </p:sp>
      <p:sp>
        <p:nvSpPr>
          <p:cNvPr id="5" name="文本框 4"/>
          <p:cNvSpPr txBox="1"/>
          <p:nvPr/>
        </p:nvSpPr>
        <p:spPr>
          <a:xfrm>
            <a:off x="3740538" y="4841280"/>
            <a:ext cx="2160000" cy="88447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indent="0" algn="ctr">
              <a:lnSpc>
                <a:spcPct val="150000"/>
              </a:lnSpc>
              <a:buFont typeface="Arial" panose="020B0604020202020204" pitchFamily="34" charset="0"/>
              <a:buNone/>
            </a:pPr>
            <a:r>
              <a:rPr lang="zh-CN" altLang="zh-CN" b="1" dirty="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阿里巴巴普惠体" panose="00020600040101010101" pitchFamily="18" charset="-122"/>
                <a:sym typeface="+mn-ea"/>
              </a:rPr>
              <a:t>举杯邀明月</a:t>
            </a:r>
          </a:p>
          <a:p>
            <a:pPr indent="0" algn="ctr">
              <a:lnSpc>
                <a:spcPct val="150000"/>
              </a:lnSpc>
              <a:buFont typeface="Arial" panose="020B0604020202020204" pitchFamily="34" charset="0"/>
              <a:buNone/>
            </a:pPr>
            <a:r>
              <a:rPr lang="zh-CN" altLang="zh-CN" b="1" dirty="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阿里巴巴普惠体" panose="00020600040101010101" pitchFamily="18" charset="-122"/>
                <a:sym typeface="+mn-ea"/>
              </a:rPr>
              <a:t>对影成三人</a:t>
            </a:r>
            <a:endParaRPr lang="zh-CN" altLang="en-US" b="1" dirty="0">
              <a:solidFill>
                <a:schemeClr val="accent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阿里巴巴普惠体" panose="00020600040101010101" pitchFamily="18" charset="-122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6386212" y="2912753"/>
            <a:ext cx="2160000" cy="88447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indent="0" algn="ctr">
              <a:lnSpc>
                <a:spcPct val="150000"/>
              </a:lnSpc>
              <a:buFont typeface="Arial" panose="020B0604020202020204" pitchFamily="34" charset="0"/>
              <a:buNone/>
            </a:pPr>
            <a:r>
              <a:rPr lang="zh-CN" altLang="zh-CN" b="1" dirty="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阿里巴巴普惠体" panose="00020600040101010101" pitchFamily="18" charset="-122"/>
                <a:sym typeface="+mn-ea"/>
              </a:rPr>
              <a:t>长安一片月</a:t>
            </a:r>
          </a:p>
          <a:p>
            <a:pPr indent="0" algn="ctr">
              <a:lnSpc>
                <a:spcPct val="150000"/>
              </a:lnSpc>
              <a:buFont typeface="Arial" panose="020B0604020202020204" pitchFamily="34" charset="0"/>
              <a:buNone/>
            </a:pPr>
            <a:r>
              <a:rPr lang="zh-CN" altLang="zh-CN" b="1" dirty="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阿里巴巴普惠体" panose="00020600040101010101" pitchFamily="18" charset="-122"/>
                <a:sym typeface="+mn-ea"/>
              </a:rPr>
              <a:t>万户捣衣声</a:t>
            </a:r>
            <a:endParaRPr lang="zh-CN" altLang="en-US" b="1" dirty="0">
              <a:solidFill>
                <a:schemeClr val="accent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阿里巴巴普惠体" panose="00020600040101010101" pitchFamily="18" charset="-122"/>
              <a:sym typeface="+mn-ea"/>
            </a:endParaRPr>
          </a:p>
        </p:txBody>
      </p:sp>
      <p:sp>
        <p:nvSpPr>
          <p:cNvPr id="7" name="文本框 6"/>
          <p:cNvSpPr txBox="1"/>
          <p:nvPr/>
        </p:nvSpPr>
        <p:spPr>
          <a:xfrm>
            <a:off x="8996971" y="4815880"/>
            <a:ext cx="2160000" cy="88447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indent="0" algn="ctr" fontAlgn="auto">
              <a:lnSpc>
                <a:spcPct val="150000"/>
              </a:lnSpc>
            </a:pPr>
            <a:r>
              <a:rPr lang="zh-CN" altLang="zh-CN" b="1" dirty="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阿里巴巴普惠体" panose="00020600040101010101" pitchFamily="18" charset="-122"/>
                <a:sym typeface="+mn-ea"/>
              </a:rPr>
              <a:t>千里江陵一日还</a:t>
            </a:r>
          </a:p>
          <a:p>
            <a:pPr indent="0" algn="ctr" fontAlgn="auto">
              <a:lnSpc>
                <a:spcPct val="150000"/>
              </a:lnSpc>
            </a:pPr>
            <a:r>
              <a:rPr lang="zh-CN" altLang="zh-CN" b="1" dirty="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阿里巴巴普惠体" panose="00020600040101010101" pitchFamily="18" charset="-122"/>
                <a:sym typeface="+mn-ea"/>
              </a:rPr>
              <a:t>轻舟已过万重山</a:t>
            </a:r>
            <a:endParaRPr lang="zh-CN" altLang="en-US" b="1" dirty="0">
              <a:solidFill>
                <a:schemeClr val="accent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阿里巴巴普惠体" panose="00020600040101010101" pitchFamily="18" charset="-122"/>
              <a:sym typeface="+mn-ea"/>
            </a:endParaRPr>
          </a:p>
        </p:txBody>
      </p:sp>
      <p:sp>
        <p:nvSpPr>
          <p:cNvPr id="8" name="矩形: 圆角 7"/>
          <p:cNvSpPr/>
          <p:nvPr/>
        </p:nvSpPr>
        <p:spPr>
          <a:xfrm>
            <a:off x="4400642" y="1576821"/>
            <a:ext cx="3390716" cy="540000"/>
          </a:xfrm>
          <a:prstGeom prst="roundRect">
            <a:avLst>
              <a:gd name="adj" fmla="val 50000"/>
            </a:avLst>
          </a:prstGeom>
          <a:solidFill>
            <a:srgbClr val="0A477A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9" name="TextBox 39"/>
          <p:cNvSpPr txBox="1"/>
          <p:nvPr>
            <p:custDataLst>
              <p:tags r:id="rId1"/>
            </p:custDataLst>
          </p:nvPr>
        </p:nvSpPr>
        <p:spPr>
          <a:xfrm>
            <a:off x="4954710" y="1585506"/>
            <a:ext cx="2282581" cy="460832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3920"/>
              </a:lnSpc>
            </a:pPr>
            <a:r>
              <a:rPr lang="zh-CN" altLang="en-US" sz="24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活动：看图诵诗</a:t>
            </a:r>
          </a:p>
        </p:txBody>
      </p:sp>
      <p:sp>
        <p:nvSpPr>
          <p:cNvPr id="14" name="标题 1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（一）</a:t>
            </a:r>
            <a:r>
              <a:rPr lang="en-US" altLang="zh-CN"/>
              <a:t>《</a:t>
            </a:r>
            <a:r>
              <a:rPr lang="zh-CN" altLang="en-US"/>
              <a:t>长安三万里</a:t>
            </a:r>
            <a:r>
              <a:rPr lang="en-US" altLang="zh-CN"/>
              <a:t>》</a:t>
            </a:r>
            <a:r>
              <a:rPr lang="zh-CN" altLang="en-US"/>
              <a:t>的唐诗盛会</a:t>
            </a:r>
          </a:p>
        </p:txBody>
      </p:sp>
      <p:pic>
        <p:nvPicPr>
          <p:cNvPr id="11" name="图片 10"/>
          <p:cNvPicPr>
            <a:picLocks noChangeAspect="1"/>
          </p:cNvPicPr>
          <p:nvPr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977900" y="4136390"/>
            <a:ext cx="2349500" cy="1540510"/>
          </a:xfrm>
          <a:prstGeom prst="rect">
            <a:avLst/>
          </a:prstGeom>
          <a:solidFill>
            <a:srgbClr val="FFFFFF">
              <a:shade val="85000"/>
            </a:srgbClr>
          </a:solidFill>
          <a:ln w="88900" cap="sq">
            <a:solidFill>
              <a:srgbClr val="FFFFFF"/>
            </a:solidFill>
            <a:miter lim="800000"/>
            <a:headEnd/>
            <a:tailEnd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</p:pic>
      <p:pic>
        <p:nvPicPr>
          <p:cNvPr id="16" name="图片 15"/>
          <p:cNvPicPr>
            <a:picLocks noChangeAspect="1"/>
          </p:cNvPicPr>
          <p:nvPr/>
        </p:nvPicPr>
        <p:blipFill>
          <a:blip r:embed="rId4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3671188" y="2857500"/>
            <a:ext cx="2298700" cy="1447939"/>
          </a:xfrm>
          <a:prstGeom prst="rect">
            <a:avLst/>
          </a:prstGeom>
          <a:solidFill>
            <a:srgbClr val="FFFFFF">
              <a:shade val="85000"/>
            </a:srgbClr>
          </a:solidFill>
          <a:ln w="88900" cap="sq">
            <a:solidFill>
              <a:srgbClr val="FFFFFF"/>
            </a:solidFill>
            <a:miter lim="800000"/>
            <a:headEnd/>
            <a:tailEnd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</p:pic>
      <p:pic>
        <p:nvPicPr>
          <p:cNvPr id="18" name="图片 17"/>
          <p:cNvPicPr>
            <a:picLocks noChangeAspect="1"/>
          </p:cNvPicPr>
          <p:nvPr/>
        </p:nvPicPr>
        <p:blipFill>
          <a:blip r:embed="rId5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6247012" y="4399782"/>
            <a:ext cx="2438400" cy="1480457"/>
          </a:xfrm>
          <a:prstGeom prst="rect">
            <a:avLst/>
          </a:prstGeom>
          <a:solidFill>
            <a:srgbClr val="FFFFFF">
              <a:shade val="85000"/>
            </a:srgbClr>
          </a:solidFill>
          <a:ln w="88900" cap="sq">
            <a:solidFill>
              <a:srgbClr val="FFFFFF"/>
            </a:solidFill>
            <a:miter lim="800000"/>
            <a:headEnd/>
            <a:tailEnd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</p:pic>
      <p:pic>
        <p:nvPicPr>
          <p:cNvPr id="20" name="图片 19"/>
          <p:cNvPicPr>
            <a:picLocks noChangeAspect="1"/>
          </p:cNvPicPr>
          <p:nvPr/>
        </p:nvPicPr>
        <p:blipFill>
          <a:blip r:embed="rId6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8988115" y="2755900"/>
            <a:ext cx="2352986" cy="1574939"/>
          </a:xfrm>
          <a:prstGeom prst="rect">
            <a:avLst/>
          </a:prstGeom>
          <a:solidFill>
            <a:srgbClr val="FFFFFF">
              <a:shade val="85000"/>
            </a:srgbClr>
          </a:solidFill>
          <a:ln w="88900" cap="sq">
            <a:solidFill>
              <a:srgbClr val="FFFFFF"/>
            </a:solidFill>
            <a:miter lim="800000"/>
            <a:headEnd/>
            <a:tailEnd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</p:pic>
    </p:spTree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2000" advTm="3000">
        <p15:prstTrans prst="wind"/>
      </p:transition>
    </mc:Choice>
    <mc:Fallback xmlns="">
      <p:transition spd="slow" advTm="3000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4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" fill="hold">
                            <p:stCondLst>
                              <p:cond delay="500"/>
                            </p:stCondLst>
                            <p:childTnLst>
                              <p:par>
                                <p:cTn id="16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1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9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1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4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5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6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1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1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4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5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5" grpId="0"/>
      <p:bldP spid="6" grpId="0"/>
      <p:bldP spid="7" grpId="0"/>
      <p:bldP spid="8" grpId="0" animBg="1"/>
      <p:bldP spid="9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2" name="Group 37"/>
          <p:cNvGrpSpPr/>
          <p:nvPr/>
        </p:nvGrpSpPr>
        <p:grpSpPr>
          <a:xfrm>
            <a:off x="876822" y="2080946"/>
            <a:ext cx="4319693" cy="3405453"/>
            <a:chOff x="689317" y="2256183"/>
            <a:chExt cx="3854548" cy="3031960"/>
          </a:xfrm>
        </p:grpSpPr>
        <p:sp>
          <p:nvSpPr>
            <p:cNvPr id="23" name="Rectangle 27"/>
            <p:cNvSpPr/>
            <p:nvPr/>
          </p:nvSpPr>
          <p:spPr>
            <a:xfrm>
              <a:off x="689317" y="2256183"/>
              <a:ext cx="3854548" cy="3031960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just">
                <a:lnSpc>
                  <a:spcPct val="120000"/>
                </a:lnSpc>
              </a:pPr>
              <a:endParaRPr lang="en-GB" sz="900" dirty="0">
                <a:solidFill>
                  <a:schemeClr val="tx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endParaRPr>
            </a:p>
          </p:txBody>
        </p:sp>
        <p:sp>
          <p:nvSpPr>
            <p:cNvPr id="25" name="Rectangle 29"/>
            <p:cNvSpPr/>
            <p:nvPr/>
          </p:nvSpPr>
          <p:spPr>
            <a:xfrm>
              <a:off x="1042751" y="2575260"/>
              <a:ext cx="3133859" cy="2407791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>
                <a:lnSpc>
                  <a:spcPct val="200000"/>
                </a:lnSpc>
              </a:pPr>
              <a:r>
                <a:rPr lang="zh-CN" altLang="en-US" sz="220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+mn-ea"/>
                  <a:sym typeface="+mn-lt"/>
                </a:rPr>
                <a:t>诗人借诗词描摹当时的社会生活、抒发他的情感，短短几行字，却浓缩着诗人的人生过往和人生感悟。</a:t>
              </a:r>
            </a:p>
          </p:txBody>
        </p:sp>
      </p:grpSp>
      <p:sp>
        <p:nvSpPr>
          <p:cNvPr id="14" name="标题 1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（二）</a:t>
            </a:r>
            <a:r>
              <a:rPr lang="en-US" altLang="zh-CN" dirty="0"/>
              <a:t>《</a:t>
            </a:r>
            <a:r>
              <a:rPr lang="zh-CN" altLang="en-US" dirty="0"/>
              <a:t>长安三万里</a:t>
            </a:r>
            <a:r>
              <a:rPr lang="en-US" altLang="zh-CN" dirty="0"/>
              <a:t>》</a:t>
            </a:r>
            <a:r>
              <a:rPr lang="zh-CN" altLang="en-US" dirty="0"/>
              <a:t>的人生启迪</a:t>
            </a:r>
          </a:p>
        </p:txBody>
      </p:sp>
      <p:grpSp>
        <p:nvGrpSpPr>
          <p:cNvPr id="2" name="组合 1"/>
          <p:cNvGrpSpPr/>
          <p:nvPr/>
        </p:nvGrpSpPr>
        <p:grpSpPr>
          <a:xfrm>
            <a:off x="5832549" y="1769528"/>
            <a:ext cx="5115199" cy="1922723"/>
            <a:chOff x="1373283" y="1919840"/>
            <a:chExt cx="4303239" cy="1683439"/>
          </a:xfrm>
        </p:grpSpPr>
        <p:grpSp>
          <p:nvGrpSpPr>
            <p:cNvPr id="3" name="组合 2"/>
            <p:cNvGrpSpPr/>
            <p:nvPr/>
          </p:nvGrpSpPr>
          <p:grpSpPr>
            <a:xfrm>
              <a:off x="1373283" y="1921064"/>
              <a:ext cx="4303239" cy="1682215"/>
              <a:chOff x="1300855" y="2328470"/>
              <a:chExt cx="4303239" cy="1682215"/>
            </a:xfrm>
          </p:grpSpPr>
          <p:sp>
            <p:nvSpPr>
              <p:cNvPr id="12" name="圆角矩形 227"/>
              <p:cNvSpPr/>
              <p:nvPr/>
            </p:nvSpPr>
            <p:spPr>
              <a:xfrm>
                <a:off x="1300855" y="2507997"/>
                <a:ext cx="4303239" cy="1502688"/>
              </a:xfrm>
              <a:prstGeom prst="roundRect">
                <a:avLst>
                  <a:gd name="adj" fmla="val 11847"/>
                </a:avLst>
              </a:prstGeom>
              <a:solidFill>
                <a:srgbClr val="F7F7F7"/>
              </a:solidFill>
              <a:ln w="9525" cap="flat">
                <a:solidFill>
                  <a:schemeClr val="bg1">
                    <a:lumMod val="75000"/>
                  </a:schemeClr>
                </a:solidFill>
                <a:custDash>
                  <a:ds d="380000" sp="120000"/>
                </a:custDash>
                <a:bevel/>
              </a:ln>
            </p:spPr>
            <p:txBody>
              <a:bodyPr wrap="square" lIns="0" tIns="0" rIns="0" bIns="0" rtlCol="0" anchor="ctr"/>
              <a:lstStyle/>
              <a:p>
                <a:endParaRPr sz="910" dirty="0">
                  <a:solidFill>
                    <a:srgbClr val="3E3938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+mn-ea"/>
                  <a:sym typeface="+mn-lt"/>
                </a:endParaRPr>
              </a:p>
            </p:txBody>
          </p:sp>
          <p:sp>
            <p:nvSpPr>
              <p:cNvPr id="13" name="任意多边形 228"/>
              <p:cNvSpPr/>
              <p:nvPr/>
            </p:nvSpPr>
            <p:spPr>
              <a:xfrm>
                <a:off x="1495151" y="2328470"/>
                <a:ext cx="2432000" cy="359055"/>
              </a:xfrm>
              <a:custGeom>
                <a:avLst/>
                <a:gdLst>
                  <a:gd name="rtl" fmla="*/ 30400 w 2432000"/>
                  <a:gd name="rtt" fmla="*/ 30400 h 359055"/>
                  <a:gd name="rtr" fmla="*/ 2401600 w 2432000"/>
                  <a:gd name="rtb" fmla="*/ 328655 h 359055"/>
                </a:gdLst>
                <a:ahLst/>
                <a:cxnLst/>
                <a:rect l="rtl" t="rtt" r="rtr" b="rtb"/>
                <a:pathLst>
                  <a:path w="2432000" h="359055">
                    <a:moveTo>
                      <a:pt x="179527" y="359055"/>
                    </a:moveTo>
                    <a:lnTo>
                      <a:pt x="2252473" y="359055"/>
                    </a:lnTo>
                    <a:cubicBezTo>
                      <a:pt x="2351622" y="359055"/>
                      <a:pt x="2432000" y="278681"/>
                      <a:pt x="2432000" y="179527"/>
                    </a:cubicBezTo>
                    <a:cubicBezTo>
                      <a:pt x="2432000" y="80375"/>
                      <a:pt x="2351622" y="0"/>
                      <a:pt x="2252473" y="0"/>
                    </a:cubicBezTo>
                    <a:lnTo>
                      <a:pt x="179527" y="0"/>
                    </a:lnTo>
                    <a:cubicBezTo>
                      <a:pt x="80375" y="0"/>
                      <a:pt x="0" y="80375"/>
                      <a:pt x="0" y="179527"/>
                    </a:cubicBezTo>
                    <a:cubicBezTo>
                      <a:pt x="0" y="278681"/>
                      <a:pt x="80375" y="359055"/>
                      <a:pt x="179527" y="359055"/>
                    </a:cubicBezTo>
                    <a:close/>
                  </a:path>
                </a:pathLst>
              </a:custGeom>
              <a:solidFill>
                <a:schemeClr val="accent1"/>
              </a:solidFill>
              <a:ln w="15200" cap="flat">
                <a:noFill/>
                <a:bevel/>
              </a:ln>
            </p:spPr>
            <p:txBody>
              <a:bodyPr wrap="square" lIns="36000" tIns="0" rIns="36000" bIns="0" rtlCol="0" anchor="ctr"/>
              <a:lstStyle/>
              <a:p>
                <a:pPr algn="ctr">
                  <a:lnSpc>
                    <a:spcPct val="100000"/>
                  </a:lnSpc>
                </a:pPr>
                <a:endParaRPr sz="1065" b="1" dirty="0">
                  <a:solidFill>
                    <a:srgbClr val="FFFFFF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+mn-ea"/>
                  <a:sym typeface="+mn-lt"/>
                </a:endParaRPr>
              </a:p>
            </p:txBody>
          </p:sp>
        </p:grpSp>
        <p:sp>
          <p:nvSpPr>
            <p:cNvPr id="10" name="文本框 9"/>
            <p:cNvSpPr txBox="1"/>
            <p:nvPr/>
          </p:nvSpPr>
          <p:spPr>
            <a:xfrm>
              <a:off x="1751949" y="1919840"/>
              <a:ext cx="2057401" cy="323368"/>
            </a:xfrm>
            <a:prstGeom prst="rect">
              <a:avLst/>
            </a:prstGeom>
            <a:noFill/>
          </p:spPr>
          <p:txBody>
            <a:bodyPr wrap="square" rtlCol="0">
              <a:spAutoFit/>
              <a:scene3d>
                <a:camera prst="orthographicFront"/>
                <a:lightRig rig="threePt" dir="t"/>
              </a:scene3d>
              <a:sp3d contourW="12700"/>
            </a:bodyPr>
            <a:lstStyle/>
            <a:p>
              <a:pPr algn="ctr"/>
              <a:r>
                <a:rPr lang="zh-CN" altLang="en-US" b="1" dirty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+mn-ea"/>
                  <a:sym typeface="+mn-lt"/>
                </a:rPr>
                <a:t>少年人</a:t>
              </a:r>
            </a:p>
          </p:txBody>
        </p:sp>
        <p:sp>
          <p:nvSpPr>
            <p:cNvPr id="11" name="文本框 10"/>
            <p:cNvSpPr txBox="1"/>
            <p:nvPr/>
          </p:nvSpPr>
          <p:spPr>
            <a:xfrm>
              <a:off x="1721176" y="2459646"/>
              <a:ext cx="3607451" cy="773783"/>
            </a:xfrm>
            <a:prstGeom prst="rect">
              <a:avLst/>
            </a:prstGeom>
            <a:noFill/>
          </p:spPr>
          <p:txBody>
            <a:bodyPr wrap="square" rtlCol="0">
              <a:spAutoFit/>
              <a:scene3d>
                <a:camera prst="orthographicFront"/>
                <a:lightRig rig="threePt" dir="t"/>
              </a:scene3d>
              <a:sp3d contourW="12700"/>
            </a:bodyPr>
            <a:lstStyle/>
            <a:p>
              <a:pPr>
                <a:lnSpc>
                  <a:spcPct val="150000"/>
                </a:lnSpc>
              </a:pPr>
              <a:r>
                <a:rPr lang="zh-CN" altLang="en-US" dirty="0">
                  <a:latin typeface="微软雅黑" panose="020B0503020204020204" pitchFamily="34" charset="-122"/>
                  <a:ea typeface="微软雅黑" panose="020B0503020204020204" pitchFamily="34" charset="-122"/>
                  <a:cs typeface="+mn-ea"/>
                  <a:sym typeface="+mn-lt"/>
                </a:rPr>
                <a:t>面带笑颜地大声诵读，他们欢喜于李白重获自由，可畅游在万重山间。</a:t>
              </a:r>
            </a:p>
          </p:txBody>
        </p:sp>
      </p:grpSp>
      <p:grpSp>
        <p:nvGrpSpPr>
          <p:cNvPr id="15" name="组合 14"/>
          <p:cNvGrpSpPr/>
          <p:nvPr/>
        </p:nvGrpSpPr>
        <p:grpSpPr>
          <a:xfrm>
            <a:off x="5832549" y="4078518"/>
            <a:ext cx="5140251" cy="1921325"/>
            <a:chOff x="1373283" y="4003361"/>
            <a:chExt cx="4303239" cy="1682215"/>
          </a:xfrm>
        </p:grpSpPr>
        <p:grpSp>
          <p:nvGrpSpPr>
            <p:cNvPr id="16" name="组合 15"/>
            <p:cNvGrpSpPr/>
            <p:nvPr/>
          </p:nvGrpSpPr>
          <p:grpSpPr>
            <a:xfrm>
              <a:off x="1373283" y="4003361"/>
              <a:ext cx="4303239" cy="1682215"/>
              <a:chOff x="1300855" y="2328470"/>
              <a:chExt cx="4303239" cy="1682215"/>
            </a:xfrm>
          </p:grpSpPr>
          <p:sp>
            <p:nvSpPr>
              <p:cNvPr id="19" name="圆角矩形 30"/>
              <p:cNvSpPr/>
              <p:nvPr/>
            </p:nvSpPr>
            <p:spPr>
              <a:xfrm>
                <a:off x="1300855" y="2507997"/>
                <a:ext cx="4303239" cy="1502688"/>
              </a:xfrm>
              <a:prstGeom prst="roundRect">
                <a:avLst>
                  <a:gd name="adj" fmla="val 11847"/>
                </a:avLst>
              </a:prstGeom>
              <a:solidFill>
                <a:srgbClr val="F7F7F7"/>
              </a:solidFill>
              <a:ln w="9525" cap="flat">
                <a:solidFill>
                  <a:schemeClr val="bg1">
                    <a:lumMod val="75000"/>
                  </a:schemeClr>
                </a:solidFill>
                <a:custDash>
                  <a:ds d="380000" sp="120000"/>
                </a:custDash>
                <a:bevel/>
              </a:ln>
            </p:spPr>
            <p:txBody>
              <a:bodyPr wrap="square" lIns="0" tIns="0" rIns="0" bIns="0" rtlCol="0" anchor="ctr"/>
              <a:lstStyle/>
              <a:p>
                <a:endParaRPr sz="910" dirty="0">
                  <a:solidFill>
                    <a:srgbClr val="3E3938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+mn-ea"/>
                  <a:sym typeface="+mn-lt"/>
                </a:endParaRPr>
              </a:p>
            </p:txBody>
          </p:sp>
          <p:sp>
            <p:nvSpPr>
              <p:cNvPr id="20" name="任意多边形 31"/>
              <p:cNvSpPr/>
              <p:nvPr/>
            </p:nvSpPr>
            <p:spPr>
              <a:xfrm>
                <a:off x="1495151" y="2328470"/>
                <a:ext cx="2432000" cy="359055"/>
              </a:xfrm>
              <a:custGeom>
                <a:avLst/>
                <a:gdLst>
                  <a:gd name="rtl" fmla="*/ 30400 w 2432000"/>
                  <a:gd name="rtt" fmla="*/ 30400 h 359055"/>
                  <a:gd name="rtr" fmla="*/ 2401600 w 2432000"/>
                  <a:gd name="rtb" fmla="*/ 328655 h 359055"/>
                </a:gdLst>
                <a:ahLst/>
                <a:cxnLst/>
                <a:rect l="rtl" t="rtt" r="rtr" b="rtb"/>
                <a:pathLst>
                  <a:path w="2432000" h="359055">
                    <a:moveTo>
                      <a:pt x="179527" y="359055"/>
                    </a:moveTo>
                    <a:lnTo>
                      <a:pt x="2252473" y="359055"/>
                    </a:lnTo>
                    <a:cubicBezTo>
                      <a:pt x="2351622" y="359055"/>
                      <a:pt x="2432000" y="278681"/>
                      <a:pt x="2432000" y="179527"/>
                    </a:cubicBezTo>
                    <a:cubicBezTo>
                      <a:pt x="2432000" y="80375"/>
                      <a:pt x="2351622" y="0"/>
                      <a:pt x="2252473" y="0"/>
                    </a:cubicBezTo>
                    <a:lnTo>
                      <a:pt x="179527" y="0"/>
                    </a:lnTo>
                    <a:cubicBezTo>
                      <a:pt x="80375" y="0"/>
                      <a:pt x="0" y="80375"/>
                      <a:pt x="0" y="179527"/>
                    </a:cubicBezTo>
                    <a:cubicBezTo>
                      <a:pt x="0" y="278681"/>
                      <a:pt x="80375" y="359055"/>
                      <a:pt x="179527" y="359055"/>
                    </a:cubicBezTo>
                    <a:close/>
                  </a:path>
                </a:pathLst>
              </a:custGeom>
              <a:solidFill>
                <a:schemeClr val="tx1">
                  <a:lumMod val="75000"/>
                  <a:lumOff val="25000"/>
                </a:schemeClr>
              </a:solidFill>
              <a:ln w="15200" cap="flat">
                <a:noFill/>
                <a:bevel/>
              </a:ln>
            </p:spPr>
            <p:txBody>
              <a:bodyPr wrap="square" lIns="36000" tIns="0" rIns="36000" bIns="0" rtlCol="0" anchor="ctr"/>
              <a:lstStyle/>
              <a:p>
                <a:pPr algn="ctr">
                  <a:lnSpc>
                    <a:spcPct val="100000"/>
                  </a:lnSpc>
                </a:pPr>
                <a:endParaRPr sz="1065" b="1" dirty="0">
                  <a:solidFill>
                    <a:srgbClr val="FFFFFF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+mn-ea"/>
                  <a:sym typeface="+mn-lt"/>
                </a:endParaRPr>
              </a:p>
            </p:txBody>
          </p:sp>
        </p:grpSp>
        <p:sp>
          <p:nvSpPr>
            <p:cNvPr id="17" name="文本框 16"/>
            <p:cNvSpPr txBox="1"/>
            <p:nvPr/>
          </p:nvSpPr>
          <p:spPr>
            <a:xfrm>
              <a:off x="1751949" y="4003361"/>
              <a:ext cx="2057401" cy="323368"/>
            </a:xfrm>
            <a:prstGeom prst="rect">
              <a:avLst/>
            </a:prstGeom>
            <a:noFill/>
          </p:spPr>
          <p:txBody>
            <a:bodyPr wrap="square" rtlCol="0">
              <a:spAutoFit/>
              <a:scene3d>
                <a:camera prst="orthographicFront"/>
                <a:lightRig rig="threePt" dir="t"/>
              </a:scene3d>
              <a:sp3d contourW="12700"/>
            </a:bodyPr>
            <a:lstStyle/>
            <a:p>
              <a:pPr algn="ctr"/>
              <a:r>
                <a:rPr lang="zh-CN" altLang="en-US" b="1" dirty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+mn-ea"/>
                  <a:sym typeface="+mn-lt"/>
                </a:rPr>
                <a:t>成年人</a:t>
              </a:r>
            </a:p>
          </p:txBody>
        </p:sp>
        <p:sp>
          <p:nvSpPr>
            <p:cNvPr id="18" name="文本框 17"/>
            <p:cNvSpPr txBox="1"/>
            <p:nvPr/>
          </p:nvSpPr>
          <p:spPr>
            <a:xfrm>
              <a:off x="1721176" y="4522706"/>
              <a:ext cx="3607451" cy="1137572"/>
            </a:xfrm>
            <a:prstGeom prst="rect">
              <a:avLst/>
            </a:prstGeom>
            <a:noFill/>
          </p:spPr>
          <p:txBody>
            <a:bodyPr wrap="square" rtlCol="0">
              <a:spAutoFit/>
              <a:scene3d>
                <a:camera prst="orthographicFront"/>
                <a:lightRig rig="threePt" dir="t"/>
              </a:scene3d>
              <a:sp3d contourW="12700"/>
            </a:bodyPr>
            <a:lstStyle/>
            <a:p>
              <a:pPr>
                <a:lnSpc>
                  <a:spcPct val="150000"/>
                </a:lnSpc>
              </a:pPr>
              <a:r>
                <a:rPr lang="zh-CN" altLang="en-US" dirty="0">
                  <a:latin typeface="微软雅黑" panose="020B0503020204020204" pitchFamily="34" charset="-122"/>
                  <a:ea typeface="微软雅黑" panose="020B0503020204020204" pitchFamily="34" charset="-122"/>
                  <a:cs typeface="+mn-ea"/>
                  <a:sym typeface="+mn-lt"/>
                </a:rPr>
                <a:t>热泪盈眶地哽咽，他们感慨于李白人生中那郁郁不得志的万重山，为李白的苦尽甘来心酸流泪。</a:t>
              </a:r>
            </a:p>
          </p:txBody>
        </p:sp>
      </p:grpSp>
      <p:sp>
        <p:nvSpPr>
          <p:cNvPr id="21" name="Round Same Side Corner Rectangle 4"/>
          <p:cNvSpPr/>
          <p:nvPr/>
        </p:nvSpPr>
        <p:spPr>
          <a:xfrm>
            <a:off x="5168900" y="1674249"/>
            <a:ext cx="217292" cy="4790051"/>
          </a:xfrm>
          <a:prstGeom prst="round2SameRect">
            <a:avLst>
              <a:gd name="adj1" fmla="val 50000"/>
              <a:gd name="adj2" fmla="val 0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just">
              <a:lnSpc>
                <a:spcPct val="120000"/>
              </a:lnSpc>
            </a:pPr>
            <a:endParaRPr lang="en-GB" sz="900" dirty="0"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</p:spTree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2000" advTm="3000">
        <p15:prstTrans prst="prestige"/>
      </p:transition>
    </mc:Choice>
    <mc:Fallback xmlns="">
      <p:transition spd="slow" advTm="3000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down)">
                                      <p:cBhvr>
                                        <p:cTn id="8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" fill="hold">
                            <p:stCondLst>
                              <p:cond delay="500"/>
                            </p:stCondLst>
                            <p:childTnLst>
                              <p:par>
                                <p:cTn id="10" presetID="1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500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down)">
                                      <p:cBhvr>
                                        <p:cTn id="13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" fill="hold">
                            <p:stCondLst>
                              <p:cond delay="1000"/>
                            </p:stCondLst>
                            <p:childTnLst>
                              <p:par>
                                <p:cTn id="15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7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" fill="hold">
                            <p:stCondLst>
                              <p:cond delay="1500"/>
                            </p:stCondLst>
                            <p:childTnLst>
                              <p:par>
                                <p:cTn id="19" presetID="42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1" grpId="0" animBg="1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标题 1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（二）</a:t>
            </a:r>
            <a:r>
              <a:rPr lang="en-US" altLang="zh-CN"/>
              <a:t>《</a:t>
            </a:r>
            <a:r>
              <a:rPr lang="zh-CN" altLang="en-US"/>
              <a:t>长安三万里</a:t>
            </a:r>
            <a:r>
              <a:rPr lang="en-US" altLang="zh-CN"/>
              <a:t>》</a:t>
            </a:r>
            <a:r>
              <a:rPr lang="zh-CN" altLang="en-US"/>
              <a:t>的人生启迪</a:t>
            </a:r>
          </a:p>
        </p:txBody>
      </p:sp>
      <p:grpSp>
        <p:nvGrpSpPr>
          <p:cNvPr id="2" name="组合 1"/>
          <p:cNvGrpSpPr/>
          <p:nvPr/>
        </p:nvGrpSpPr>
        <p:grpSpPr>
          <a:xfrm>
            <a:off x="1273075" y="1629988"/>
            <a:ext cx="8910585" cy="2099964"/>
            <a:chOff x="1373283" y="1921064"/>
            <a:chExt cx="7496165" cy="1682215"/>
          </a:xfrm>
        </p:grpSpPr>
        <p:grpSp>
          <p:nvGrpSpPr>
            <p:cNvPr id="3" name="组合 2"/>
            <p:cNvGrpSpPr/>
            <p:nvPr/>
          </p:nvGrpSpPr>
          <p:grpSpPr>
            <a:xfrm>
              <a:off x="1373283" y="1921064"/>
              <a:ext cx="7496165" cy="1682215"/>
              <a:chOff x="1300855" y="2328470"/>
              <a:chExt cx="7496165" cy="1682215"/>
            </a:xfrm>
          </p:grpSpPr>
          <p:sp>
            <p:nvSpPr>
              <p:cNvPr id="12" name="圆角矩形 227"/>
              <p:cNvSpPr/>
              <p:nvPr/>
            </p:nvSpPr>
            <p:spPr>
              <a:xfrm>
                <a:off x="1300855" y="2507997"/>
                <a:ext cx="7496165" cy="1502688"/>
              </a:xfrm>
              <a:prstGeom prst="roundRect">
                <a:avLst>
                  <a:gd name="adj" fmla="val 11847"/>
                </a:avLst>
              </a:prstGeom>
              <a:solidFill>
                <a:srgbClr val="F7F7F7"/>
              </a:solidFill>
              <a:ln w="9525" cap="flat">
                <a:solidFill>
                  <a:schemeClr val="bg1">
                    <a:lumMod val="75000"/>
                  </a:schemeClr>
                </a:solidFill>
                <a:custDash>
                  <a:ds d="380000" sp="120000"/>
                </a:custDash>
                <a:bevel/>
              </a:ln>
            </p:spPr>
            <p:txBody>
              <a:bodyPr wrap="square" lIns="0" tIns="0" rIns="0" bIns="0" rtlCol="0" anchor="ctr"/>
              <a:lstStyle/>
              <a:p>
                <a:endParaRPr sz="910" dirty="0">
                  <a:solidFill>
                    <a:srgbClr val="3E3938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+mn-ea"/>
                  <a:sym typeface="+mn-lt"/>
                </a:endParaRPr>
              </a:p>
            </p:txBody>
          </p:sp>
          <p:sp>
            <p:nvSpPr>
              <p:cNvPr id="13" name="任意多边形 228"/>
              <p:cNvSpPr/>
              <p:nvPr/>
            </p:nvSpPr>
            <p:spPr>
              <a:xfrm>
                <a:off x="1495151" y="2328470"/>
                <a:ext cx="2432000" cy="359055"/>
              </a:xfrm>
              <a:custGeom>
                <a:avLst/>
                <a:gdLst>
                  <a:gd name="rtl" fmla="*/ 30400 w 2432000"/>
                  <a:gd name="rtt" fmla="*/ 30400 h 359055"/>
                  <a:gd name="rtr" fmla="*/ 2401600 w 2432000"/>
                  <a:gd name="rtb" fmla="*/ 328655 h 359055"/>
                </a:gdLst>
                <a:ahLst/>
                <a:cxnLst/>
                <a:rect l="rtl" t="rtt" r="rtr" b="rtb"/>
                <a:pathLst>
                  <a:path w="2432000" h="359055">
                    <a:moveTo>
                      <a:pt x="179527" y="359055"/>
                    </a:moveTo>
                    <a:lnTo>
                      <a:pt x="2252473" y="359055"/>
                    </a:lnTo>
                    <a:cubicBezTo>
                      <a:pt x="2351622" y="359055"/>
                      <a:pt x="2432000" y="278681"/>
                      <a:pt x="2432000" y="179527"/>
                    </a:cubicBezTo>
                    <a:cubicBezTo>
                      <a:pt x="2432000" y="80375"/>
                      <a:pt x="2351622" y="0"/>
                      <a:pt x="2252473" y="0"/>
                    </a:cubicBezTo>
                    <a:lnTo>
                      <a:pt x="179527" y="0"/>
                    </a:lnTo>
                    <a:cubicBezTo>
                      <a:pt x="80375" y="0"/>
                      <a:pt x="0" y="80375"/>
                      <a:pt x="0" y="179527"/>
                    </a:cubicBezTo>
                    <a:cubicBezTo>
                      <a:pt x="0" y="278681"/>
                      <a:pt x="80375" y="359055"/>
                      <a:pt x="179527" y="359055"/>
                    </a:cubicBezTo>
                    <a:close/>
                  </a:path>
                </a:pathLst>
              </a:custGeom>
              <a:solidFill>
                <a:schemeClr val="accent1"/>
              </a:solidFill>
              <a:ln w="15200" cap="flat">
                <a:noFill/>
                <a:bevel/>
              </a:ln>
            </p:spPr>
            <p:txBody>
              <a:bodyPr wrap="square" lIns="36000" tIns="0" rIns="36000" bIns="0" rtlCol="0" anchor="ctr"/>
              <a:lstStyle/>
              <a:p>
                <a:pPr algn="ctr">
                  <a:lnSpc>
                    <a:spcPct val="100000"/>
                  </a:lnSpc>
                </a:pPr>
                <a:endParaRPr sz="1065" b="1" dirty="0">
                  <a:solidFill>
                    <a:srgbClr val="FFFFFF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+mn-ea"/>
                  <a:sym typeface="+mn-lt"/>
                </a:endParaRPr>
              </a:p>
            </p:txBody>
          </p:sp>
        </p:grpSp>
        <p:sp>
          <p:nvSpPr>
            <p:cNvPr id="10" name="文本框 9"/>
            <p:cNvSpPr txBox="1"/>
            <p:nvPr/>
          </p:nvSpPr>
          <p:spPr>
            <a:xfrm>
              <a:off x="1751949" y="1948500"/>
              <a:ext cx="2057401" cy="320516"/>
            </a:xfrm>
            <a:prstGeom prst="rect">
              <a:avLst/>
            </a:prstGeom>
            <a:noFill/>
          </p:spPr>
          <p:txBody>
            <a:bodyPr wrap="square" rtlCol="0">
              <a:spAutoFit/>
              <a:scene3d>
                <a:camera prst="orthographicFront"/>
                <a:lightRig rig="threePt" dir="t"/>
              </a:scene3d>
              <a:sp3d contourW="12700"/>
            </a:bodyPr>
            <a:lstStyle/>
            <a:p>
              <a:pPr algn="ctr"/>
              <a:r>
                <a:rPr lang="zh-CN" altLang="en-US" sz="2000" b="1" dirty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+mn-ea"/>
                  <a:sym typeface="+mn-lt"/>
                </a:rPr>
                <a:t>理想主义</a:t>
              </a:r>
            </a:p>
          </p:txBody>
        </p:sp>
        <p:sp>
          <p:nvSpPr>
            <p:cNvPr id="11" name="文本框 10"/>
            <p:cNvSpPr txBox="1"/>
            <p:nvPr/>
          </p:nvSpPr>
          <p:spPr>
            <a:xfrm>
              <a:off x="1721174" y="2459646"/>
              <a:ext cx="7011283" cy="1040801"/>
            </a:xfrm>
            <a:prstGeom prst="rect">
              <a:avLst/>
            </a:prstGeom>
            <a:noFill/>
          </p:spPr>
          <p:txBody>
            <a:bodyPr wrap="square" rtlCol="0">
              <a:spAutoFit/>
              <a:scene3d>
                <a:camera prst="orthographicFront"/>
                <a:lightRig rig="threePt" dir="t"/>
              </a:scene3d>
              <a:sp3d contourW="12700"/>
            </a:bodyPr>
            <a:lstStyle/>
            <a:p>
              <a:pPr>
                <a:lnSpc>
                  <a:spcPct val="150000"/>
                </a:lnSpc>
              </a:pPr>
              <a:r>
                <a:rPr lang="zh-CN" altLang="en-US" dirty="0">
                  <a:latin typeface="微软雅黑" panose="020B0503020204020204" pitchFamily="34" charset="-122"/>
                  <a:ea typeface="微软雅黑" panose="020B0503020204020204" pitchFamily="34" charset="-122"/>
                  <a:cs typeface="+mn-ea"/>
                  <a:sym typeface="+mn-lt"/>
                </a:rPr>
                <a:t>李白，怀揣梦想，相信自己的抱负终将实现。随着阅历和挫折的累积，我们的天真变成了世故，理想变成了现实，乐观变成了忧郁。而李白却始终保持着乐观的天真和理想主义的精神，无论贫困潦倒还是身陷囹圄。</a:t>
              </a:r>
            </a:p>
          </p:txBody>
        </p:sp>
      </p:grpSp>
      <p:grpSp>
        <p:nvGrpSpPr>
          <p:cNvPr id="15" name="组合 14"/>
          <p:cNvGrpSpPr/>
          <p:nvPr/>
        </p:nvGrpSpPr>
        <p:grpSpPr>
          <a:xfrm>
            <a:off x="1227348" y="4075367"/>
            <a:ext cx="9244411" cy="2099965"/>
            <a:chOff x="1373283" y="4003361"/>
            <a:chExt cx="7354768" cy="1682215"/>
          </a:xfrm>
        </p:grpSpPr>
        <p:grpSp>
          <p:nvGrpSpPr>
            <p:cNvPr id="16" name="组合 15"/>
            <p:cNvGrpSpPr/>
            <p:nvPr/>
          </p:nvGrpSpPr>
          <p:grpSpPr>
            <a:xfrm>
              <a:off x="1373283" y="4003361"/>
              <a:ext cx="7354768" cy="1682215"/>
              <a:chOff x="1300855" y="2328470"/>
              <a:chExt cx="7354768" cy="1682215"/>
            </a:xfrm>
          </p:grpSpPr>
          <p:sp>
            <p:nvSpPr>
              <p:cNvPr id="19" name="圆角矩形 30"/>
              <p:cNvSpPr/>
              <p:nvPr/>
            </p:nvSpPr>
            <p:spPr>
              <a:xfrm>
                <a:off x="1300855" y="2507997"/>
                <a:ext cx="7354768" cy="1502688"/>
              </a:xfrm>
              <a:prstGeom prst="roundRect">
                <a:avLst>
                  <a:gd name="adj" fmla="val 11847"/>
                </a:avLst>
              </a:prstGeom>
              <a:solidFill>
                <a:srgbClr val="F7F7F7"/>
              </a:solidFill>
              <a:ln w="9525" cap="flat">
                <a:solidFill>
                  <a:schemeClr val="bg1">
                    <a:lumMod val="75000"/>
                  </a:schemeClr>
                </a:solidFill>
                <a:custDash>
                  <a:ds d="380000" sp="120000"/>
                </a:custDash>
                <a:bevel/>
              </a:ln>
            </p:spPr>
            <p:txBody>
              <a:bodyPr wrap="square" lIns="0" tIns="0" rIns="0" bIns="0" rtlCol="0" anchor="ctr"/>
              <a:lstStyle/>
              <a:p>
                <a:endParaRPr sz="910" dirty="0">
                  <a:solidFill>
                    <a:srgbClr val="3E3938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+mn-ea"/>
                  <a:sym typeface="+mn-lt"/>
                </a:endParaRPr>
              </a:p>
            </p:txBody>
          </p:sp>
          <p:sp>
            <p:nvSpPr>
              <p:cNvPr id="20" name="任意多边形 31"/>
              <p:cNvSpPr/>
              <p:nvPr/>
            </p:nvSpPr>
            <p:spPr>
              <a:xfrm>
                <a:off x="1495151" y="2328470"/>
                <a:ext cx="2432000" cy="359055"/>
              </a:xfrm>
              <a:custGeom>
                <a:avLst/>
                <a:gdLst>
                  <a:gd name="rtl" fmla="*/ 30400 w 2432000"/>
                  <a:gd name="rtt" fmla="*/ 30400 h 359055"/>
                  <a:gd name="rtr" fmla="*/ 2401600 w 2432000"/>
                  <a:gd name="rtb" fmla="*/ 328655 h 359055"/>
                </a:gdLst>
                <a:ahLst/>
                <a:cxnLst/>
                <a:rect l="rtl" t="rtt" r="rtr" b="rtb"/>
                <a:pathLst>
                  <a:path w="2432000" h="359055">
                    <a:moveTo>
                      <a:pt x="179527" y="359055"/>
                    </a:moveTo>
                    <a:lnTo>
                      <a:pt x="2252473" y="359055"/>
                    </a:lnTo>
                    <a:cubicBezTo>
                      <a:pt x="2351622" y="359055"/>
                      <a:pt x="2432000" y="278681"/>
                      <a:pt x="2432000" y="179527"/>
                    </a:cubicBezTo>
                    <a:cubicBezTo>
                      <a:pt x="2432000" y="80375"/>
                      <a:pt x="2351622" y="0"/>
                      <a:pt x="2252473" y="0"/>
                    </a:cubicBezTo>
                    <a:lnTo>
                      <a:pt x="179527" y="0"/>
                    </a:lnTo>
                    <a:cubicBezTo>
                      <a:pt x="80375" y="0"/>
                      <a:pt x="0" y="80375"/>
                      <a:pt x="0" y="179527"/>
                    </a:cubicBezTo>
                    <a:cubicBezTo>
                      <a:pt x="0" y="278681"/>
                      <a:pt x="80375" y="359055"/>
                      <a:pt x="179527" y="359055"/>
                    </a:cubicBezTo>
                    <a:close/>
                  </a:path>
                </a:pathLst>
              </a:custGeom>
              <a:solidFill>
                <a:schemeClr val="tx1">
                  <a:lumMod val="75000"/>
                  <a:lumOff val="25000"/>
                </a:schemeClr>
              </a:solidFill>
              <a:ln w="15200" cap="flat">
                <a:noFill/>
                <a:bevel/>
              </a:ln>
            </p:spPr>
            <p:txBody>
              <a:bodyPr wrap="square" lIns="36000" tIns="0" rIns="36000" bIns="0" rtlCol="0" anchor="ctr"/>
              <a:lstStyle/>
              <a:p>
                <a:pPr algn="ctr">
                  <a:lnSpc>
                    <a:spcPct val="100000"/>
                  </a:lnSpc>
                </a:pPr>
                <a:endParaRPr sz="1065" b="1" dirty="0">
                  <a:solidFill>
                    <a:srgbClr val="FFFFFF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+mn-ea"/>
                  <a:sym typeface="+mn-lt"/>
                </a:endParaRPr>
              </a:p>
            </p:txBody>
          </p:sp>
        </p:grpSp>
        <p:sp>
          <p:nvSpPr>
            <p:cNvPr id="17" name="文本框 16"/>
            <p:cNvSpPr txBox="1"/>
            <p:nvPr/>
          </p:nvSpPr>
          <p:spPr>
            <a:xfrm>
              <a:off x="1751949" y="4012915"/>
              <a:ext cx="2057401" cy="320515"/>
            </a:xfrm>
            <a:prstGeom prst="rect">
              <a:avLst/>
            </a:prstGeom>
            <a:noFill/>
          </p:spPr>
          <p:txBody>
            <a:bodyPr wrap="square" rtlCol="0">
              <a:spAutoFit/>
              <a:scene3d>
                <a:camera prst="orthographicFront"/>
                <a:lightRig rig="threePt" dir="t"/>
              </a:scene3d>
              <a:sp3d contourW="12700"/>
            </a:bodyPr>
            <a:lstStyle/>
            <a:p>
              <a:pPr algn="ctr"/>
              <a:r>
                <a:rPr lang="zh-CN" altLang="en-US" sz="2000" b="1" dirty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+mn-ea"/>
                  <a:sym typeface="+mn-lt"/>
                </a:rPr>
                <a:t>现实主义</a:t>
              </a:r>
            </a:p>
          </p:txBody>
        </p:sp>
        <p:sp>
          <p:nvSpPr>
            <p:cNvPr id="18" name="文本框 17"/>
            <p:cNvSpPr txBox="1"/>
            <p:nvPr/>
          </p:nvSpPr>
          <p:spPr>
            <a:xfrm>
              <a:off x="1721176" y="4522706"/>
              <a:ext cx="6807635" cy="1040801"/>
            </a:xfrm>
            <a:prstGeom prst="rect">
              <a:avLst/>
            </a:prstGeom>
            <a:noFill/>
          </p:spPr>
          <p:txBody>
            <a:bodyPr wrap="square" rtlCol="0">
              <a:spAutoFit/>
              <a:scene3d>
                <a:camera prst="orthographicFront"/>
                <a:lightRig rig="threePt" dir="t"/>
              </a:scene3d>
              <a:sp3d contourW="12700"/>
            </a:bodyPr>
            <a:lstStyle/>
            <a:p>
              <a:pPr>
                <a:lnSpc>
                  <a:spcPct val="150000"/>
                </a:lnSpc>
              </a:pPr>
              <a:r>
                <a:rPr lang="zh-CN" altLang="en-US" dirty="0">
                  <a:latin typeface="微软雅黑" panose="020B0503020204020204" pitchFamily="34" charset="-122"/>
                  <a:ea typeface="微软雅黑" panose="020B0503020204020204" pitchFamily="34" charset="-122"/>
                  <a:cs typeface="+mn-ea"/>
                  <a:sym typeface="+mn-lt"/>
                </a:rPr>
                <a:t>高适，代表了“现实主义”的一面。他的外在形象与李白截然相反，内心却与李白契合。离开家乡后，发现自己只是一个普通人。有些人可能会气馁，但高适选择永不言弃，为了实现理想在原则上做出妥协，等待机会的到来。</a:t>
              </a:r>
            </a:p>
          </p:txBody>
        </p:sp>
      </p:grpSp>
    </p:spTree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2000" advTm="3000">
        <p15:prstTrans prst="wind"/>
      </p:transition>
    </mc:Choice>
    <mc:Fallback xmlns="">
      <p:transition spd="slow" advTm="3000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down)">
                                      <p:cBhvr>
                                        <p:cTn id="8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" fill="hold">
                            <p:stCondLst>
                              <p:cond delay="500"/>
                            </p:stCondLst>
                            <p:childTnLst>
                              <p:par>
                                <p:cTn id="10" presetID="1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500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down)">
                                      <p:cBhvr>
                                        <p:cTn id="13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标题 1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（三）</a:t>
            </a:r>
            <a:r>
              <a:rPr lang="en-US" altLang="zh-CN"/>
              <a:t>《</a:t>
            </a:r>
            <a:r>
              <a:rPr lang="zh-CN" altLang="en-US"/>
              <a:t>封神</a:t>
            </a:r>
            <a:r>
              <a:rPr lang="en-US" altLang="zh-CN"/>
              <a:t>》</a:t>
            </a:r>
            <a:r>
              <a:rPr lang="zh-CN" altLang="en-US"/>
              <a:t>里的神话故事</a:t>
            </a:r>
          </a:p>
        </p:txBody>
      </p:sp>
      <p:sp>
        <p:nvSpPr>
          <p:cNvPr id="4" name="Rectangle 22"/>
          <p:cNvSpPr/>
          <p:nvPr/>
        </p:nvSpPr>
        <p:spPr>
          <a:xfrm>
            <a:off x="1280569" y="4436632"/>
            <a:ext cx="9630862" cy="1499191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1519871" y="4653197"/>
            <a:ext cx="9152258" cy="106606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20000"/>
              </a:lnSpc>
              <a:defRPr/>
            </a:pPr>
            <a:r>
              <a:rPr lang="zh-CN" altLang="en-US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和</a:t>
            </a:r>
            <a:r>
              <a:rPr lang="en-US" altLang="zh-CN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《</a:t>
            </a:r>
            <a:r>
              <a:rPr lang="zh-CN" altLang="en-US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西游记</a:t>
            </a:r>
            <a:r>
              <a:rPr lang="en-US" altLang="zh-CN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》</a:t>
            </a:r>
            <a:r>
              <a:rPr lang="zh-CN" altLang="en-US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相比，</a:t>
            </a:r>
            <a:r>
              <a:rPr lang="en-US" altLang="zh-CN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《</a:t>
            </a:r>
            <a:r>
              <a:rPr lang="zh-CN" altLang="en-US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封神演义</a:t>
            </a:r>
            <a:r>
              <a:rPr lang="en-US" altLang="zh-CN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》</a:t>
            </a:r>
            <a:r>
              <a:rPr lang="zh-CN" altLang="en-US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虽然文笔略逊，故事也不够精彩，但它的可贵之处在于构造了一个宏大的结构体系。</a:t>
            </a:r>
            <a:r>
              <a:rPr lang="en-US" altLang="zh-CN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《</a:t>
            </a:r>
            <a:r>
              <a:rPr lang="zh-CN" altLang="en-US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封神演义</a:t>
            </a:r>
            <a:r>
              <a:rPr lang="en-US" altLang="zh-CN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》</a:t>
            </a:r>
            <a:r>
              <a:rPr lang="zh-CN" altLang="en-US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则是一个立体结构，天上是神界，地上是人间，各有正邪之分。如此一来，四方势力可以自由排列组合，故事脉络存在多种可能性。 </a:t>
            </a:r>
          </a:p>
        </p:txBody>
      </p:sp>
      <p:sp>
        <p:nvSpPr>
          <p:cNvPr id="7" name="Rectangle 3"/>
          <p:cNvSpPr/>
          <p:nvPr/>
        </p:nvSpPr>
        <p:spPr>
          <a:xfrm>
            <a:off x="1280570" y="2565082"/>
            <a:ext cx="9630860" cy="1727835"/>
          </a:xfrm>
          <a:prstGeom prst="rect">
            <a:avLst/>
          </a:prstGeom>
        </p:spPr>
        <p:txBody>
          <a:bodyPr wrap="square">
            <a:noAutofit/>
          </a:bodyPr>
          <a:lstStyle/>
          <a:p>
            <a:pPr>
              <a:lnSpc>
                <a:spcPct val="150000"/>
              </a:lnSpc>
              <a:defRPr/>
            </a:pPr>
            <a:r>
              <a:rPr lang="zh-CN" altLang="en-US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它是中华历史文化的源泉之一，记载华夏民族创世起源的上古神话无疑占有重要地位。从盘古开天地的远古时期，到夏、商、周乃至秦、汉、晋时期，类似女娲造人、后羿射日、夸父追日、大禹治水等各种上古神话散见于</a:t>
            </a:r>
            <a:r>
              <a:rPr lang="en-US" altLang="zh-CN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《</a:t>
            </a:r>
            <a:r>
              <a:rPr lang="zh-CN" altLang="en-US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山海经</a:t>
            </a:r>
            <a:r>
              <a:rPr lang="en-US" altLang="zh-CN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》《</a:t>
            </a:r>
            <a:r>
              <a:rPr lang="zh-CN" altLang="en-US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诗经</a:t>
            </a:r>
            <a:r>
              <a:rPr lang="en-US" altLang="zh-CN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》《</a:t>
            </a:r>
            <a:r>
              <a:rPr lang="zh-CN" altLang="en-US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楚辞</a:t>
            </a:r>
            <a:r>
              <a:rPr lang="en-US" altLang="zh-CN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》《</a:t>
            </a:r>
            <a:r>
              <a:rPr lang="zh-CN" altLang="en-US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庄子</a:t>
            </a:r>
            <a:r>
              <a:rPr lang="en-US" altLang="zh-CN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》《</a:t>
            </a:r>
            <a:r>
              <a:rPr lang="zh-CN" altLang="en-US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淮南子</a:t>
            </a:r>
            <a:r>
              <a:rPr lang="en-US" altLang="zh-CN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》《</a:t>
            </a:r>
            <a:r>
              <a:rPr lang="zh-CN" altLang="en-US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抱朴子</a:t>
            </a:r>
            <a:r>
              <a:rPr lang="en-US" altLang="zh-CN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》</a:t>
            </a:r>
            <a:r>
              <a:rPr lang="zh-CN" altLang="en-US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等书中，神话基本不成体系。</a:t>
            </a:r>
          </a:p>
        </p:txBody>
      </p:sp>
      <p:sp>
        <p:nvSpPr>
          <p:cNvPr id="8" name="文本框 7"/>
          <p:cNvSpPr txBox="1"/>
          <p:nvPr/>
        </p:nvSpPr>
        <p:spPr>
          <a:xfrm>
            <a:off x="1355209" y="1833141"/>
            <a:ext cx="4480714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zh-CN"/>
            </a:defPPr>
            <a:lvl1pPr marR="0" lvl="0" indent="0" fontAlgn="auto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sz="2400" b="1">
                <a:solidFill>
                  <a:srgbClr val="0C236D"/>
                </a:solidFill>
                <a:cs typeface="+mn-ea"/>
              </a:defRPr>
            </a:lvl1pPr>
          </a:lstStyle>
          <a:p>
            <a:pPr marL="342900" indent="-342900">
              <a:buFont typeface="Wingdings" panose="05000000000000000000" pitchFamily="2" charset="2"/>
              <a:buChar char="l"/>
            </a:pPr>
            <a:r>
              <a:rPr lang="zh-CN" altLang="en-US" sz="2800" dirty="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lt"/>
              </a:rPr>
              <a:t>中华历史文化的源泉之一</a:t>
            </a:r>
            <a:endParaRPr lang="en-US" altLang="zh-CN" sz="2800" dirty="0">
              <a:solidFill>
                <a:schemeClr val="accent1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+mn-lt"/>
            </a:endParaRPr>
          </a:p>
        </p:txBody>
      </p:sp>
    </p:spTree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2000" advTm="3000">
        <p15:prstTrans prst="prestige"/>
      </p:transition>
    </mc:Choice>
    <mc:Fallback xmlns="">
      <p:transition spd="slow" advTm="3000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14" presetClass="entr" presetSubtype="5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vertical)">
                                      <p:cBhvr>
                                        <p:cTn id="11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000"/>
                            </p:stCondLst>
                            <p:childTnLst>
                              <p:par>
                                <p:cTn id="13" presetID="18" presetClass="entr" presetSubtype="6" fill="hold" grpId="2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15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1500"/>
                            </p:stCondLst>
                            <p:childTnLst>
                              <p:par>
                                <p:cTn id="17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9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2000"/>
                            </p:stCondLst>
                            <p:childTnLst>
                              <p:par>
                                <p:cTn id="21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3" dur="500"/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6" grpId="1"/>
      <p:bldP spid="7" grpId="0"/>
      <p:bldP spid="8" grpId="2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标题 1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（四）</a:t>
            </a:r>
            <a:r>
              <a:rPr lang="en-US" altLang="zh-CN"/>
              <a:t>《</a:t>
            </a:r>
            <a:r>
              <a:rPr lang="zh-CN" altLang="en-US"/>
              <a:t>封神</a:t>
            </a:r>
            <a:r>
              <a:rPr lang="en-US" altLang="zh-CN"/>
              <a:t>》</a:t>
            </a:r>
            <a:r>
              <a:rPr lang="zh-CN" altLang="en-US"/>
              <a:t>里的文化元素</a:t>
            </a:r>
          </a:p>
        </p:txBody>
      </p:sp>
      <p:grpSp>
        <p:nvGrpSpPr>
          <p:cNvPr id="13" name="组合 12"/>
          <p:cNvGrpSpPr/>
          <p:nvPr/>
        </p:nvGrpSpPr>
        <p:grpSpPr>
          <a:xfrm>
            <a:off x="1027134" y="1419895"/>
            <a:ext cx="9966187" cy="1423513"/>
            <a:chOff x="1027134" y="1419895"/>
            <a:chExt cx="9966187" cy="1423513"/>
          </a:xfrm>
        </p:grpSpPr>
        <p:sp>
          <p:nvSpPr>
            <p:cNvPr id="2" name="矩形 1"/>
            <p:cNvSpPr>
              <a:spLocks noChangeArrowheads="1"/>
            </p:cNvSpPr>
            <p:nvPr/>
          </p:nvSpPr>
          <p:spPr bwMode="auto">
            <a:xfrm>
              <a:off x="1027134" y="1419895"/>
              <a:ext cx="9966187" cy="1423513"/>
            </a:xfrm>
            <a:prstGeom prst="rect">
              <a:avLst/>
            </a:prstGeom>
            <a:solidFill>
              <a:schemeClr val="bg1"/>
            </a:solidFill>
            <a:ln w="45720">
              <a:solidFill>
                <a:schemeClr val="accent1"/>
              </a:solidFill>
            </a:ln>
          </p:spPr>
          <p:txBody>
            <a:bodyPr lIns="121912" tIns="60956" rIns="121912" bIns="60956" anchor="ctr"/>
            <a:lstStyle>
              <a:lvl1pPr>
                <a:spcBef>
                  <a:spcPct val="20000"/>
                </a:spcBef>
                <a:buFont typeface="Arial" panose="020B0604020202020204" pitchFamily="34" charset="0"/>
                <a:buChar char="•"/>
                <a:defRPr sz="32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sym typeface="Calibri" panose="020F0502020204030204" pitchFamily="34" charset="0"/>
                </a:defRPr>
              </a:lvl1pPr>
              <a:lvl2pPr marL="742950" indent="-285750">
                <a:spcBef>
                  <a:spcPct val="20000"/>
                </a:spcBef>
                <a:buFont typeface="Arial" panose="020B0604020202020204" pitchFamily="34" charset="0"/>
                <a:buChar char="–"/>
                <a:defRPr sz="28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sym typeface="Calibri" panose="020F0502020204030204" pitchFamily="34" charset="0"/>
                </a:defRPr>
              </a:lvl2pPr>
              <a:lvl3pPr marL="1143000" indent="-228600">
                <a:spcBef>
                  <a:spcPct val="200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sym typeface="Calibri" panose="020F0502020204030204" pitchFamily="34" charset="0"/>
                </a:defRPr>
              </a:lvl3pPr>
              <a:lvl4pPr marL="1600200" indent="-22860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sym typeface="Calibri" panose="020F0502020204030204" pitchFamily="34" charset="0"/>
                </a:defRPr>
              </a:lvl4pPr>
              <a:lvl5pPr marL="2057400" indent="-22860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sym typeface="Calibri" panose="020F050202020403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sym typeface="Calibri" panose="020F050202020403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sym typeface="Calibri" panose="020F050202020403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sym typeface="Calibri" panose="020F050202020403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sym typeface="Calibri" panose="020F0502020204030204" pitchFamily="34" charset="0"/>
                </a:defRPr>
              </a:lvl9pPr>
            </a:lstStyle>
            <a:p>
              <a:pPr algn="ctr" defTabSz="914400">
                <a:spcBef>
                  <a:spcPct val="0"/>
                </a:spcBef>
                <a:buNone/>
              </a:pPr>
              <a:endParaRPr lang="zh-CN" altLang="zh-CN" sz="1920" dirty="0">
                <a:solidFill>
                  <a:srgbClr val="FF8607"/>
                </a:solidFill>
                <a:cs typeface="+mn-ea"/>
                <a:sym typeface="+mn-lt"/>
              </a:endParaRPr>
            </a:p>
          </p:txBody>
        </p:sp>
        <p:sp>
          <p:nvSpPr>
            <p:cNvPr id="3" name="TextBox 16"/>
            <p:cNvSpPr txBox="1"/>
            <p:nvPr/>
          </p:nvSpPr>
          <p:spPr bwMode="auto">
            <a:xfrm>
              <a:off x="2488342" y="1692108"/>
              <a:ext cx="8106982" cy="879087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>
                <a:lnSpc>
                  <a:spcPct val="150000"/>
                </a:lnSpc>
              </a:pPr>
              <a:r>
                <a:rPr lang="zh-CN" altLang="en-US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+mn-ea"/>
                  <a:sym typeface="+mn-lt"/>
                </a:rPr>
                <a:t>士兵所举的大旗用的是甲骨文。片名、演职员表所用的是经过简化的小篆体。人物出场时的说明是隶书。人物对白和旁白是简体中文的黑体。</a:t>
              </a:r>
            </a:p>
          </p:txBody>
        </p:sp>
        <p:sp>
          <p:nvSpPr>
            <p:cNvPr id="5" name="Rectangle 19"/>
            <p:cNvSpPr/>
            <p:nvPr/>
          </p:nvSpPr>
          <p:spPr bwMode="auto">
            <a:xfrm>
              <a:off x="1432155" y="1535170"/>
              <a:ext cx="677108" cy="1192962"/>
            </a:xfrm>
            <a:prstGeom prst="rect">
              <a:avLst/>
            </a:prstGeom>
            <a:noFill/>
          </p:spPr>
          <p:txBody>
            <a:bodyPr vert="eaVert" wrap="square">
              <a:spAutoFit/>
            </a:bodyPr>
            <a:lstStyle/>
            <a:p>
              <a:pPr algn="ctr" fontAlgn="auto">
                <a:spcBef>
                  <a:spcPct val="0"/>
                </a:spcBef>
                <a:spcAft>
                  <a:spcPct val="0"/>
                </a:spcAft>
                <a:defRPr/>
              </a:pPr>
              <a:r>
                <a:rPr lang="zh-CN" altLang="en-US" sz="3200" b="1" dirty="0">
                  <a:solidFill>
                    <a:schemeClr val="accent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+mn-ea"/>
                  <a:sym typeface="+mn-lt"/>
                </a:rPr>
                <a:t>汉字</a:t>
              </a:r>
            </a:p>
          </p:txBody>
        </p:sp>
      </p:grpSp>
      <p:grpSp>
        <p:nvGrpSpPr>
          <p:cNvPr id="15" name="组合 14"/>
          <p:cNvGrpSpPr/>
          <p:nvPr/>
        </p:nvGrpSpPr>
        <p:grpSpPr>
          <a:xfrm>
            <a:off x="1072707" y="3140901"/>
            <a:ext cx="9862159" cy="3139580"/>
            <a:chOff x="1072707" y="3140901"/>
            <a:chExt cx="9862159" cy="3139580"/>
          </a:xfrm>
        </p:grpSpPr>
        <p:sp>
          <p:nvSpPr>
            <p:cNvPr id="9" name="矩形 8"/>
            <p:cNvSpPr>
              <a:spLocks noChangeArrowheads="1"/>
            </p:cNvSpPr>
            <p:nvPr/>
          </p:nvSpPr>
          <p:spPr bwMode="auto">
            <a:xfrm>
              <a:off x="1072707" y="3140901"/>
              <a:ext cx="9862159" cy="3139580"/>
            </a:xfrm>
            <a:prstGeom prst="rect">
              <a:avLst/>
            </a:prstGeom>
            <a:noFill/>
            <a:ln w="45720">
              <a:solidFill>
                <a:schemeClr val="tx1">
                  <a:lumMod val="65000"/>
                  <a:lumOff val="35000"/>
                </a:schemeClr>
              </a:solidFill>
            </a:ln>
          </p:spPr>
          <p:txBody>
            <a:bodyPr lIns="121912" tIns="60956" rIns="121912" bIns="60956" anchor="ctr"/>
            <a:lstStyle>
              <a:lvl1pPr>
                <a:spcBef>
                  <a:spcPct val="20000"/>
                </a:spcBef>
                <a:buFont typeface="Arial" panose="020B0604020202020204" pitchFamily="34" charset="0"/>
                <a:buChar char="•"/>
                <a:defRPr sz="32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sym typeface="Calibri" panose="020F0502020204030204" pitchFamily="34" charset="0"/>
                </a:defRPr>
              </a:lvl1pPr>
              <a:lvl2pPr marL="742950" indent="-285750">
                <a:spcBef>
                  <a:spcPct val="20000"/>
                </a:spcBef>
                <a:buFont typeface="Arial" panose="020B0604020202020204" pitchFamily="34" charset="0"/>
                <a:buChar char="–"/>
                <a:defRPr sz="28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sym typeface="Calibri" panose="020F0502020204030204" pitchFamily="34" charset="0"/>
                </a:defRPr>
              </a:lvl2pPr>
              <a:lvl3pPr marL="1143000" indent="-228600">
                <a:spcBef>
                  <a:spcPct val="200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sym typeface="Calibri" panose="020F0502020204030204" pitchFamily="34" charset="0"/>
                </a:defRPr>
              </a:lvl3pPr>
              <a:lvl4pPr marL="1600200" indent="-22860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sym typeface="Calibri" panose="020F0502020204030204" pitchFamily="34" charset="0"/>
                </a:defRPr>
              </a:lvl4pPr>
              <a:lvl5pPr marL="2057400" indent="-22860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sym typeface="Calibri" panose="020F050202020403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sym typeface="Calibri" panose="020F050202020403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sym typeface="Calibri" panose="020F050202020403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sym typeface="Calibri" panose="020F050202020403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sym typeface="Calibri" panose="020F0502020204030204" pitchFamily="34" charset="0"/>
                </a:defRPr>
              </a:lvl9pPr>
            </a:lstStyle>
            <a:p>
              <a:pPr algn="ctr" defTabSz="914400">
                <a:spcBef>
                  <a:spcPct val="0"/>
                </a:spcBef>
                <a:buNone/>
              </a:pPr>
              <a:endParaRPr lang="zh-CN" altLang="zh-CN" sz="1920" dirty="0">
                <a:solidFill>
                  <a:srgbClr val="FF8607"/>
                </a:solidFill>
                <a:cs typeface="+mn-ea"/>
                <a:sym typeface="+mn-lt"/>
              </a:endParaRPr>
            </a:p>
          </p:txBody>
        </p:sp>
        <p:sp>
          <p:nvSpPr>
            <p:cNvPr id="10" name="TextBox 16"/>
            <p:cNvSpPr txBox="1"/>
            <p:nvPr/>
          </p:nvSpPr>
          <p:spPr bwMode="auto">
            <a:xfrm>
              <a:off x="2177384" y="3404320"/>
              <a:ext cx="8532476" cy="1530291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>
                <a:lnSpc>
                  <a:spcPct val="150000"/>
                </a:lnSpc>
              </a:pPr>
              <a:r>
                <a:rPr lang="zh-CN" altLang="en-US" sz="16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+mn-ea"/>
                  <a:sym typeface="+mn-lt"/>
                </a:rPr>
                <a:t>在中国漫长的奴隶社会中，部落首领、各诸侯之间为了互相取信，通常把自己的儿子质押于别国，被质押的人就是质子。如果两国之间发生战争，会导致两国质子被杀掉，进入战国，诸侯之间不再信任，派遣质子以维护和平的做法大行其道。秦庄襄王嬴子楚曾经做过赵国的质子，燕国的太子丹又做过秦国的质子。</a:t>
              </a:r>
            </a:p>
          </p:txBody>
        </p:sp>
        <p:sp>
          <p:nvSpPr>
            <p:cNvPr id="11" name="Rectangle 19"/>
            <p:cNvSpPr/>
            <p:nvPr/>
          </p:nvSpPr>
          <p:spPr bwMode="auto">
            <a:xfrm>
              <a:off x="1432155" y="3315086"/>
              <a:ext cx="677108" cy="1694004"/>
            </a:xfrm>
            <a:prstGeom prst="rect">
              <a:avLst/>
            </a:prstGeom>
            <a:noFill/>
          </p:spPr>
          <p:txBody>
            <a:bodyPr vert="eaVert" wrap="square">
              <a:spAutoFit/>
            </a:bodyPr>
            <a:lstStyle/>
            <a:p>
              <a:pPr algn="ctr" fontAlgn="auto">
                <a:spcBef>
                  <a:spcPct val="0"/>
                </a:spcBef>
                <a:spcAft>
                  <a:spcPct val="0"/>
                </a:spcAft>
                <a:defRPr/>
              </a:pPr>
              <a:r>
                <a:rPr lang="zh-CN" altLang="en-US" sz="3200" b="1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+mn-ea"/>
                  <a:sym typeface="+mn-lt"/>
                </a:rPr>
                <a:t>质子旅</a:t>
              </a:r>
            </a:p>
          </p:txBody>
        </p:sp>
        <p:sp>
          <p:nvSpPr>
            <p:cNvPr id="12" name="TextBox 16"/>
            <p:cNvSpPr txBox="1"/>
            <p:nvPr/>
          </p:nvSpPr>
          <p:spPr bwMode="auto">
            <a:xfrm>
              <a:off x="1310702" y="4919969"/>
              <a:ext cx="9386632" cy="1160959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>
                <a:lnSpc>
                  <a:spcPct val="150000"/>
                </a:lnSpc>
              </a:pPr>
              <a:r>
                <a:rPr lang="zh-CN" altLang="en-US" sz="16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+mn-ea"/>
                  <a:sym typeface="+mn-lt"/>
                </a:rPr>
                <a:t>“旅”是中国古代军队的编制单位，一般地，以五百人为一旅，也可乏指军队，教材中</a:t>
              </a:r>
              <a:r>
                <a:rPr lang="en-US" altLang="zh-CN" sz="16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+mn-ea"/>
                  <a:sym typeface="+mn-lt"/>
                </a:rPr>
                <a:t>《</a:t>
              </a:r>
              <a:r>
                <a:rPr lang="zh-CN" altLang="en-US" sz="16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+mn-ea"/>
                  <a:sym typeface="+mn-lt"/>
                </a:rPr>
                <a:t>子路、曾晳、冉有、公西华侍座</a:t>
              </a:r>
              <a:r>
                <a:rPr lang="en-US" altLang="zh-CN" sz="16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+mn-ea"/>
                  <a:sym typeface="+mn-lt"/>
                </a:rPr>
                <a:t>》</a:t>
              </a:r>
              <a:r>
                <a:rPr lang="zh-CN" altLang="en-US" sz="16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+mn-ea"/>
                  <a:sym typeface="+mn-lt"/>
                </a:rPr>
                <a:t>有“加之以师旅，因之以饥馑”句，这里的“旅”指的是军队。在殷商时期，据说中原大地上有所谓的八百诸侯，每个诸侯给殷王押一名质子，就是八百人了，足可以组成一个“旅”了。</a:t>
              </a:r>
            </a:p>
          </p:txBody>
        </p:sp>
      </p:grpSp>
    </p:spTree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2000" advTm="3000">
        <p15:prstTrans prst="wind"/>
      </p:transition>
    </mc:Choice>
    <mc:Fallback xmlns="">
      <p:transition spd="slow" advTm="3000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1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标题 1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（四）</a:t>
            </a:r>
            <a:r>
              <a:rPr lang="en-US" altLang="zh-CN"/>
              <a:t>《</a:t>
            </a:r>
            <a:r>
              <a:rPr lang="zh-CN" altLang="en-US"/>
              <a:t>封神</a:t>
            </a:r>
            <a:r>
              <a:rPr lang="en-US" altLang="zh-CN"/>
              <a:t>》</a:t>
            </a:r>
            <a:r>
              <a:rPr lang="zh-CN" altLang="en-US"/>
              <a:t>里的文化元素</a:t>
            </a:r>
          </a:p>
        </p:txBody>
      </p:sp>
      <p:grpSp>
        <p:nvGrpSpPr>
          <p:cNvPr id="4" name="组合 3"/>
          <p:cNvGrpSpPr/>
          <p:nvPr/>
        </p:nvGrpSpPr>
        <p:grpSpPr>
          <a:xfrm>
            <a:off x="2526264" y="2204583"/>
            <a:ext cx="8464071" cy="899879"/>
            <a:chOff x="5756806" y="1542549"/>
            <a:chExt cx="4856731" cy="1629634"/>
          </a:xfrm>
        </p:grpSpPr>
        <p:sp>
          <p:nvSpPr>
            <p:cNvPr id="6" name="TextBox 5"/>
            <p:cNvSpPr txBox="1"/>
            <p:nvPr/>
          </p:nvSpPr>
          <p:spPr>
            <a:xfrm>
              <a:off x="6258132" y="1544316"/>
              <a:ext cx="4355405" cy="1258614"/>
            </a:xfrm>
            <a:prstGeom prst="rect">
              <a:avLst/>
            </a:prstGeom>
          </p:spPr>
          <p:txBody>
            <a:bodyPr wrap="square">
              <a:noAutofit/>
            </a:bodyPr>
            <a:lstStyle>
              <a:defPPr>
                <a:defRPr lang="zh-CN"/>
              </a:defPPr>
              <a:lvl1pPr>
                <a:lnSpc>
                  <a:spcPct val="120000"/>
                </a:lnSpc>
                <a:defRPr>
                  <a:solidFill>
                    <a:schemeClr val="tx1">
                      <a:lumMod val="85000"/>
                      <a:lumOff val="15000"/>
                    </a:schemeClr>
                  </a:solidFill>
                  <a:cs typeface="+mn-ea"/>
                </a:defRPr>
              </a:lvl1pPr>
            </a:lstStyle>
            <a:p>
              <a:r>
                <a:rPr lang="zh-CN" altLang="en-US" sz="1620" dirty="0">
                  <a:latin typeface="微软雅黑" panose="020B0503020204020204" pitchFamily="34" charset="-122"/>
                  <a:ea typeface="微软雅黑" panose="020B0503020204020204" pitchFamily="34" charset="-122"/>
                  <a:sym typeface="+mn-lt"/>
                </a:rPr>
                <a:t>中国古代，人们将青、赤、黄、白、黑五色视为正色，“正”者，“政”也，寄寓了统治者的政治理想、道德伦理等思想。殷商始祖认为自己上承金德，而金属呈白色，所以有商一代，全民尚白。</a:t>
              </a:r>
            </a:p>
          </p:txBody>
        </p:sp>
        <p:sp>
          <p:nvSpPr>
            <p:cNvPr id="7" name="Rectangle 6"/>
            <p:cNvSpPr/>
            <p:nvPr>
              <p:custDataLst>
                <p:tags r:id="rId3"/>
              </p:custDataLst>
            </p:nvPr>
          </p:nvSpPr>
          <p:spPr>
            <a:xfrm>
              <a:off x="5756806" y="1542549"/>
              <a:ext cx="411480" cy="1629634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sz="2880" b="1" dirty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+mn-ea"/>
                  <a:sym typeface="+mn-lt"/>
                </a:rPr>
                <a:t>01</a:t>
              </a:r>
              <a:endParaRPr lang="zh-CN" altLang="en-US" sz="288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endParaRPr>
            </a:p>
          </p:txBody>
        </p:sp>
      </p:grpSp>
      <p:grpSp>
        <p:nvGrpSpPr>
          <p:cNvPr id="8" name="组合 7"/>
          <p:cNvGrpSpPr/>
          <p:nvPr/>
        </p:nvGrpSpPr>
        <p:grpSpPr>
          <a:xfrm>
            <a:off x="2526265" y="3387447"/>
            <a:ext cx="8509165" cy="970361"/>
            <a:chOff x="5756806" y="1162715"/>
            <a:chExt cx="4882606" cy="1757273"/>
          </a:xfrm>
        </p:grpSpPr>
        <p:sp>
          <p:nvSpPr>
            <p:cNvPr id="16" name="TextBox 15"/>
            <p:cNvSpPr txBox="1"/>
            <p:nvPr/>
          </p:nvSpPr>
          <p:spPr>
            <a:xfrm>
              <a:off x="6284007" y="1162715"/>
              <a:ext cx="4355405" cy="1258614"/>
            </a:xfrm>
            <a:prstGeom prst="rect">
              <a:avLst/>
            </a:prstGeom>
          </p:spPr>
          <p:txBody>
            <a:bodyPr wrap="square">
              <a:noAutofit/>
            </a:bodyPr>
            <a:lstStyle>
              <a:defPPr>
                <a:defRPr lang="zh-CN"/>
              </a:defPPr>
              <a:lvl1pPr>
                <a:lnSpc>
                  <a:spcPct val="120000"/>
                </a:lnSpc>
                <a:defRPr>
                  <a:solidFill>
                    <a:schemeClr val="tx1">
                      <a:lumMod val="85000"/>
                      <a:lumOff val="15000"/>
                    </a:schemeClr>
                  </a:solidFill>
                  <a:cs typeface="+mn-ea"/>
                </a:defRPr>
              </a:lvl1pPr>
            </a:lstStyle>
            <a:p>
              <a:r>
                <a:rPr lang="zh-CN" altLang="en-US" sz="1620" dirty="0">
                  <a:latin typeface="微软雅黑" panose="020B0503020204020204" pitchFamily="34" charset="-122"/>
                  <a:ea typeface="微软雅黑" panose="020B0503020204020204" pitchFamily="34" charset="-122"/>
                  <a:sym typeface="+mn-lt"/>
                </a:rPr>
                <a:t>这一套理论源自战国邹衍的“五行学说”或“五德终始说”，“五德”便是金、木、水、火、土所各自代表的五种德运，“五德终始说”认为“木火土金水，顺位相生，隔位相克”，所谓“顺位相生”即木生火，火生土，土生金，金生水，水生木。</a:t>
              </a:r>
            </a:p>
            <a:p>
              <a:endParaRPr lang="zh-CN" altLang="en-US" sz="1620" dirty="0">
                <a:latin typeface="微软雅黑" panose="020B0503020204020204" pitchFamily="34" charset="-122"/>
                <a:ea typeface="微软雅黑" panose="020B0503020204020204" pitchFamily="34" charset="-122"/>
                <a:sym typeface="+mn-lt"/>
              </a:endParaRPr>
            </a:p>
          </p:txBody>
        </p:sp>
        <p:sp>
          <p:nvSpPr>
            <p:cNvPr id="17" name="Rectangle 16"/>
            <p:cNvSpPr/>
            <p:nvPr>
              <p:custDataLst>
                <p:tags r:id="rId2"/>
              </p:custDataLst>
            </p:nvPr>
          </p:nvSpPr>
          <p:spPr>
            <a:xfrm>
              <a:off x="5756806" y="1290354"/>
              <a:ext cx="411480" cy="1629634"/>
            </a:xfrm>
            <a:prstGeom prst="rect">
              <a:avLst/>
            </a:prstGeom>
            <a:solidFill>
              <a:srgbClr val="0A477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sz="2880" b="1" dirty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+mn-ea"/>
                  <a:sym typeface="+mn-lt"/>
                </a:rPr>
                <a:t>02</a:t>
              </a:r>
              <a:endParaRPr lang="zh-CN" altLang="en-US" sz="288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endParaRPr>
            </a:p>
          </p:txBody>
        </p:sp>
      </p:grpSp>
      <p:grpSp>
        <p:nvGrpSpPr>
          <p:cNvPr id="18" name="组合 17"/>
          <p:cNvGrpSpPr/>
          <p:nvPr/>
        </p:nvGrpSpPr>
        <p:grpSpPr>
          <a:xfrm>
            <a:off x="2526265" y="4727957"/>
            <a:ext cx="8509165" cy="903747"/>
            <a:chOff x="5756806" y="1027020"/>
            <a:chExt cx="4882606" cy="1636638"/>
          </a:xfrm>
        </p:grpSpPr>
        <p:sp>
          <p:nvSpPr>
            <p:cNvPr id="19" name="TextBox 18"/>
            <p:cNvSpPr txBox="1"/>
            <p:nvPr/>
          </p:nvSpPr>
          <p:spPr>
            <a:xfrm>
              <a:off x="6284007" y="1027020"/>
              <a:ext cx="4355405" cy="1258614"/>
            </a:xfrm>
            <a:prstGeom prst="rect">
              <a:avLst/>
            </a:prstGeom>
          </p:spPr>
          <p:txBody>
            <a:bodyPr wrap="square">
              <a:noAutofit/>
            </a:bodyPr>
            <a:lstStyle>
              <a:defPPr>
                <a:defRPr lang="zh-CN"/>
              </a:defPPr>
              <a:lvl1pPr>
                <a:lnSpc>
                  <a:spcPct val="120000"/>
                </a:lnSpc>
                <a:defRPr>
                  <a:solidFill>
                    <a:schemeClr val="tx1">
                      <a:lumMod val="85000"/>
                      <a:lumOff val="15000"/>
                    </a:schemeClr>
                  </a:solidFill>
                  <a:cs typeface="+mn-ea"/>
                </a:defRPr>
              </a:lvl1pPr>
            </a:lstStyle>
            <a:p>
              <a:r>
                <a:rPr lang="zh-CN" altLang="en-US" sz="1620" dirty="0">
                  <a:latin typeface="微软雅黑" panose="020B0503020204020204" pitchFamily="34" charset="-122"/>
                  <a:ea typeface="微软雅黑" panose="020B0503020204020204" pitchFamily="34" charset="-122"/>
                  <a:sym typeface="+mn-lt"/>
                </a:rPr>
                <a:t>所谓“隔位相克”便是木克土、土克水、水克火、火克金、金克木。进而形成了战国前的“朝代周期表”：炎帝获水德，黄帝获土德，夏王朝获木德，殷商王朝获金德，周王朝获火德。</a:t>
              </a:r>
            </a:p>
          </p:txBody>
        </p:sp>
        <p:sp>
          <p:nvSpPr>
            <p:cNvPr id="20" name="Rectangle 19"/>
            <p:cNvSpPr/>
            <p:nvPr>
              <p:custDataLst>
                <p:tags r:id="rId1"/>
              </p:custDataLst>
            </p:nvPr>
          </p:nvSpPr>
          <p:spPr>
            <a:xfrm>
              <a:off x="5756806" y="1034025"/>
              <a:ext cx="411480" cy="1629633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sz="2880" b="1" dirty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+mn-ea"/>
                  <a:sym typeface="+mn-lt"/>
                </a:rPr>
                <a:t>03</a:t>
              </a:r>
              <a:endParaRPr lang="zh-CN" altLang="en-US" sz="288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endParaRPr>
            </a:p>
          </p:txBody>
        </p:sp>
      </p:grpSp>
      <p:grpSp>
        <p:nvGrpSpPr>
          <p:cNvPr id="23" name="组合 22"/>
          <p:cNvGrpSpPr/>
          <p:nvPr/>
        </p:nvGrpSpPr>
        <p:grpSpPr>
          <a:xfrm>
            <a:off x="1503124" y="2569440"/>
            <a:ext cx="702987" cy="2616335"/>
            <a:chOff x="551145" y="2143554"/>
            <a:chExt cx="702987" cy="2616335"/>
          </a:xfrm>
        </p:grpSpPr>
        <p:sp>
          <p:nvSpPr>
            <p:cNvPr id="21" name="任意多边形 228"/>
            <p:cNvSpPr/>
            <p:nvPr/>
          </p:nvSpPr>
          <p:spPr>
            <a:xfrm>
              <a:off x="551145" y="2143554"/>
              <a:ext cx="652133" cy="2616335"/>
            </a:xfrm>
            <a:custGeom>
              <a:avLst/>
              <a:gdLst>
                <a:gd name="rtl" fmla="*/ 30400 w 2432000"/>
                <a:gd name="rtt" fmla="*/ 30400 h 359055"/>
                <a:gd name="rtr" fmla="*/ 2401600 w 2432000"/>
                <a:gd name="rtb" fmla="*/ 328655 h 359055"/>
              </a:gdLst>
              <a:ahLst/>
              <a:cxnLst/>
              <a:rect l="rtl" t="rtt" r="rtr" b="rtb"/>
              <a:pathLst>
                <a:path w="2432000" h="359055">
                  <a:moveTo>
                    <a:pt x="179527" y="359055"/>
                  </a:moveTo>
                  <a:lnTo>
                    <a:pt x="2252473" y="359055"/>
                  </a:lnTo>
                  <a:cubicBezTo>
                    <a:pt x="2351622" y="359055"/>
                    <a:pt x="2432000" y="278681"/>
                    <a:pt x="2432000" y="179527"/>
                  </a:cubicBezTo>
                  <a:cubicBezTo>
                    <a:pt x="2432000" y="80375"/>
                    <a:pt x="2351622" y="0"/>
                    <a:pt x="2252473" y="0"/>
                  </a:cubicBezTo>
                  <a:lnTo>
                    <a:pt x="179527" y="0"/>
                  </a:lnTo>
                  <a:cubicBezTo>
                    <a:pt x="80375" y="0"/>
                    <a:pt x="0" y="80375"/>
                    <a:pt x="0" y="179527"/>
                  </a:cubicBezTo>
                  <a:cubicBezTo>
                    <a:pt x="0" y="278681"/>
                    <a:pt x="80375" y="359055"/>
                    <a:pt x="179527" y="359055"/>
                  </a:cubicBezTo>
                  <a:close/>
                </a:path>
              </a:pathLst>
            </a:custGeom>
            <a:solidFill>
              <a:schemeClr val="accent1"/>
            </a:solidFill>
            <a:ln w="15200" cap="flat">
              <a:noFill/>
              <a:bevel/>
            </a:ln>
          </p:spPr>
          <p:txBody>
            <a:bodyPr vert="eaVert" wrap="square" lIns="36000" tIns="0" rIns="36000" bIns="0" rtlCol="0" anchor="ctr"/>
            <a:lstStyle/>
            <a:p>
              <a:pPr algn="ctr">
                <a:lnSpc>
                  <a:spcPct val="100000"/>
                </a:lnSpc>
              </a:pPr>
              <a:endParaRPr sz="1200" b="1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endParaRPr>
            </a:p>
          </p:txBody>
        </p:sp>
        <p:sp>
          <p:nvSpPr>
            <p:cNvPr id="22" name="文本框 21"/>
            <p:cNvSpPr txBox="1"/>
            <p:nvPr/>
          </p:nvSpPr>
          <p:spPr>
            <a:xfrm>
              <a:off x="638579" y="2177804"/>
              <a:ext cx="615553" cy="2223698"/>
            </a:xfrm>
            <a:prstGeom prst="rect">
              <a:avLst/>
            </a:prstGeom>
            <a:noFill/>
          </p:spPr>
          <p:txBody>
            <a:bodyPr vert="eaVert" wrap="square" rtlCol="0">
              <a:spAutoFit/>
              <a:scene3d>
                <a:camera prst="orthographicFront"/>
                <a:lightRig rig="threePt" dir="t"/>
              </a:scene3d>
              <a:sp3d contourW="12700"/>
            </a:bodyPr>
            <a:lstStyle/>
            <a:p>
              <a:pPr algn="ctr"/>
              <a:r>
                <a:rPr lang="zh-CN" altLang="en-US" sz="2800" b="1" dirty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+mn-ea"/>
                  <a:sym typeface="+mn-lt"/>
                </a:rPr>
                <a:t>商人尚白</a:t>
              </a:r>
            </a:p>
          </p:txBody>
        </p:sp>
      </p:grpSp>
    </p:spTree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 advTm="3000">
        <p15:prstTrans prst="pageCurlDouble"/>
      </p:transition>
    </mc:Choice>
    <mc:Fallback xmlns="">
      <p:transition spd="slow" advTm="3000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000"/>
                            </p:stCondLst>
                            <p:childTnLst>
                              <p:par>
                                <p:cTn id="13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1500"/>
                            </p:stCondLst>
                            <p:childTnLst>
                              <p:par>
                                <p:cTn id="17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9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标题 1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（五）</a:t>
            </a:r>
            <a:r>
              <a:rPr lang="en-US" altLang="zh-CN"/>
              <a:t>《</a:t>
            </a:r>
            <a:r>
              <a:rPr lang="zh-CN" altLang="en-US"/>
              <a:t>罗刹海市</a:t>
            </a:r>
            <a:r>
              <a:rPr lang="en-US" altLang="zh-CN"/>
              <a:t>》</a:t>
            </a:r>
            <a:r>
              <a:rPr lang="zh-CN" altLang="en-US"/>
              <a:t>里的人性思考</a:t>
            </a:r>
          </a:p>
        </p:txBody>
      </p:sp>
      <p:sp>
        <p:nvSpPr>
          <p:cNvPr id="2" name="Rectangle 36"/>
          <p:cNvSpPr/>
          <p:nvPr/>
        </p:nvSpPr>
        <p:spPr bwMode="auto">
          <a:xfrm>
            <a:off x="1205942" y="1793380"/>
            <a:ext cx="5664735" cy="30299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 type="none" w="med" len="med"/>
                <a:tailEnd type="none" w="med" len="med"/>
              </a14:hiddenLine>
            </a:ext>
          </a:extLst>
        </p:spPr>
        <p:txBody>
          <a:bodyPr lIns="0" tIns="0" rIns="0" bIns="0" anchor="t"/>
          <a:lstStyle/>
          <a:p>
            <a:pPr marL="342900" indent="-342900" defTabSz="967740" fontAlgn="base">
              <a:lnSpc>
                <a:spcPct val="80000"/>
              </a:lnSpc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l"/>
            </a:pPr>
            <a:r>
              <a:rPr lang="zh-CN" altLang="en-US" sz="2400" b="1" dirty="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罗刹</a:t>
            </a:r>
            <a:r>
              <a:rPr lang="en-US" altLang="zh-CN" sz="2400" b="1" dirty="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——</a:t>
            </a:r>
            <a:r>
              <a:rPr lang="zh-CN" altLang="en-US" sz="2400" b="1" dirty="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颠倒是非的幻像</a:t>
            </a:r>
            <a:endParaRPr lang="en-US" sz="2400" b="1" dirty="0">
              <a:solidFill>
                <a:schemeClr val="accent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  <p:sp>
        <p:nvSpPr>
          <p:cNvPr id="3" name="Rectangle 37"/>
          <p:cNvSpPr/>
          <p:nvPr/>
        </p:nvSpPr>
        <p:spPr bwMode="auto">
          <a:xfrm>
            <a:off x="1205943" y="2199494"/>
            <a:ext cx="9892117" cy="132304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 type="none" w="med" len="med"/>
                <a:tailEnd type="none" w="med" len="med"/>
              </a14:hiddenLine>
            </a:ext>
          </a:extLst>
        </p:spPr>
        <p:txBody>
          <a:bodyPr lIns="0" tIns="0" rIns="0" bIns="0" anchor="t"/>
          <a:lstStyle/>
          <a:p>
            <a:pPr defTabSz="967740" fontAlgn="base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“花面逢迎，世情如鬼，嗜痂之癖，举世一辙” ，这是蒲松龄的评价。罗刹国好人不得志，坏人飞黄腾达。在这个是非颠倒的国度，好像只有带上面具才能不至于苟延残喘，正常人被当做异类需带着假面过活，“丑人”不具备学识却高官厚禄，这里的一切是非都是颠倒的。</a:t>
            </a:r>
            <a:endParaRPr lang="en-US" dirty="0"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  <p:sp>
        <p:nvSpPr>
          <p:cNvPr id="5" name="Rectangle 36"/>
          <p:cNvSpPr/>
          <p:nvPr/>
        </p:nvSpPr>
        <p:spPr bwMode="auto">
          <a:xfrm>
            <a:off x="1205942" y="4035539"/>
            <a:ext cx="5664735" cy="30299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 type="none" w="med" len="med"/>
                <a:tailEnd type="none" w="med" len="med"/>
              </a14:hiddenLine>
            </a:ext>
          </a:extLst>
        </p:spPr>
        <p:txBody>
          <a:bodyPr lIns="0" tIns="0" rIns="0" bIns="0" anchor="t"/>
          <a:lstStyle/>
          <a:p>
            <a:pPr marL="342900" indent="-342900" defTabSz="967740" fontAlgn="base">
              <a:lnSpc>
                <a:spcPct val="80000"/>
              </a:lnSpc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l"/>
            </a:pPr>
            <a:r>
              <a:rPr lang="zh-CN" altLang="en-US" sz="2400" b="1" dirty="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海市</a:t>
            </a:r>
            <a:r>
              <a:rPr lang="en-US" altLang="zh-CN" sz="2400" b="1" dirty="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——</a:t>
            </a:r>
            <a:r>
              <a:rPr lang="zh-CN" altLang="en-US" sz="2400" b="1" dirty="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理想中的乌托邦</a:t>
            </a:r>
            <a:endParaRPr lang="en-US" sz="2400" b="1" dirty="0">
              <a:solidFill>
                <a:schemeClr val="accent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  <p:sp>
        <p:nvSpPr>
          <p:cNvPr id="9" name="Rectangle 37"/>
          <p:cNvSpPr/>
          <p:nvPr/>
        </p:nvSpPr>
        <p:spPr bwMode="auto">
          <a:xfrm>
            <a:off x="1205943" y="4441653"/>
            <a:ext cx="9892117" cy="132304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 type="none" w="med" len="med"/>
                <a:tailEnd type="none" w="med" len="med"/>
              </a14:hiddenLine>
            </a:ext>
          </a:extLst>
        </p:spPr>
        <p:txBody>
          <a:bodyPr lIns="0" tIns="0" rIns="0" bIns="0" anchor="t"/>
          <a:lstStyle/>
          <a:p>
            <a:pPr defTabSz="967740" fontAlgn="base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海市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——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物资丰硕，物产富饶，有大量的奇珍异宝，这里重用贤才，有志之士可以得到赏识，是梦中的乌托邦。马骥凭借其出色的文笔被龙王重用，还成为了龙王的女婿。可马骥是凡人，他不属于这里，终究要回到他的故乡，回到现实世界。</a:t>
            </a:r>
            <a:endParaRPr lang="en-US" dirty="0"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</p:spTree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2000" advTm="3000">
        <p15:prstTrans prst="wind"/>
      </p:transition>
    </mc:Choice>
    <mc:Fallback xmlns="">
      <p:transition spd="slow" advTm="3000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" fill="hold">
                            <p:stCondLst>
                              <p:cond delay="1000"/>
                            </p:stCondLst>
                            <p:childTnLst>
                              <p:par>
                                <p:cTn id="11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10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2000"/>
                            </p:stCondLst>
                            <p:childTnLst>
                              <p:par>
                                <p:cTn id="17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1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0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" fill="hold">
                            <p:stCondLst>
                              <p:cond delay="3000"/>
                            </p:stCondLst>
                            <p:childTnLst>
                              <p:par>
                                <p:cTn id="23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10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6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7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/>
      <p:bldP spid="5" grpId="0"/>
      <p:bldP spid="9" grpId="0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标题 1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（五）</a:t>
            </a:r>
            <a:r>
              <a:rPr lang="en-US" altLang="zh-CN"/>
              <a:t>《</a:t>
            </a:r>
            <a:r>
              <a:rPr lang="zh-CN" altLang="en-US"/>
              <a:t>罗刹海市</a:t>
            </a:r>
            <a:r>
              <a:rPr lang="en-US" altLang="zh-CN"/>
              <a:t>》</a:t>
            </a:r>
            <a:r>
              <a:rPr lang="zh-CN" altLang="en-US"/>
              <a:t>里的人性思考</a:t>
            </a:r>
          </a:p>
        </p:txBody>
      </p:sp>
      <p:sp>
        <p:nvSpPr>
          <p:cNvPr id="2" name="Rectangle 36"/>
          <p:cNvSpPr/>
          <p:nvPr/>
        </p:nvSpPr>
        <p:spPr bwMode="auto">
          <a:xfrm>
            <a:off x="5740365" y="1906114"/>
            <a:ext cx="760643" cy="55546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 type="none" w="med" len="med"/>
                <a:tailEnd type="none" w="med" len="med"/>
              </a14:hiddenLine>
            </a:ext>
          </a:extLst>
        </p:spPr>
        <p:txBody>
          <a:bodyPr lIns="0" tIns="0" rIns="0" bIns="0" anchor="t"/>
          <a:lstStyle/>
          <a:p>
            <a:pPr defTabSz="967740" fontAlgn="base">
              <a:lnSpc>
                <a:spcPct val="8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zh-CN" sz="4800" b="1" dirty="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01</a:t>
            </a:r>
            <a:endParaRPr lang="en-US" sz="4800" b="1" dirty="0">
              <a:solidFill>
                <a:schemeClr val="accent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  <p:sp>
        <p:nvSpPr>
          <p:cNvPr id="3" name="Rectangle 37"/>
          <p:cNvSpPr/>
          <p:nvPr/>
        </p:nvSpPr>
        <p:spPr bwMode="auto">
          <a:xfrm>
            <a:off x="6529506" y="1736032"/>
            <a:ext cx="4906758" cy="90091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 type="none" w="med" len="med"/>
                <a:tailEnd type="none" w="med" len="med"/>
              </a14:hiddenLine>
            </a:ext>
          </a:extLst>
        </p:spPr>
        <p:txBody>
          <a:bodyPr lIns="0" tIns="0" rIns="0" bIns="0" anchor="t"/>
          <a:lstStyle/>
          <a:p>
            <a:pPr defTabSz="967740" fontAlgn="base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蒲松龄利用文字的隐喻借小说讥讽那些颠倒黑白是非的人和事，也讥讽了那些为了融入其中，而故意扮丑的一类人。</a:t>
            </a:r>
            <a:endParaRPr lang="en-US" dirty="0"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  <p:sp>
        <p:nvSpPr>
          <p:cNvPr id="5" name="Rectangle 36"/>
          <p:cNvSpPr/>
          <p:nvPr/>
        </p:nvSpPr>
        <p:spPr bwMode="auto">
          <a:xfrm>
            <a:off x="5740365" y="3449840"/>
            <a:ext cx="760643" cy="55546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 type="none" w="med" len="med"/>
                <a:tailEnd type="none" w="med" len="med"/>
              </a14:hiddenLine>
            </a:ext>
          </a:extLst>
        </p:spPr>
        <p:txBody>
          <a:bodyPr lIns="0" tIns="0" rIns="0" bIns="0" anchor="t"/>
          <a:lstStyle/>
          <a:p>
            <a:pPr defTabSz="967740" fontAlgn="base">
              <a:lnSpc>
                <a:spcPct val="8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zh-CN" sz="4800" b="1" dirty="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02</a:t>
            </a:r>
            <a:endParaRPr lang="en-US" sz="4800" b="1" dirty="0">
              <a:solidFill>
                <a:schemeClr val="accent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  <p:sp>
        <p:nvSpPr>
          <p:cNvPr id="9" name="Rectangle 37"/>
          <p:cNvSpPr/>
          <p:nvPr/>
        </p:nvSpPr>
        <p:spPr bwMode="auto">
          <a:xfrm>
            <a:off x="6529506" y="3279758"/>
            <a:ext cx="4906758" cy="90091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 type="none" w="med" len="med"/>
                <a:tailEnd type="none" w="med" len="med"/>
              </a14:hiddenLine>
            </a:ext>
          </a:extLst>
        </p:spPr>
        <p:txBody>
          <a:bodyPr lIns="0" tIns="0" rIns="0" bIns="0" anchor="t"/>
          <a:lstStyle/>
          <a:p>
            <a:pPr defTabSz="967740" fontAlgn="base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在现实世界中，我们如何找到一个平衡点，对于现实与理想的差距、对于颠倒黑白与公平正义的审判、对于拒绝诱惑与追求本真的思考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……</a:t>
            </a:r>
            <a:endParaRPr lang="en-US" dirty="0"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  <p:sp>
        <p:nvSpPr>
          <p:cNvPr id="7" name="Rectangle 36"/>
          <p:cNvSpPr/>
          <p:nvPr/>
        </p:nvSpPr>
        <p:spPr bwMode="auto">
          <a:xfrm>
            <a:off x="5740365" y="4993566"/>
            <a:ext cx="760643" cy="55546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 type="none" w="med" len="med"/>
                <a:tailEnd type="none" w="med" len="med"/>
              </a14:hiddenLine>
            </a:ext>
          </a:extLst>
        </p:spPr>
        <p:txBody>
          <a:bodyPr lIns="0" tIns="0" rIns="0" bIns="0" anchor="t"/>
          <a:lstStyle/>
          <a:p>
            <a:pPr defTabSz="967740" fontAlgn="base">
              <a:lnSpc>
                <a:spcPct val="8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zh-CN" sz="4800" b="1" dirty="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03</a:t>
            </a:r>
            <a:endParaRPr lang="en-US" sz="4800" b="1" dirty="0">
              <a:solidFill>
                <a:schemeClr val="accent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  <p:sp>
        <p:nvSpPr>
          <p:cNvPr id="8" name="Rectangle 37"/>
          <p:cNvSpPr/>
          <p:nvPr/>
        </p:nvSpPr>
        <p:spPr bwMode="auto">
          <a:xfrm>
            <a:off x="6529506" y="4823484"/>
            <a:ext cx="4906758" cy="90091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 type="none" w="med" len="med"/>
                <a:tailEnd type="none" w="med" len="med"/>
              </a14:hiddenLine>
            </a:ext>
          </a:extLst>
        </p:spPr>
        <p:txBody>
          <a:bodyPr lIns="0" tIns="0" rIns="0" bIns="0" anchor="t"/>
          <a:lstStyle/>
          <a:p>
            <a:pPr defTabSz="967740" fontAlgn="base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《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罗刹海市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》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似乎在尝试帮助我们拥有对抗荒诞世界的精神力量，愿我们拥有不被“罗刹”同化的力量和离开“海市”的勇气。</a:t>
            </a:r>
            <a:endParaRPr lang="en-US" dirty="0"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  <p:grpSp>
        <p:nvGrpSpPr>
          <p:cNvPr id="10" name="组合 9"/>
          <p:cNvGrpSpPr/>
          <p:nvPr/>
        </p:nvGrpSpPr>
        <p:grpSpPr>
          <a:xfrm>
            <a:off x="826718" y="1872913"/>
            <a:ext cx="4359057" cy="3939164"/>
            <a:chOff x="957905" y="1889720"/>
            <a:chExt cx="4718617" cy="3448934"/>
          </a:xfrm>
        </p:grpSpPr>
        <p:grpSp>
          <p:nvGrpSpPr>
            <p:cNvPr id="11" name="组合 10"/>
            <p:cNvGrpSpPr/>
            <p:nvPr/>
          </p:nvGrpSpPr>
          <p:grpSpPr>
            <a:xfrm>
              <a:off x="957905" y="1891189"/>
              <a:ext cx="4718617" cy="3447465"/>
              <a:chOff x="885477" y="2298595"/>
              <a:chExt cx="4718617" cy="3447465"/>
            </a:xfrm>
          </p:grpSpPr>
          <p:sp>
            <p:nvSpPr>
              <p:cNvPr id="15" name="圆角矩形 227"/>
              <p:cNvSpPr/>
              <p:nvPr/>
            </p:nvSpPr>
            <p:spPr>
              <a:xfrm>
                <a:off x="885477" y="2507997"/>
                <a:ext cx="4718617" cy="3238063"/>
              </a:xfrm>
              <a:prstGeom prst="roundRect">
                <a:avLst>
                  <a:gd name="adj" fmla="val 11847"/>
                </a:avLst>
              </a:prstGeom>
              <a:solidFill>
                <a:srgbClr val="F7F7F7"/>
              </a:solidFill>
              <a:ln w="9525" cap="flat">
                <a:solidFill>
                  <a:schemeClr val="bg1">
                    <a:lumMod val="75000"/>
                  </a:schemeClr>
                </a:solidFill>
                <a:custDash>
                  <a:ds d="380000" sp="120000"/>
                </a:custDash>
                <a:bevel/>
              </a:ln>
            </p:spPr>
            <p:txBody>
              <a:bodyPr wrap="square" lIns="0" tIns="0" rIns="0" bIns="0" rtlCol="0" anchor="ctr"/>
              <a:lstStyle/>
              <a:p>
                <a:endParaRPr sz="910" dirty="0">
                  <a:solidFill>
                    <a:srgbClr val="3E3938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+mn-ea"/>
                  <a:sym typeface="+mn-lt"/>
                </a:endParaRPr>
              </a:p>
            </p:txBody>
          </p:sp>
          <p:sp>
            <p:nvSpPr>
              <p:cNvPr id="16" name="任意多边形 228"/>
              <p:cNvSpPr/>
              <p:nvPr/>
            </p:nvSpPr>
            <p:spPr>
              <a:xfrm>
                <a:off x="1785586" y="2298595"/>
                <a:ext cx="2918400" cy="430866"/>
              </a:xfrm>
              <a:custGeom>
                <a:avLst/>
                <a:gdLst>
                  <a:gd name="rtl" fmla="*/ 30400 w 2432000"/>
                  <a:gd name="rtt" fmla="*/ 30400 h 359055"/>
                  <a:gd name="rtr" fmla="*/ 2401600 w 2432000"/>
                  <a:gd name="rtb" fmla="*/ 328655 h 359055"/>
                </a:gdLst>
                <a:ahLst/>
                <a:cxnLst/>
                <a:rect l="rtl" t="rtt" r="rtr" b="rtb"/>
                <a:pathLst>
                  <a:path w="2432000" h="359055">
                    <a:moveTo>
                      <a:pt x="179527" y="359055"/>
                    </a:moveTo>
                    <a:lnTo>
                      <a:pt x="2252473" y="359055"/>
                    </a:lnTo>
                    <a:cubicBezTo>
                      <a:pt x="2351622" y="359055"/>
                      <a:pt x="2432000" y="278681"/>
                      <a:pt x="2432000" y="179527"/>
                    </a:cubicBezTo>
                    <a:cubicBezTo>
                      <a:pt x="2432000" y="80375"/>
                      <a:pt x="2351622" y="0"/>
                      <a:pt x="2252473" y="0"/>
                    </a:cubicBezTo>
                    <a:lnTo>
                      <a:pt x="179527" y="0"/>
                    </a:lnTo>
                    <a:cubicBezTo>
                      <a:pt x="80375" y="0"/>
                      <a:pt x="0" y="80375"/>
                      <a:pt x="0" y="179527"/>
                    </a:cubicBezTo>
                    <a:cubicBezTo>
                      <a:pt x="0" y="278681"/>
                      <a:pt x="80375" y="359055"/>
                      <a:pt x="179527" y="359055"/>
                    </a:cubicBezTo>
                    <a:close/>
                  </a:path>
                </a:pathLst>
              </a:custGeom>
              <a:solidFill>
                <a:schemeClr val="accent1"/>
              </a:solidFill>
              <a:ln w="15200" cap="flat">
                <a:noFill/>
                <a:bevel/>
              </a:ln>
            </p:spPr>
            <p:txBody>
              <a:bodyPr wrap="square" lIns="36000" tIns="0" rIns="36000" bIns="0" rtlCol="0" anchor="ctr"/>
              <a:lstStyle/>
              <a:p>
                <a:pPr algn="ctr">
                  <a:lnSpc>
                    <a:spcPct val="100000"/>
                  </a:lnSpc>
                </a:pPr>
                <a:endParaRPr sz="1275" b="1" dirty="0">
                  <a:solidFill>
                    <a:srgbClr val="FFFFFF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+mn-ea"/>
                  <a:sym typeface="+mn-lt"/>
                </a:endParaRPr>
              </a:p>
            </p:txBody>
          </p:sp>
        </p:grpSp>
        <p:sp>
          <p:nvSpPr>
            <p:cNvPr id="12" name="TextBox 11"/>
            <p:cNvSpPr txBox="1"/>
            <p:nvPr/>
          </p:nvSpPr>
          <p:spPr>
            <a:xfrm>
              <a:off x="2082773" y="1889720"/>
              <a:ext cx="2468880" cy="371874"/>
            </a:xfrm>
            <a:prstGeom prst="rect">
              <a:avLst/>
            </a:prstGeom>
            <a:noFill/>
          </p:spPr>
          <p:txBody>
            <a:bodyPr wrap="square" rtlCol="0">
              <a:spAutoFit/>
              <a:scene3d>
                <a:camera prst="orthographicFront"/>
                <a:lightRig rig="threePt" dir="t"/>
              </a:scene3d>
              <a:sp3d contourW="12700"/>
            </a:bodyPr>
            <a:lstStyle/>
            <a:p>
              <a:pPr algn="ctr"/>
              <a:r>
                <a:rPr lang="en-US" altLang="zh-CN" sz="2160" b="1" dirty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+mn-ea"/>
                  <a:sym typeface="+mn-lt"/>
                </a:rPr>
                <a:t>《</a:t>
              </a:r>
              <a:r>
                <a:rPr lang="zh-CN" altLang="en-US" sz="2160" b="1" dirty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+mn-ea"/>
                  <a:sym typeface="+mn-lt"/>
                </a:rPr>
                <a:t>聊斋志异</a:t>
              </a:r>
              <a:r>
                <a:rPr lang="en-US" altLang="zh-CN" sz="2160" b="1" dirty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+mn-ea"/>
                  <a:sym typeface="+mn-lt"/>
                </a:rPr>
                <a:t>》</a:t>
              </a:r>
              <a:endParaRPr lang="zh-CN" altLang="en-US" sz="216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endParaRPr>
            </a:p>
          </p:txBody>
        </p:sp>
        <p:sp>
          <p:nvSpPr>
            <p:cNvPr id="13" name="文本框 12"/>
            <p:cNvSpPr txBox="1"/>
            <p:nvPr/>
          </p:nvSpPr>
          <p:spPr>
            <a:xfrm>
              <a:off x="1314901" y="2459646"/>
              <a:ext cx="4004623" cy="2588632"/>
            </a:xfrm>
            <a:prstGeom prst="rect">
              <a:avLst/>
            </a:prstGeom>
            <a:noFill/>
          </p:spPr>
          <p:txBody>
            <a:bodyPr wrap="square" rtlCol="0">
              <a:spAutoFit/>
              <a:scene3d>
                <a:camera prst="orthographicFront"/>
                <a:lightRig rig="threePt" dir="t"/>
              </a:scene3d>
              <a:sp3d contourW="12700"/>
            </a:bodyPr>
            <a:lstStyle/>
            <a:p>
              <a:pPr>
                <a:lnSpc>
                  <a:spcPct val="150000"/>
                </a:lnSpc>
              </a:pPr>
              <a:r>
                <a:rPr lang="en-US" altLang="zh-CN" dirty="0">
                  <a:latin typeface="微软雅黑" panose="020B0503020204020204" pitchFamily="34" charset="-122"/>
                  <a:ea typeface="微软雅黑" panose="020B0503020204020204" pitchFamily="34" charset="-122"/>
                  <a:cs typeface="+mn-ea"/>
                  <a:sym typeface="+mn-lt"/>
                </a:rPr>
                <a:t>《</a:t>
              </a:r>
              <a:r>
                <a:rPr lang="zh-CN" altLang="en-US" dirty="0">
                  <a:latin typeface="微软雅黑" panose="020B0503020204020204" pitchFamily="34" charset="-122"/>
                  <a:ea typeface="微软雅黑" panose="020B0503020204020204" pitchFamily="34" charset="-122"/>
                  <a:cs typeface="+mn-ea"/>
                  <a:sym typeface="+mn-lt"/>
                </a:rPr>
                <a:t>聊斋志异</a:t>
              </a:r>
              <a:r>
                <a:rPr lang="en-US" altLang="zh-CN" dirty="0">
                  <a:latin typeface="微软雅黑" panose="020B0503020204020204" pitchFamily="34" charset="-122"/>
                  <a:ea typeface="微软雅黑" panose="020B0503020204020204" pitchFamily="34" charset="-122"/>
                  <a:cs typeface="+mn-ea"/>
                  <a:sym typeface="+mn-lt"/>
                </a:rPr>
                <a:t>》</a:t>
              </a:r>
              <a:r>
                <a:rPr lang="zh-CN" altLang="en-US" dirty="0">
                  <a:latin typeface="微软雅黑" panose="020B0503020204020204" pitchFamily="34" charset="-122"/>
                  <a:ea typeface="微软雅黑" panose="020B0503020204020204" pitchFamily="34" charset="-122"/>
                  <a:cs typeface="+mn-ea"/>
                  <a:sym typeface="+mn-lt"/>
                </a:rPr>
                <a:t>是清代小说家蒲松龄创作的文言短篇小说集，该书共收录小说近</a:t>
              </a:r>
              <a:r>
                <a:rPr lang="en-US" altLang="zh-CN" dirty="0">
                  <a:latin typeface="微软雅黑" panose="020B0503020204020204" pitchFamily="34" charset="-122"/>
                  <a:ea typeface="微软雅黑" panose="020B0503020204020204" pitchFamily="34" charset="-122"/>
                  <a:cs typeface="+mn-ea"/>
                  <a:sym typeface="+mn-lt"/>
                </a:rPr>
                <a:t>500</a:t>
              </a:r>
              <a:r>
                <a:rPr lang="zh-CN" altLang="en-US" dirty="0">
                  <a:latin typeface="微软雅黑" panose="020B0503020204020204" pitchFamily="34" charset="-122"/>
                  <a:ea typeface="微软雅黑" panose="020B0503020204020204" pitchFamily="34" charset="-122"/>
                  <a:cs typeface="+mn-ea"/>
                  <a:sym typeface="+mn-lt"/>
                </a:rPr>
                <a:t>篇，以写花妖狐魅、畸人异行著称于世，包括民俗民习、奇谈异闻、世间万物的奇异变幻，郭沫若评价其为“写鬼写妖高人一等，刺贪刺虐入骨三分”。</a:t>
              </a:r>
            </a:p>
          </p:txBody>
        </p:sp>
      </p:grpSp>
    </p:spTree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 advTm="3000">
        <p15:prstTrans prst="pageCurlDouble"/>
      </p:transition>
    </mc:Choice>
    <mc:Fallback xmlns="">
      <p:transition spd="slow" advTm="3000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down)">
                                      <p:cBhvr>
                                        <p:cTn id="8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" fill="hold">
                            <p:stCondLst>
                              <p:cond delay="500"/>
                            </p:stCondLst>
                            <p:childTnLst>
                              <p:par>
                                <p:cTn id="10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" fill="hold">
                            <p:stCondLst>
                              <p:cond delay="1500"/>
                            </p:stCondLst>
                            <p:childTnLst>
                              <p:par>
                                <p:cTn id="16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10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9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1" fill="hold">
                            <p:stCondLst>
                              <p:cond delay="2500"/>
                            </p:stCondLst>
                            <p:childTnLst>
                              <p:par>
                                <p:cTn id="22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1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5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7" fill="hold">
                            <p:stCondLst>
                              <p:cond delay="3500"/>
                            </p:stCondLst>
                            <p:childTnLst>
                              <p:par>
                                <p:cTn id="28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10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1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2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3" fill="hold">
                            <p:stCondLst>
                              <p:cond delay="4500"/>
                            </p:stCondLst>
                            <p:childTnLst>
                              <p:par>
                                <p:cTn id="34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7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8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9" fill="hold">
                            <p:stCondLst>
                              <p:cond delay="5500"/>
                            </p:stCondLst>
                            <p:childTnLst>
                              <p:par>
                                <p:cTn id="40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3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4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/>
      <p:bldP spid="5" grpId="0"/>
      <p:bldP spid="9" grpId="0"/>
      <p:bldP spid="7" grpId="0"/>
      <p:bldP spid="8" grpId="0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标题 1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（五）</a:t>
            </a:r>
            <a:r>
              <a:rPr lang="en-US" altLang="zh-CN"/>
              <a:t>《</a:t>
            </a:r>
            <a:r>
              <a:rPr lang="zh-CN" altLang="en-US"/>
              <a:t>罗刹海市</a:t>
            </a:r>
            <a:r>
              <a:rPr lang="en-US" altLang="zh-CN"/>
              <a:t>》</a:t>
            </a:r>
            <a:r>
              <a:rPr lang="zh-CN" altLang="en-US"/>
              <a:t>里的人性思考</a:t>
            </a:r>
          </a:p>
        </p:txBody>
      </p:sp>
      <p:grpSp>
        <p:nvGrpSpPr>
          <p:cNvPr id="10" name="组合 9"/>
          <p:cNvGrpSpPr/>
          <p:nvPr/>
        </p:nvGrpSpPr>
        <p:grpSpPr>
          <a:xfrm>
            <a:off x="861790" y="1278905"/>
            <a:ext cx="4795799" cy="2112515"/>
            <a:chOff x="697567" y="1140081"/>
            <a:chExt cx="3796588" cy="2825140"/>
          </a:xfrm>
        </p:grpSpPr>
        <p:grpSp>
          <p:nvGrpSpPr>
            <p:cNvPr id="11" name="组合 10"/>
            <p:cNvGrpSpPr/>
            <p:nvPr/>
          </p:nvGrpSpPr>
          <p:grpSpPr>
            <a:xfrm>
              <a:off x="697567" y="1140081"/>
              <a:ext cx="3796588" cy="2825140"/>
              <a:chOff x="625139" y="1547487"/>
              <a:chExt cx="3796588" cy="2825140"/>
            </a:xfrm>
          </p:grpSpPr>
          <p:sp>
            <p:nvSpPr>
              <p:cNvPr id="15" name="圆角矩形 227"/>
              <p:cNvSpPr/>
              <p:nvPr/>
            </p:nvSpPr>
            <p:spPr>
              <a:xfrm>
                <a:off x="625139" y="1547487"/>
                <a:ext cx="3796588" cy="2825140"/>
              </a:xfrm>
              <a:prstGeom prst="roundRect">
                <a:avLst>
                  <a:gd name="adj" fmla="val 0"/>
                </a:avLst>
              </a:prstGeom>
              <a:solidFill>
                <a:schemeClr val="bg1"/>
              </a:solidFill>
              <a:ln w="7620" cap="flat">
                <a:solidFill>
                  <a:schemeClr val="bg1">
                    <a:lumMod val="75000"/>
                  </a:schemeClr>
                </a:solidFill>
                <a:custDash>
                  <a:ds d="380000" sp="120000"/>
                </a:custDash>
                <a:bevel/>
              </a:ln>
            </p:spPr>
            <p:txBody>
              <a:bodyPr wrap="square" lIns="0" tIns="0" rIns="0" bIns="0" rtlCol="0" anchor="ctr"/>
              <a:lstStyle/>
              <a:p>
                <a:endParaRPr sz="730" dirty="0">
                  <a:solidFill>
                    <a:srgbClr val="3E3938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+mn-ea"/>
                  <a:sym typeface="+mn-lt"/>
                </a:endParaRPr>
              </a:p>
            </p:txBody>
          </p:sp>
          <p:sp>
            <p:nvSpPr>
              <p:cNvPr id="16" name="任意多边形 228"/>
              <p:cNvSpPr/>
              <p:nvPr/>
            </p:nvSpPr>
            <p:spPr>
              <a:xfrm>
                <a:off x="1366921" y="1697600"/>
                <a:ext cx="2334721" cy="484773"/>
              </a:xfrm>
              <a:custGeom>
                <a:avLst/>
                <a:gdLst>
                  <a:gd name="rtl" fmla="*/ 30400 w 2432000"/>
                  <a:gd name="rtt" fmla="*/ 30400 h 359055"/>
                  <a:gd name="rtr" fmla="*/ 2401600 w 2432000"/>
                  <a:gd name="rtb" fmla="*/ 328655 h 359055"/>
                </a:gdLst>
                <a:ahLst/>
                <a:cxnLst/>
                <a:rect l="rtl" t="rtt" r="rtr" b="rtb"/>
                <a:pathLst>
                  <a:path w="2432000" h="359055">
                    <a:moveTo>
                      <a:pt x="179527" y="359055"/>
                    </a:moveTo>
                    <a:lnTo>
                      <a:pt x="2252473" y="359055"/>
                    </a:lnTo>
                    <a:cubicBezTo>
                      <a:pt x="2351622" y="359055"/>
                      <a:pt x="2432000" y="278681"/>
                      <a:pt x="2432000" y="179527"/>
                    </a:cubicBezTo>
                    <a:cubicBezTo>
                      <a:pt x="2432000" y="80375"/>
                      <a:pt x="2351622" y="0"/>
                      <a:pt x="2252473" y="0"/>
                    </a:cubicBezTo>
                    <a:lnTo>
                      <a:pt x="179527" y="0"/>
                    </a:lnTo>
                    <a:cubicBezTo>
                      <a:pt x="80375" y="0"/>
                      <a:pt x="0" y="80375"/>
                      <a:pt x="0" y="179527"/>
                    </a:cubicBezTo>
                    <a:cubicBezTo>
                      <a:pt x="0" y="278681"/>
                      <a:pt x="80375" y="359055"/>
                      <a:pt x="179527" y="359055"/>
                    </a:cubicBezTo>
                    <a:close/>
                  </a:path>
                </a:pathLst>
              </a:custGeom>
              <a:solidFill>
                <a:schemeClr val="accent1"/>
              </a:solidFill>
              <a:ln w="15200" cap="flat">
                <a:noFill/>
                <a:bevel/>
              </a:ln>
            </p:spPr>
            <p:txBody>
              <a:bodyPr wrap="square" lIns="36000" tIns="0" rIns="36000" bIns="0" rtlCol="0" anchor="ctr"/>
              <a:lstStyle/>
              <a:p>
                <a:pPr algn="ctr">
                  <a:lnSpc>
                    <a:spcPct val="100000"/>
                  </a:lnSpc>
                </a:pPr>
                <a:endParaRPr sz="1020" b="1" dirty="0">
                  <a:solidFill>
                    <a:srgbClr val="FFFFFF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+mn-ea"/>
                  <a:sym typeface="+mn-lt"/>
                </a:endParaRPr>
              </a:p>
            </p:txBody>
          </p:sp>
        </p:grpSp>
        <p:sp>
          <p:nvSpPr>
            <p:cNvPr id="12" name="TextBox 11"/>
            <p:cNvSpPr txBox="1"/>
            <p:nvPr/>
          </p:nvSpPr>
          <p:spPr>
            <a:xfrm>
              <a:off x="1619158" y="1289019"/>
              <a:ext cx="1975104" cy="479515"/>
            </a:xfrm>
            <a:prstGeom prst="rect">
              <a:avLst/>
            </a:prstGeom>
            <a:noFill/>
          </p:spPr>
          <p:txBody>
            <a:bodyPr wrap="square" rtlCol="0">
              <a:spAutoFit/>
              <a:scene3d>
                <a:camera prst="orthographicFront"/>
                <a:lightRig rig="threePt" dir="t"/>
              </a:scene3d>
              <a:sp3d contourW="12700"/>
            </a:bodyPr>
            <a:lstStyle/>
            <a:p>
              <a:pPr algn="ctr"/>
              <a:r>
                <a:rPr lang="zh-CN" altLang="en-US" sz="1730" b="1" dirty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+mn-ea"/>
                  <a:sym typeface="+mn-lt"/>
                </a:rPr>
                <a:t>河水流过苟苟营</a:t>
              </a:r>
            </a:p>
          </p:txBody>
        </p:sp>
        <p:sp>
          <p:nvSpPr>
            <p:cNvPr id="13" name="TextBox 12"/>
            <p:cNvSpPr txBox="1"/>
            <p:nvPr>
              <p:custDataLst>
                <p:tags r:id="rId2"/>
              </p:custDataLst>
            </p:nvPr>
          </p:nvSpPr>
          <p:spPr>
            <a:xfrm>
              <a:off x="994943" y="1843539"/>
              <a:ext cx="3203699" cy="1854259"/>
            </a:xfrm>
            <a:prstGeom prst="rect">
              <a:avLst/>
            </a:prstGeom>
            <a:noFill/>
          </p:spPr>
          <p:txBody>
            <a:bodyPr wrap="square" rtlCol="0">
              <a:spAutoFit/>
              <a:scene3d>
                <a:camera prst="orthographicFront"/>
                <a:lightRig rig="threePt" dir="t"/>
              </a:scene3d>
              <a:sp3d contourW="12700"/>
            </a:bodyPr>
            <a:lstStyle/>
            <a:p>
              <a:pPr>
                <a:lnSpc>
                  <a:spcPct val="150000"/>
                </a:lnSpc>
              </a:pPr>
              <a:r>
                <a:rPr lang="zh-CN" altLang="en-US" sz="1440" dirty="0">
                  <a:latin typeface="微软雅黑" panose="020B0503020204020204" pitchFamily="34" charset="-122"/>
                  <a:ea typeface="微软雅黑" panose="020B0503020204020204" pitchFamily="34" charset="-122"/>
                  <a:cs typeface="+mn-ea"/>
                  <a:sym typeface="+mn-lt"/>
                </a:rPr>
                <a:t>在这“一丘之貉”的罗刹国的岁月长河中，有一个苟苟营，什么是“苟苟营”？即蝇营狗苟！意为像狗一样无耻，像苍蝇一样逐臭，比喻罗刹国到处钻营</a:t>
              </a:r>
              <a:r>
                <a:rPr lang="en-US" altLang="zh-CN" sz="1440" dirty="0">
                  <a:latin typeface="微软雅黑" panose="020B0503020204020204" pitchFamily="34" charset="-122"/>
                  <a:ea typeface="微软雅黑" panose="020B0503020204020204" pitchFamily="34" charset="-122"/>
                  <a:cs typeface="+mn-ea"/>
                  <a:sym typeface="+mn-lt"/>
                </a:rPr>
                <a:t>,</a:t>
              </a:r>
              <a:r>
                <a:rPr lang="zh-CN" altLang="en-US" sz="1440" dirty="0">
                  <a:latin typeface="微软雅黑" panose="020B0503020204020204" pitchFamily="34" charset="-122"/>
                  <a:ea typeface="微软雅黑" panose="020B0503020204020204" pitchFamily="34" charset="-122"/>
                  <a:cs typeface="+mn-ea"/>
                  <a:sym typeface="+mn-lt"/>
                </a:rPr>
                <a:t>无道德底线，而且手段卑劣。</a:t>
              </a:r>
            </a:p>
          </p:txBody>
        </p:sp>
      </p:grpSp>
      <p:grpSp>
        <p:nvGrpSpPr>
          <p:cNvPr id="4" name="组合 3"/>
          <p:cNvGrpSpPr/>
          <p:nvPr/>
        </p:nvGrpSpPr>
        <p:grpSpPr>
          <a:xfrm>
            <a:off x="6477626" y="1316485"/>
            <a:ext cx="4795799" cy="2112516"/>
            <a:chOff x="-468527" y="1140081"/>
            <a:chExt cx="3796588" cy="2825140"/>
          </a:xfrm>
        </p:grpSpPr>
        <p:grpSp>
          <p:nvGrpSpPr>
            <p:cNvPr id="6" name="组合 5"/>
            <p:cNvGrpSpPr/>
            <p:nvPr/>
          </p:nvGrpSpPr>
          <p:grpSpPr>
            <a:xfrm>
              <a:off x="-468527" y="1140081"/>
              <a:ext cx="3796588" cy="2825140"/>
              <a:chOff x="-540955" y="1547487"/>
              <a:chExt cx="3796588" cy="2825140"/>
            </a:xfrm>
          </p:grpSpPr>
          <p:sp>
            <p:nvSpPr>
              <p:cNvPr id="19" name="圆角矩形 227"/>
              <p:cNvSpPr/>
              <p:nvPr/>
            </p:nvSpPr>
            <p:spPr>
              <a:xfrm>
                <a:off x="-540955" y="1547487"/>
                <a:ext cx="3796588" cy="2825140"/>
              </a:xfrm>
              <a:prstGeom prst="roundRect">
                <a:avLst>
                  <a:gd name="adj" fmla="val 0"/>
                </a:avLst>
              </a:prstGeom>
              <a:solidFill>
                <a:schemeClr val="bg1"/>
              </a:solidFill>
              <a:ln w="7620" cap="flat">
                <a:solidFill>
                  <a:schemeClr val="bg1">
                    <a:lumMod val="75000"/>
                  </a:schemeClr>
                </a:solidFill>
                <a:custDash>
                  <a:ds d="380000" sp="120000"/>
                </a:custDash>
                <a:bevel/>
              </a:ln>
            </p:spPr>
            <p:txBody>
              <a:bodyPr wrap="square" lIns="0" tIns="0" rIns="0" bIns="0" rtlCol="0" anchor="ctr"/>
              <a:lstStyle/>
              <a:p>
                <a:endParaRPr sz="730" dirty="0">
                  <a:solidFill>
                    <a:srgbClr val="3E3938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+mn-ea"/>
                  <a:sym typeface="+mn-lt"/>
                </a:endParaRPr>
              </a:p>
            </p:txBody>
          </p:sp>
          <p:sp>
            <p:nvSpPr>
              <p:cNvPr id="20" name="任意多边形 228"/>
              <p:cNvSpPr/>
              <p:nvPr/>
            </p:nvSpPr>
            <p:spPr>
              <a:xfrm>
                <a:off x="-52824" y="1693406"/>
                <a:ext cx="2983033" cy="465099"/>
              </a:xfrm>
              <a:custGeom>
                <a:avLst/>
                <a:gdLst>
                  <a:gd name="rtl" fmla="*/ 30400 w 2432000"/>
                  <a:gd name="rtt" fmla="*/ 30400 h 359055"/>
                  <a:gd name="rtr" fmla="*/ 2401600 w 2432000"/>
                  <a:gd name="rtb" fmla="*/ 328655 h 359055"/>
                </a:gdLst>
                <a:ahLst/>
                <a:cxnLst/>
                <a:rect l="rtl" t="rtt" r="rtr" b="rtb"/>
                <a:pathLst>
                  <a:path w="2432000" h="359055">
                    <a:moveTo>
                      <a:pt x="179527" y="359055"/>
                    </a:moveTo>
                    <a:lnTo>
                      <a:pt x="2252473" y="359055"/>
                    </a:lnTo>
                    <a:cubicBezTo>
                      <a:pt x="2351622" y="359055"/>
                      <a:pt x="2432000" y="278681"/>
                      <a:pt x="2432000" y="179527"/>
                    </a:cubicBezTo>
                    <a:cubicBezTo>
                      <a:pt x="2432000" y="80375"/>
                      <a:pt x="2351622" y="0"/>
                      <a:pt x="2252473" y="0"/>
                    </a:cubicBezTo>
                    <a:lnTo>
                      <a:pt x="179527" y="0"/>
                    </a:lnTo>
                    <a:cubicBezTo>
                      <a:pt x="80375" y="0"/>
                      <a:pt x="0" y="80375"/>
                      <a:pt x="0" y="179527"/>
                    </a:cubicBezTo>
                    <a:cubicBezTo>
                      <a:pt x="0" y="278681"/>
                      <a:pt x="80375" y="359055"/>
                      <a:pt x="179527" y="359055"/>
                    </a:cubicBezTo>
                    <a:close/>
                  </a:path>
                </a:pathLst>
              </a:custGeom>
              <a:solidFill>
                <a:schemeClr val="accent1"/>
              </a:solidFill>
              <a:ln w="15200" cap="flat">
                <a:noFill/>
                <a:bevel/>
              </a:ln>
            </p:spPr>
            <p:txBody>
              <a:bodyPr wrap="square" lIns="36000" tIns="0" rIns="36000" bIns="0" rtlCol="0" anchor="ctr"/>
              <a:lstStyle/>
              <a:p>
                <a:pPr algn="ctr">
                  <a:lnSpc>
                    <a:spcPct val="100000"/>
                  </a:lnSpc>
                </a:pPr>
                <a:endParaRPr sz="1020" b="1" dirty="0">
                  <a:solidFill>
                    <a:srgbClr val="FFFFFF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+mn-ea"/>
                  <a:sym typeface="+mn-lt"/>
                </a:endParaRPr>
              </a:p>
            </p:txBody>
          </p:sp>
        </p:grpSp>
        <p:sp>
          <p:nvSpPr>
            <p:cNvPr id="17" name="TextBox 11"/>
            <p:cNvSpPr txBox="1"/>
            <p:nvPr/>
          </p:nvSpPr>
          <p:spPr>
            <a:xfrm>
              <a:off x="148098" y="1284825"/>
              <a:ext cx="2726048" cy="479515"/>
            </a:xfrm>
            <a:prstGeom prst="rect">
              <a:avLst/>
            </a:prstGeom>
            <a:noFill/>
          </p:spPr>
          <p:txBody>
            <a:bodyPr wrap="square" rtlCol="0">
              <a:spAutoFit/>
              <a:scene3d>
                <a:camera prst="orthographicFront"/>
                <a:lightRig rig="threePt" dir="t"/>
              </a:scene3d>
              <a:sp3d contourW="12700"/>
            </a:bodyPr>
            <a:lstStyle/>
            <a:p>
              <a:pPr algn="ctr"/>
              <a:r>
                <a:rPr lang="zh-CN" altLang="en-US" sz="1730" b="1" dirty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+mn-ea"/>
                  <a:sym typeface="+mn-lt"/>
                </a:rPr>
                <a:t>他见这罗刹国里常颠倒</a:t>
              </a:r>
            </a:p>
          </p:txBody>
        </p:sp>
        <p:sp>
          <p:nvSpPr>
            <p:cNvPr id="18" name="TextBox 17"/>
            <p:cNvSpPr txBox="1"/>
            <p:nvPr>
              <p:custDataLst>
                <p:tags r:id="rId1"/>
              </p:custDataLst>
            </p:nvPr>
          </p:nvSpPr>
          <p:spPr>
            <a:xfrm>
              <a:off x="-161237" y="1918646"/>
              <a:ext cx="3203699" cy="1414704"/>
            </a:xfrm>
            <a:prstGeom prst="rect">
              <a:avLst/>
            </a:prstGeom>
            <a:noFill/>
          </p:spPr>
          <p:txBody>
            <a:bodyPr wrap="square" rtlCol="0">
              <a:spAutoFit/>
              <a:scene3d>
                <a:camera prst="orthographicFront"/>
                <a:lightRig rig="threePt" dir="t"/>
              </a:scene3d>
              <a:sp3d contourW="12700"/>
            </a:bodyPr>
            <a:lstStyle/>
            <a:p>
              <a:pPr>
                <a:lnSpc>
                  <a:spcPct val="150000"/>
                </a:lnSpc>
              </a:pPr>
              <a:r>
                <a:rPr lang="zh-CN" altLang="en-US" sz="1440" dirty="0">
                  <a:latin typeface="微软雅黑" panose="020B0503020204020204" pitchFamily="34" charset="-122"/>
                  <a:ea typeface="微软雅黑" panose="020B0503020204020204" pitchFamily="34" charset="-122"/>
                  <a:cs typeface="+mn-ea"/>
                  <a:sym typeface="+mn-lt"/>
                </a:rPr>
                <a:t>这句话好理解：马骥见到这罗刹国里黑白颠倒、是非不分，好的被说成不好的，不好的被说成好的，一片乌烟瘴气。</a:t>
              </a:r>
            </a:p>
          </p:txBody>
        </p:sp>
      </p:grpSp>
      <p:grpSp>
        <p:nvGrpSpPr>
          <p:cNvPr id="21" name="组合 20"/>
          <p:cNvGrpSpPr/>
          <p:nvPr/>
        </p:nvGrpSpPr>
        <p:grpSpPr>
          <a:xfrm>
            <a:off x="764088" y="3540167"/>
            <a:ext cx="10419567" cy="2885685"/>
            <a:chOff x="930787" y="1486439"/>
            <a:chExt cx="4745735" cy="3126043"/>
          </a:xfrm>
        </p:grpSpPr>
        <p:grpSp>
          <p:nvGrpSpPr>
            <p:cNvPr id="22" name="组合 21"/>
            <p:cNvGrpSpPr/>
            <p:nvPr/>
          </p:nvGrpSpPr>
          <p:grpSpPr>
            <a:xfrm>
              <a:off x="930787" y="1486439"/>
              <a:ext cx="4745735" cy="3126043"/>
              <a:chOff x="858359" y="1893845"/>
              <a:chExt cx="4745735" cy="3126043"/>
            </a:xfrm>
          </p:grpSpPr>
          <p:sp>
            <p:nvSpPr>
              <p:cNvPr id="25" name="圆角矩形 227"/>
              <p:cNvSpPr/>
              <p:nvPr/>
            </p:nvSpPr>
            <p:spPr>
              <a:xfrm>
                <a:off x="858359" y="1893845"/>
                <a:ext cx="4745735" cy="3126043"/>
              </a:xfrm>
              <a:prstGeom prst="roundRect">
                <a:avLst>
                  <a:gd name="adj" fmla="val 0"/>
                </a:avLst>
              </a:prstGeom>
              <a:solidFill>
                <a:schemeClr val="bg1"/>
              </a:solidFill>
              <a:ln w="9525" cap="flat">
                <a:solidFill>
                  <a:schemeClr val="bg1">
                    <a:lumMod val="75000"/>
                  </a:schemeClr>
                </a:solidFill>
                <a:custDash>
                  <a:ds d="380000" sp="120000"/>
                </a:custDash>
                <a:bevel/>
              </a:ln>
            </p:spPr>
            <p:txBody>
              <a:bodyPr wrap="square" lIns="0" tIns="0" rIns="0" bIns="0" rtlCol="0" anchor="ctr"/>
              <a:lstStyle/>
              <a:p>
                <a:endParaRPr sz="900" dirty="0">
                  <a:solidFill>
                    <a:srgbClr val="3E3938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+mn-ea"/>
                  <a:sym typeface="+mn-lt"/>
                </a:endParaRPr>
              </a:p>
            </p:txBody>
          </p:sp>
          <p:sp>
            <p:nvSpPr>
              <p:cNvPr id="26" name="任意多边形 228"/>
              <p:cNvSpPr/>
              <p:nvPr/>
            </p:nvSpPr>
            <p:spPr>
              <a:xfrm>
                <a:off x="2016266" y="2243759"/>
                <a:ext cx="2429921" cy="430866"/>
              </a:xfrm>
              <a:custGeom>
                <a:avLst/>
                <a:gdLst>
                  <a:gd name="rtl" fmla="*/ 30400 w 2432000"/>
                  <a:gd name="rtt" fmla="*/ 30400 h 359055"/>
                  <a:gd name="rtr" fmla="*/ 2401600 w 2432000"/>
                  <a:gd name="rtb" fmla="*/ 328655 h 359055"/>
                </a:gdLst>
                <a:ahLst/>
                <a:cxnLst/>
                <a:rect l="rtl" t="rtt" r="rtr" b="rtb"/>
                <a:pathLst>
                  <a:path w="2432000" h="359055">
                    <a:moveTo>
                      <a:pt x="179527" y="359055"/>
                    </a:moveTo>
                    <a:lnTo>
                      <a:pt x="2252473" y="359055"/>
                    </a:lnTo>
                    <a:cubicBezTo>
                      <a:pt x="2351622" y="359055"/>
                      <a:pt x="2432000" y="278681"/>
                      <a:pt x="2432000" y="179527"/>
                    </a:cubicBezTo>
                    <a:cubicBezTo>
                      <a:pt x="2432000" y="80375"/>
                      <a:pt x="2351622" y="0"/>
                      <a:pt x="2252473" y="0"/>
                    </a:cubicBezTo>
                    <a:lnTo>
                      <a:pt x="179527" y="0"/>
                    </a:lnTo>
                    <a:cubicBezTo>
                      <a:pt x="80375" y="0"/>
                      <a:pt x="0" y="80375"/>
                      <a:pt x="0" y="179527"/>
                    </a:cubicBezTo>
                    <a:cubicBezTo>
                      <a:pt x="0" y="278681"/>
                      <a:pt x="80375" y="359055"/>
                      <a:pt x="179527" y="359055"/>
                    </a:cubicBezTo>
                    <a:close/>
                  </a:path>
                </a:pathLst>
              </a:custGeom>
              <a:solidFill>
                <a:schemeClr val="accent1"/>
              </a:solidFill>
              <a:ln w="15200" cap="flat">
                <a:noFill/>
                <a:bevel/>
              </a:ln>
            </p:spPr>
            <p:txBody>
              <a:bodyPr wrap="square" lIns="36000" tIns="0" rIns="36000" bIns="0" rtlCol="0" anchor="ctr"/>
              <a:lstStyle/>
              <a:p>
                <a:pPr algn="ctr">
                  <a:lnSpc>
                    <a:spcPct val="100000"/>
                  </a:lnSpc>
                </a:pPr>
                <a:endParaRPr sz="1200" b="1" dirty="0">
                  <a:solidFill>
                    <a:srgbClr val="FFFFFF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+mn-ea"/>
                  <a:sym typeface="+mn-lt"/>
                </a:endParaRPr>
              </a:p>
            </p:txBody>
          </p:sp>
        </p:grpSp>
        <p:sp>
          <p:nvSpPr>
            <p:cNvPr id="23" name="TextBox 11"/>
            <p:cNvSpPr txBox="1"/>
            <p:nvPr/>
          </p:nvSpPr>
          <p:spPr>
            <a:xfrm>
              <a:off x="2193363" y="1834883"/>
              <a:ext cx="2220584" cy="433436"/>
            </a:xfrm>
            <a:prstGeom prst="rect">
              <a:avLst/>
            </a:prstGeom>
            <a:noFill/>
          </p:spPr>
          <p:txBody>
            <a:bodyPr wrap="square" rtlCol="0">
              <a:spAutoFit/>
              <a:scene3d>
                <a:camera prst="orthographicFront"/>
                <a:lightRig rig="threePt" dir="t"/>
              </a:scene3d>
              <a:sp3d contourW="12700"/>
            </a:bodyPr>
            <a:lstStyle/>
            <a:p>
              <a:pPr algn="ctr"/>
              <a:r>
                <a:rPr lang="zh-CN" altLang="en-US" sz="2000" b="1" dirty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+mn-ea"/>
                  <a:sym typeface="+mn-lt"/>
                </a:rPr>
                <a:t>西边的欧钢有老板，生儿维特根斯坦</a:t>
              </a:r>
            </a:p>
          </p:txBody>
        </p:sp>
        <p:sp>
          <p:nvSpPr>
            <p:cNvPr id="24" name="文本框 23"/>
            <p:cNvSpPr txBox="1"/>
            <p:nvPr/>
          </p:nvSpPr>
          <p:spPr>
            <a:xfrm>
              <a:off x="1084093" y="2459646"/>
              <a:ext cx="4466120" cy="1657754"/>
            </a:xfrm>
            <a:prstGeom prst="rect">
              <a:avLst/>
            </a:prstGeom>
            <a:noFill/>
          </p:spPr>
          <p:txBody>
            <a:bodyPr wrap="square" rtlCol="0">
              <a:spAutoFit/>
              <a:scene3d>
                <a:camera prst="orthographicFront"/>
                <a:lightRig rig="threePt" dir="t"/>
              </a:scene3d>
              <a:sp3d contourW="12700"/>
            </a:bodyPr>
            <a:lstStyle/>
            <a:p>
              <a:pPr>
                <a:lnSpc>
                  <a:spcPct val="150000"/>
                </a:lnSpc>
              </a:pPr>
              <a:r>
                <a:rPr lang="zh-CN" altLang="en-US" sz="1600" dirty="0">
                  <a:latin typeface="微软雅黑" panose="020B0503020204020204" pitchFamily="34" charset="-122"/>
                  <a:ea typeface="微软雅黑" panose="020B0503020204020204" pitchFamily="34" charset="-122"/>
                  <a:cs typeface="+mn-ea"/>
                  <a:sym typeface="+mn-lt"/>
                </a:rPr>
                <a:t>罗刹国西边的欧洲有个钢铁企业家，生了个名字叫做维特根斯坦的哲学家儿子。这个维特根斯坦是真有其人，维特根斯坦的早期观点之一就是人类的语言在哲学上被大量误用，</a:t>
              </a:r>
            </a:p>
            <a:p>
              <a:pPr>
                <a:lnSpc>
                  <a:spcPct val="150000"/>
                </a:lnSpc>
              </a:pPr>
              <a:r>
                <a:rPr lang="zh-CN" altLang="en-US" sz="1600" dirty="0">
                  <a:latin typeface="微软雅黑" panose="020B0503020204020204" pitchFamily="34" charset="-122"/>
                  <a:ea typeface="微软雅黑" panose="020B0503020204020204" pitchFamily="34" charset="-122"/>
                  <a:cs typeface="+mn-ea"/>
                  <a:sym typeface="+mn-lt"/>
                </a:rPr>
                <a:t>因为语言的限制会导致信息的丢失和误解，所以“对于不可说的东西，我们必须保持沉默”，</a:t>
              </a:r>
              <a:r>
                <a:rPr lang="en-US" altLang="zh-CN" sz="1600" dirty="0">
                  <a:latin typeface="微软雅黑" panose="020B0503020204020204" pitchFamily="34" charset="-122"/>
                  <a:ea typeface="微软雅黑" panose="020B0503020204020204" pitchFamily="34" charset="-122"/>
                  <a:cs typeface="+mn-ea"/>
                  <a:sym typeface="+mn-lt"/>
                </a:rPr>
                <a:t>《</a:t>
              </a:r>
              <a:r>
                <a:rPr lang="zh-CN" altLang="en-US" sz="1600" dirty="0">
                  <a:latin typeface="微软雅黑" panose="020B0503020204020204" pitchFamily="34" charset="-122"/>
                  <a:ea typeface="微软雅黑" panose="020B0503020204020204" pitchFamily="34" charset="-122"/>
                  <a:cs typeface="+mn-ea"/>
                  <a:sym typeface="+mn-lt"/>
                </a:rPr>
                <a:t>罗刹海市</a:t>
              </a:r>
              <a:r>
                <a:rPr lang="en-US" altLang="zh-CN" sz="1600" dirty="0">
                  <a:latin typeface="微软雅黑" panose="020B0503020204020204" pitchFamily="34" charset="-122"/>
                  <a:ea typeface="微软雅黑" panose="020B0503020204020204" pitchFamily="34" charset="-122"/>
                  <a:cs typeface="+mn-ea"/>
                  <a:sym typeface="+mn-lt"/>
                </a:rPr>
                <a:t>》</a:t>
              </a:r>
              <a:r>
                <a:rPr lang="zh-CN" altLang="en-US" sz="1600" dirty="0">
                  <a:latin typeface="微软雅黑" panose="020B0503020204020204" pitchFamily="34" charset="-122"/>
                  <a:ea typeface="微软雅黑" panose="020B0503020204020204" pitchFamily="34" charset="-122"/>
                  <a:cs typeface="+mn-ea"/>
                  <a:sym typeface="+mn-lt"/>
                </a:rPr>
                <a:t>引入这位哲学家，足见作者的思想没有离开过现实，某种程度上穿透了现实的表层。</a:t>
              </a:r>
            </a:p>
          </p:txBody>
        </p:sp>
      </p:grpSp>
    </p:spTree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2000" advTm="3000">
        <p15:prstTrans prst="prestige"/>
      </p:transition>
    </mc:Choice>
    <mc:Fallback xmlns="">
      <p:transition spd="slow" advTm="3000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down)">
                                      <p:cBhvr>
                                        <p:cTn id="8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" fill="hold">
                            <p:stCondLst>
                              <p:cond delay="500"/>
                            </p:stCondLst>
                            <p:childTnLst>
                              <p:par>
                                <p:cTn id="10" presetID="1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500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down)">
                                      <p:cBhvr>
                                        <p:cTn id="13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" fill="hold">
                            <p:stCondLst>
                              <p:cond delay="1000"/>
                            </p:stCondLst>
                            <p:childTnLst>
                              <p:par>
                                <p:cTn id="15" presetID="1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down)">
                                      <p:cBhvr>
                                        <p:cTn id="18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标题 1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（五）</a:t>
            </a:r>
            <a:r>
              <a:rPr lang="en-US" altLang="zh-CN"/>
              <a:t>《</a:t>
            </a:r>
            <a:r>
              <a:rPr lang="zh-CN" altLang="en-US"/>
              <a:t>罗刹海市</a:t>
            </a:r>
            <a:r>
              <a:rPr lang="en-US" altLang="zh-CN"/>
              <a:t>》</a:t>
            </a:r>
            <a:r>
              <a:rPr lang="zh-CN" altLang="en-US"/>
              <a:t>里的人性思考</a:t>
            </a:r>
          </a:p>
        </p:txBody>
      </p:sp>
      <p:grpSp>
        <p:nvGrpSpPr>
          <p:cNvPr id="21" name="组合 20"/>
          <p:cNvGrpSpPr/>
          <p:nvPr/>
        </p:nvGrpSpPr>
        <p:grpSpPr>
          <a:xfrm>
            <a:off x="895611" y="1678486"/>
            <a:ext cx="10400778" cy="2116899"/>
            <a:chOff x="1091958" y="2075012"/>
            <a:chExt cx="4404377" cy="2293223"/>
          </a:xfrm>
        </p:grpSpPr>
        <p:grpSp>
          <p:nvGrpSpPr>
            <p:cNvPr id="22" name="组合 21"/>
            <p:cNvGrpSpPr/>
            <p:nvPr/>
          </p:nvGrpSpPr>
          <p:grpSpPr>
            <a:xfrm>
              <a:off x="1091958" y="2075012"/>
              <a:ext cx="4404377" cy="2293223"/>
              <a:chOff x="1019530" y="2482418"/>
              <a:chExt cx="4404377" cy="2293223"/>
            </a:xfrm>
          </p:grpSpPr>
          <p:sp>
            <p:nvSpPr>
              <p:cNvPr id="25" name="圆角矩形 227"/>
              <p:cNvSpPr/>
              <p:nvPr/>
            </p:nvSpPr>
            <p:spPr>
              <a:xfrm>
                <a:off x="1019530" y="2482418"/>
                <a:ext cx="4404377" cy="2293223"/>
              </a:xfrm>
              <a:prstGeom prst="roundRect">
                <a:avLst>
                  <a:gd name="adj" fmla="val 0"/>
                </a:avLst>
              </a:prstGeom>
              <a:solidFill>
                <a:schemeClr val="bg1"/>
              </a:solidFill>
              <a:ln w="9525" cap="flat">
                <a:solidFill>
                  <a:schemeClr val="bg1">
                    <a:lumMod val="75000"/>
                  </a:schemeClr>
                </a:solidFill>
                <a:custDash>
                  <a:ds d="380000" sp="120000"/>
                </a:custDash>
                <a:bevel/>
              </a:ln>
            </p:spPr>
            <p:txBody>
              <a:bodyPr wrap="square" lIns="0" tIns="0" rIns="0" bIns="0" rtlCol="0" anchor="ctr"/>
              <a:lstStyle/>
              <a:p>
                <a:endParaRPr sz="900" dirty="0">
                  <a:solidFill>
                    <a:srgbClr val="3E3938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+mn-ea"/>
                  <a:sym typeface="+mn-lt"/>
                </a:endParaRPr>
              </a:p>
            </p:txBody>
          </p:sp>
          <p:sp>
            <p:nvSpPr>
              <p:cNvPr id="26" name="任意多边形 228"/>
              <p:cNvSpPr/>
              <p:nvPr/>
            </p:nvSpPr>
            <p:spPr>
              <a:xfrm>
                <a:off x="1130253" y="2867216"/>
                <a:ext cx="853447" cy="1569192"/>
              </a:xfrm>
              <a:custGeom>
                <a:avLst/>
                <a:gdLst>
                  <a:gd name="rtl" fmla="*/ 30400 w 2432000"/>
                  <a:gd name="rtt" fmla="*/ 30400 h 359055"/>
                  <a:gd name="rtr" fmla="*/ 2401600 w 2432000"/>
                  <a:gd name="rtb" fmla="*/ 328655 h 359055"/>
                </a:gdLst>
                <a:ahLst/>
                <a:cxnLst/>
                <a:rect l="rtl" t="rtt" r="rtr" b="rtb"/>
                <a:pathLst>
                  <a:path w="2432000" h="359055">
                    <a:moveTo>
                      <a:pt x="179527" y="359055"/>
                    </a:moveTo>
                    <a:lnTo>
                      <a:pt x="2252473" y="359055"/>
                    </a:lnTo>
                    <a:cubicBezTo>
                      <a:pt x="2351622" y="359055"/>
                      <a:pt x="2432000" y="278681"/>
                      <a:pt x="2432000" y="179527"/>
                    </a:cubicBezTo>
                    <a:cubicBezTo>
                      <a:pt x="2432000" y="80375"/>
                      <a:pt x="2351622" y="0"/>
                      <a:pt x="2252473" y="0"/>
                    </a:cubicBezTo>
                    <a:lnTo>
                      <a:pt x="179527" y="0"/>
                    </a:lnTo>
                    <a:cubicBezTo>
                      <a:pt x="80375" y="0"/>
                      <a:pt x="0" y="80375"/>
                      <a:pt x="0" y="179527"/>
                    </a:cubicBezTo>
                    <a:cubicBezTo>
                      <a:pt x="0" y="278681"/>
                      <a:pt x="80375" y="359055"/>
                      <a:pt x="179527" y="359055"/>
                    </a:cubicBezTo>
                    <a:close/>
                  </a:path>
                </a:pathLst>
              </a:custGeom>
              <a:solidFill>
                <a:schemeClr val="accent1"/>
              </a:solidFill>
              <a:ln w="15200" cap="flat">
                <a:noFill/>
                <a:bevel/>
              </a:ln>
            </p:spPr>
            <p:txBody>
              <a:bodyPr wrap="square" lIns="36000" tIns="0" rIns="36000" bIns="0" rtlCol="0" anchor="ctr"/>
              <a:lstStyle/>
              <a:p>
                <a:pPr algn="ctr">
                  <a:lnSpc>
                    <a:spcPct val="100000"/>
                  </a:lnSpc>
                </a:pPr>
                <a:endParaRPr sz="1400" b="1" dirty="0">
                  <a:solidFill>
                    <a:srgbClr val="FFFFFF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+mn-ea"/>
                  <a:sym typeface="+mn-lt"/>
                </a:endParaRPr>
              </a:p>
            </p:txBody>
          </p:sp>
        </p:grpSp>
        <p:sp>
          <p:nvSpPr>
            <p:cNvPr id="23" name="TextBox 11"/>
            <p:cNvSpPr txBox="1"/>
            <p:nvPr/>
          </p:nvSpPr>
          <p:spPr>
            <a:xfrm>
              <a:off x="1290789" y="2658605"/>
              <a:ext cx="662646" cy="1300309"/>
            </a:xfrm>
            <a:prstGeom prst="rect">
              <a:avLst/>
            </a:prstGeom>
            <a:noFill/>
          </p:spPr>
          <p:txBody>
            <a:bodyPr wrap="square" rtlCol="0">
              <a:spAutoFit/>
              <a:scene3d>
                <a:camera prst="orthographicFront"/>
                <a:lightRig rig="threePt" dir="t"/>
              </a:scene3d>
              <a:sp3d contourW="12700"/>
            </a:bodyPr>
            <a:lstStyle/>
            <a:p>
              <a:pPr algn="ctr"/>
              <a:r>
                <a:rPr lang="zh-CN" altLang="en-US" sz="2400" b="1" dirty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+mn-ea"/>
                  <a:sym typeface="+mn-lt"/>
                </a:rPr>
                <a:t>是我们人类根本的问题</a:t>
              </a:r>
              <a:r>
                <a:rPr lang="en-US" altLang="zh-CN" sz="2400" b="1" dirty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+mn-ea"/>
                  <a:sym typeface="+mn-lt"/>
                </a:rPr>
                <a:t>? </a:t>
              </a:r>
              <a:endParaRPr lang="zh-CN" altLang="en-US" sz="24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endParaRPr>
            </a:p>
          </p:txBody>
        </p:sp>
        <p:sp>
          <p:nvSpPr>
            <p:cNvPr id="24" name="文本框 23"/>
            <p:cNvSpPr txBox="1"/>
            <p:nvPr/>
          </p:nvSpPr>
          <p:spPr>
            <a:xfrm>
              <a:off x="2147411" y="2161121"/>
              <a:ext cx="3305815" cy="2057849"/>
            </a:xfrm>
            <a:prstGeom prst="rect">
              <a:avLst/>
            </a:prstGeom>
            <a:noFill/>
          </p:spPr>
          <p:txBody>
            <a:bodyPr wrap="square" rtlCol="0">
              <a:spAutoFit/>
              <a:scene3d>
                <a:camera prst="orthographicFront"/>
                <a:lightRig rig="threePt" dir="t"/>
              </a:scene3d>
              <a:sp3d contourW="12700"/>
            </a:bodyPr>
            <a:lstStyle/>
            <a:p>
              <a:pPr>
                <a:lnSpc>
                  <a:spcPct val="150000"/>
                </a:lnSpc>
              </a:pPr>
              <a:r>
                <a:rPr lang="zh-CN" altLang="en-US" sz="1600" dirty="0">
                  <a:latin typeface="微软雅黑" panose="020B0503020204020204" pitchFamily="34" charset="-122"/>
                  <a:ea typeface="微软雅黑" panose="020B0503020204020204" pitchFamily="34" charset="-122"/>
                  <a:cs typeface="+mn-ea"/>
                  <a:sym typeface="+mn-lt"/>
                </a:rPr>
                <a:t>这句话的</a:t>
              </a:r>
              <a:r>
                <a:rPr lang="en-US" altLang="zh-CN" sz="1600" dirty="0">
                  <a:latin typeface="微软雅黑" panose="020B0503020204020204" pitchFamily="34" charset="-122"/>
                  <a:ea typeface="微软雅黑" panose="020B0503020204020204" pitchFamily="34" charset="-122"/>
                  <a:cs typeface="+mn-ea"/>
                  <a:sym typeface="+mn-lt"/>
                </a:rPr>
                <a:t>10</a:t>
              </a:r>
              <a:r>
                <a:rPr lang="zh-CN" altLang="en-US" sz="1600" dirty="0">
                  <a:latin typeface="微软雅黑" panose="020B0503020204020204" pitchFamily="34" charset="-122"/>
                  <a:ea typeface="微软雅黑" panose="020B0503020204020204" pitchFamily="34" charset="-122"/>
                  <a:cs typeface="+mn-ea"/>
                  <a:sym typeface="+mn-lt"/>
                </a:rPr>
                <a:t>个字是我们理解本歌的关键。这句歌词既是“篇末点题”“卒章显志”，也可以说是本歌的点睛之笔，或者说“歌眼”，这</a:t>
              </a:r>
              <a:r>
                <a:rPr lang="en-US" altLang="zh-CN" sz="1600" dirty="0">
                  <a:latin typeface="微软雅黑" panose="020B0503020204020204" pitchFamily="34" charset="-122"/>
                  <a:ea typeface="微软雅黑" panose="020B0503020204020204" pitchFamily="34" charset="-122"/>
                  <a:cs typeface="+mn-ea"/>
                  <a:sym typeface="+mn-lt"/>
                </a:rPr>
                <a:t>10</a:t>
              </a:r>
              <a:r>
                <a:rPr lang="zh-CN" altLang="en-US" sz="1600" dirty="0">
                  <a:latin typeface="微软雅黑" panose="020B0503020204020204" pitchFamily="34" charset="-122"/>
                  <a:ea typeface="微软雅黑" panose="020B0503020204020204" pitchFamily="34" charset="-122"/>
                  <a:cs typeface="+mn-ea"/>
                  <a:sym typeface="+mn-lt"/>
                </a:rPr>
                <a:t>个字将歌曲主题升华到了一个相当高的高度，言下之意为：黑白颠倒、谎话连篇、是非不分、指鹿为马、以丑为美、妍媸不辨、混淆视听、审美错位、睁着两眼说瞎话等恶俗是整个人类社会的通病，也是我们必须解决的现实问题。</a:t>
              </a:r>
            </a:p>
          </p:txBody>
        </p:sp>
      </p:grpSp>
      <p:grpSp>
        <p:nvGrpSpPr>
          <p:cNvPr id="2" name="组合 1"/>
          <p:cNvGrpSpPr/>
          <p:nvPr/>
        </p:nvGrpSpPr>
        <p:grpSpPr>
          <a:xfrm>
            <a:off x="895611" y="3920645"/>
            <a:ext cx="10400778" cy="2116899"/>
            <a:chOff x="1091958" y="2075012"/>
            <a:chExt cx="4404377" cy="2293223"/>
          </a:xfrm>
        </p:grpSpPr>
        <p:grpSp>
          <p:nvGrpSpPr>
            <p:cNvPr id="3" name="组合 2"/>
            <p:cNvGrpSpPr/>
            <p:nvPr/>
          </p:nvGrpSpPr>
          <p:grpSpPr>
            <a:xfrm>
              <a:off x="1091958" y="2075012"/>
              <a:ext cx="4404377" cy="2293223"/>
              <a:chOff x="1019530" y="2482418"/>
              <a:chExt cx="4404377" cy="2293223"/>
            </a:xfrm>
          </p:grpSpPr>
          <p:sp>
            <p:nvSpPr>
              <p:cNvPr id="8" name="圆角矩形 227"/>
              <p:cNvSpPr/>
              <p:nvPr/>
            </p:nvSpPr>
            <p:spPr>
              <a:xfrm>
                <a:off x="1019530" y="2482418"/>
                <a:ext cx="4404377" cy="2293223"/>
              </a:xfrm>
              <a:prstGeom prst="roundRect">
                <a:avLst>
                  <a:gd name="adj" fmla="val 0"/>
                </a:avLst>
              </a:prstGeom>
              <a:solidFill>
                <a:schemeClr val="bg1"/>
              </a:solidFill>
              <a:ln w="9525" cap="flat">
                <a:solidFill>
                  <a:schemeClr val="bg1">
                    <a:lumMod val="75000"/>
                  </a:schemeClr>
                </a:solidFill>
                <a:custDash>
                  <a:ds d="380000" sp="120000"/>
                </a:custDash>
                <a:bevel/>
              </a:ln>
            </p:spPr>
            <p:txBody>
              <a:bodyPr wrap="square" lIns="0" tIns="0" rIns="0" bIns="0" rtlCol="0" anchor="ctr"/>
              <a:lstStyle/>
              <a:p>
                <a:endParaRPr sz="900" dirty="0">
                  <a:solidFill>
                    <a:srgbClr val="3E3938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+mn-ea"/>
                  <a:sym typeface="+mn-lt"/>
                </a:endParaRPr>
              </a:p>
            </p:txBody>
          </p:sp>
          <p:sp>
            <p:nvSpPr>
              <p:cNvPr id="9" name="任意多边形 228"/>
              <p:cNvSpPr/>
              <p:nvPr/>
            </p:nvSpPr>
            <p:spPr>
              <a:xfrm>
                <a:off x="3808947" y="2826507"/>
                <a:ext cx="1398364" cy="1569192"/>
              </a:xfrm>
              <a:custGeom>
                <a:avLst/>
                <a:gdLst>
                  <a:gd name="rtl" fmla="*/ 30400 w 2432000"/>
                  <a:gd name="rtt" fmla="*/ 30400 h 359055"/>
                  <a:gd name="rtr" fmla="*/ 2401600 w 2432000"/>
                  <a:gd name="rtb" fmla="*/ 328655 h 359055"/>
                </a:gdLst>
                <a:ahLst/>
                <a:cxnLst/>
                <a:rect l="rtl" t="rtt" r="rtr" b="rtb"/>
                <a:pathLst>
                  <a:path w="2432000" h="359055">
                    <a:moveTo>
                      <a:pt x="179527" y="359055"/>
                    </a:moveTo>
                    <a:lnTo>
                      <a:pt x="2252473" y="359055"/>
                    </a:lnTo>
                    <a:cubicBezTo>
                      <a:pt x="2351622" y="359055"/>
                      <a:pt x="2432000" y="278681"/>
                      <a:pt x="2432000" y="179527"/>
                    </a:cubicBezTo>
                    <a:cubicBezTo>
                      <a:pt x="2432000" y="80375"/>
                      <a:pt x="2351622" y="0"/>
                      <a:pt x="2252473" y="0"/>
                    </a:cubicBezTo>
                    <a:lnTo>
                      <a:pt x="179527" y="0"/>
                    </a:lnTo>
                    <a:cubicBezTo>
                      <a:pt x="80375" y="0"/>
                      <a:pt x="0" y="80375"/>
                      <a:pt x="0" y="179527"/>
                    </a:cubicBezTo>
                    <a:cubicBezTo>
                      <a:pt x="0" y="278681"/>
                      <a:pt x="80375" y="359055"/>
                      <a:pt x="179527" y="359055"/>
                    </a:cubicBezTo>
                    <a:close/>
                  </a:path>
                </a:pathLst>
              </a:custGeom>
              <a:solidFill>
                <a:schemeClr val="accent1"/>
              </a:solidFill>
              <a:ln w="15200" cap="flat">
                <a:noFill/>
                <a:bevel/>
              </a:ln>
            </p:spPr>
            <p:txBody>
              <a:bodyPr wrap="square" lIns="36000" tIns="0" rIns="36000" bIns="0" rtlCol="0" anchor="ctr"/>
              <a:lstStyle/>
              <a:p>
                <a:pPr algn="ctr">
                  <a:lnSpc>
                    <a:spcPct val="100000"/>
                  </a:lnSpc>
                </a:pPr>
                <a:endParaRPr sz="1400" b="1" dirty="0">
                  <a:solidFill>
                    <a:srgbClr val="FFFFFF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+mn-ea"/>
                  <a:sym typeface="+mn-lt"/>
                </a:endParaRPr>
              </a:p>
            </p:txBody>
          </p:sp>
        </p:grpSp>
        <p:sp>
          <p:nvSpPr>
            <p:cNvPr id="5" name="TextBox 11"/>
            <p:cNvSpPr txBox="1"/>
            <p:nvPr/>
          </p:nvSpPr>
          <p:spPr>
            <a:xfrm>
              <a:off x="3980093" y="2712882"/>
              <a:ext cx="1230691" cy="900214"/>
            </a:xfrm>
            <a:prstGeom prst="rect">
              <a:avLst/>
            </a:prstGeom>
            <a:noFill/>
          </p:spPr>
          <p:txBody>
            <a:bodyPr wrap="square" rtlCol="0">
              <a:spAutoFit/>
              <a:scene3d>
                <a:camera prst="orthographicFront"/>
                <a:lightRig rig="threePt" dir="t"/>
              </a:scene3d>
              <a:sp3d contourW="12700"/>
            </a:bodyPr>
            <a:lstStyle/>
            <a:p>
              <a:pPr algn="ctr"/>
              <a:r>
                <a:rPr lang="zh-CN" altLang="en-US" sz="2400" b="1" dirty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+mn-ea"/>
                  <a:sym typeface="+mn-lt"/>
                </a:rPr>
                <a:t>“知世故而不世故，历世俗而弥天真。”</a:t>
              </a:r>
            </a:p>
          </p:txBody>
        </p:sp>
        <p:sp>
          <p:nvSpPr>
            <p:cNvPr id="7" name="文本框 6"/>
            <p:cNvSpPr txBox="1"/>
            <p:nvPr/>
          </p:nvSpPr>
          <p:spPr>
            <a:xfrm>
              <a:off x="1211306" y="2595341"/>
              <a:ext cx="2514261" cy="1257659"/>
            </a:xfrm>
            <a:prstGeom prst="rect">
              <a:avLst/>
            </a:prstGeom>
            <a:noFill/>
          </p:spPr>
          <p:txBody>
            <a:bodyPr wrap="square" rtlCol="0">
              <a:spAutoFit/>
              <a:scene3d>
                <a:camera prst="orthographicFront"/>
                <a:lightRig rig="threePt" dir="t"/>
              </a:scene3d>
              <a:sp3d contourW="12700"/>
            </a:bodyPr>
            <a:lstStyle/>
            <a:p>
              <a:pPr>
                <a:lnSpc>
                  <a:spcPct val="150000"/>
                </a:lnSpc>
              </a:pPr>
              <a:r>
                <a:rPr lang="zh-CN" altLang="en-US" sz="1600" dirty="0">
                  <a:latin typeface="微软雅黑" panose="020B0503020204020204" pitchFamily="34" charset="-122"/>
                  <a:ea typeface="微软雅黑" panose="020B0503020204020204" pitchFamily="34" charset="-122"/>
                  <a:cs typeface="+mn-ea"/>
                  <a:sym typeface="+mn-lt"/>
                </a:rPr>
                <a:t>现实中的选择可能会受到这样那样的阻碍，但回归到内心，我们至少都可以在心中建立自己的理想国。所谓，岁月不问来时，心安即是归处。</a:t>
              </a:r>
            </a:p>
          </p:txBody>
        </p:sp>
      </p:grpSp>
    </p:spTree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2000" advTm="3000">
        <p15:prstTrans prst="wind"/>
      </p:transition>
    </mc:Choice>
    <mc:Fallback xmlns="">
      <p:transition spd="slow" advTm="3000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down)">
                                      <p:cBhvr>
                                        <p:cTn id="8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" fill="hold">
                            <p:stCondLst>
                              <p:cond delay="500"/>
                            </p:stCondLst>
                            <p:childTnLst>
                              <p:par>
                                <p:cTn id="10" presetID="1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500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down)">
                                      <p:cBhvr>
                                        <p:cTn id="13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标题 1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影音里的文学元素，与语文有何关联？</a:t>
            </a:r>
          </a:p>
        </p:txBody>
      </p:sp>
      <p:sp>
        <p:nvSpPr>
          <p:cNvPr id="2" name="Rectangle 36"/>
          <p:cNvSpPr/>
          <p:nvPr/>
        </p:nvSpPr>
        <p:spPr bwMode="auto">
          <a:xfrm>
            <a:off x="1068156" y="1405073"/>
            <a:ext cx="5664735" cy="30299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 type="none" w="med" len="med"/>
                <a:tailEnd type="none" w="med" len="med"/>
              </a14:hiddenLine>
            </a:ext>
          </a:extLst>
        </p:spPr>
        <p:txBody>
          <a:bodyPr lIns="0" tIns="0" rIns="0" bIns="0" anchor="t"/>
          <a:lstStyle/>
          <a:p>
            <a:pPr marL="342900" indent="-342900" defTabSz="967740" fontAlgn="base">
              <a:lnSpc>
                <a:spcPct val="80000"/>
              </a:lnSpc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l"/>
            </a:pPr>
            <a:r>
              <a:rPr lang="zh-CN" altLang="en-US" sz="2400" b="1" dirty="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浅层关联</a:t>
            </a:r>
            <a:endParaRPr lang="en-US" sz="2400" b="1" dirty="0">
              <a:solidFill>
                <a:schemeClr val="accent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  <p:sp>
        <p:nvSpPr>
          <p:cNvPr id="3" name="Rectangle 37"/>
          <p:cNvSpPr/>
          <p:nvPr/>
        </p:nvSpPr>
        <p:spPr bwMode="auto">
          <a:xfrm>
            <a:off x="1068156" y="1811187"/>
            <a:ext cx="10631153" cy="132304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 type="none" w="med" len="med"/>
                <a:tailEnd type="none" w="med" len="med"/>
              </a14:hiddenLine>
            </a:ext>
          </a:extLst>
        </p:spPr>
        <p:txBody>
          <a:bodyPr lIns="0" tIns="0" rIns="0" bIns="0" anchor="t"/>
          <a:lstStyle/>
          <a:p>
            <a:pPr defTabSz="967740" fontAlgn="base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zh-CN" sz="1600" dirty="0"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《</a:t>
            </a:r>
            <a:r>
              <a: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长安三万里</a:t>
            </a:r>
            <a:r>
              <a:rPr lang="en-US" altLang="zh-CN" sz="1600" dirty="0"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》48</a:t>
            </a:r>
            <a:r>
              <a: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首古诗：七下</a:t>
            </a:r>
            <a:r>
              <a:rPr lang="en-US" altLang="zh-CN" sz="1600" dirty="0"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《</a:t>
            </a:r>
            <a:r>
              <a: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望岳</a:t>
            </a:r>
            <a:r>
              <a:rPr lang="en-US" altLang="zh-CN" sz="1600" dirty="0"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》</a:t>
            </a:r>
            <a:r>
              <a: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八上</a:t>
            </a:r>
            <a:r>
              <a:rPr lang="en-US" altLang="zh-CN" sz="1600" dirty="0"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《</a:t>
            </a:r>
            <a:r>
              <a: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黄鹤楼</a:t>
            </a:r>
            <a:r>
              <a:rPr lang="en-US" altLang="zh-CN" sz="1600" dirty="0"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》</a:t>
            </a:r>
            <a:r>
              <a: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九上</a:t>
            </a:r>
            <a:r>
              <a:rPr lang="en-US" altLang="zh-CN" sz="1600" dirty="0"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《</a:t>
            </a:r>
            <a:r>
              <a: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行路难三首其一</a:t>
            </a:r>
            <a:r>
              <a:rPr lang="en-US" altLang="zh-CN" sz="1600" dirty="0"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》</a:t>
            </a:r>
            <a:r>
              <a: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九下</a:t>
            </a:r>
            <a:r>
              <a:rPr lang="en-US" altLang="zh-CN" sz="1600" dirty="0"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《</a:t>
            </a:r>
            <a:r>
              <a: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白雪歌送武判官归京</a:t>
            </a:r>
            <a:r>
              <a:rPr lang="en-US" altLang="zh-CN" sz="1600" dirty="0"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》</a:t>
            </a:r>
          </a:p>
          <a:p>
            <a:pPr defTabSz="967740" fontAlgn="base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zh-CN" sz="1600" dirty="0"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 </a:t>
            </a:r>
            <a:r>
              <a: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李白的古诗：七上</a:t>
            </a:r>
            <a:r>
              <a:rPr lang="en-US" altLang="zh-CN" sz="1600" dirty="0"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《</a:t>
            </a:r>
            <a:r>
              <a: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闻王昌龄左迁龙标遥有此寄</a:t>
            </a:r>
            <a:r>
              <a:rPr lang="en-US" altLang="zh-CN" sz="1600" dirty="0"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》《</a:t>
            </a:r>
            <a:r>
              <a: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峨眉山月歌</a:t>
            </a:r>
            <a:r>
              <a:rPr lang="en-US" altLang="zh-CN" sz="1600" dirty="0"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》</a:t>
            </a:r>
            <a:r>
              <a: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七下</a:t>
            </a:r>
            <a:r>
              <a:rPr lang="en-US" altLang="zh-CN" sz="1600" dirty="0"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《</a:t>
            </a:r>
            <a:r>
              <a: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春夜洛城闻笛</a:t>
            </a:r>
            <a:r>
              <a:rPr lang="en-US" altLang="zh-CN" sz="1600" dirty="0"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》</a:t>
            </a:r>
            <a:r>
              <a: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八上</a:t>
            </a:r>
            <a:r>
              <a:rPr lang="en-US" altLang="zh-CN" sz="1600" dirty="0"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《</a:t>
            </a:r>
            <a:r>
              <a: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渡荆门送别</a:t>
            </a:r>
            <a:r>
              <a:rPr lang="en-US" altLang="zh-CN" sz="1600" dirty="0"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》</a:t>
            </a:r>
            <a:r>
              <a: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八下 </a:t>
            </a:r>
            <a:r>
              <a:rPr lang="en-US" altLang="zh-CN" sz="1600" dirty="0"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《</a:t>
            </a:r>
            <a:r>
              <a: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送友人</a:t>
            </a:r>
            <a:r>
              <a:rPr lang="en-US" altLang="zh-CN" sz="1600" dirty="0"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》</a:t>
            </a:r>
            <a:r>
              <a: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九上</a:t>
            </a:r>
            <a:r>
              <a:rPr lang="en-US" altLang="zh-CN" sz="1600" dirty="0"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《</a:t>
            </a:r>
            <a:r>
              <a: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行路难三首其一</a:t>
            </a:r>
            <a:r>
              <a:rPr lang="en-US" altLang="zh-CN" sz="1600" dirty="0"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》</a:t>
            </a:r>
          </a:p>
          <a:p>
            <a:pPr defTabSz="967740" fontAlgn="base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zh-CN" sz="1600" dirty="0"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《</a:t>
            </a:r>
            <a:r>
              <a: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封神</a:t>
            </a:r>
            <a:r>
              <a:rPr lang="en-US" altLang="zh-CN" sz="1600" dirty="0"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》</a:t>
            </a:r>
            <a:r>
              <a: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：七下</a:t>
            </a:r>
            <a:r>
              <a:rPr lang="en-US" altLang="zh-CN" sz="1600" dirty="0"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《</a:t>
            </a:r>
            <a:r>
              <a: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阿长与山海经</a:t>
            </a:r>
            <a:r>
              <a:rPr lang="en-US" altLang="zh-CN" sz="1600" dirty="0"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》</a:t>
            </a:r>
            <a:r>
              <a: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八下名著导读</a:t>
            </a:r>
            <a:r>
              <a:rPr lang="en-US" altLang="zh-CN" sz="1600" dirty="0"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《</a:t>
            </a:r>
            <a:r>
              <a: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经典常谈</a:t>
            </a:r>
            <a:r>
              <a:rPr lang="en-US" altLang="zh-CN" sz="1600" dirty="0"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》</a:t>
            </a:r>
          </a:p>
          <a:p>
            <a:pPr defTabSz="967740" fontAlgn="base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zh-CN" sz="1600" dirty="0"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《</a:t>
            </a:r>
            <a:r>
              <a: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罗刹海市</a:t>
            </a:r>
            <a:r>
              <a:rPr lang="en-US" altLang="zh-CN" sz="1600" dirty="0"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》</a:t>
            </a:r>
            <a:r>
              <a: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的作者蒲松龄：七上</a:t>
            </a:r>
            <a:r>
              <a:rPr lang="en-US" altLang="zh-CN" sz="1600" dirty="0"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《</a:t>
            </a:r>
            <a:r>
              <a: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狼</a:t>
            </a:r>
            <a:r>
              <a:rPr lang="en-US" altLang="zh-CN" sz="1600" dirty="0"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》</a:t>
            </a:r>
            <a:endParaRPr lang="en-US" sz="1600" dirty="0"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  <p:sp>
        <p:nvSpPr>
          <p:cNvPr id="5" name="Rectangle 36"/>
          <p:cNvSpPr/>
          <p:nvPr/>
        </p:nvSpPr>
        <p:spPr bwMode="auto">
          <a:xfrm>
            <a:off x="1068156" y="4035539"/>
            <a:ext cx="5664735" cy="30299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 type="none" w="med" len="med"/>
                <a:tailEnd type="none" w="med" len="med"/>
              </a14:hiddenLine>
            </a:ext>
          </a:extLst>
        </p:spPr>
        <p:txBody>
          <a:bodyPr lIns="0" tIns="0" rIns="0" bIns="0" anchor="t"/>
          <a:lstStyle/>
          <a:p>
            <a:pPr marL="342900" indent="-342900" defTabSz="967740" fontAlgn="base">
              <a:lnSpc>
                <a:spcPct val="80000"/>
              </a:lnSpc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l"/>
            </a:pPr>
            <a:r>
              <a:rPr lang="zh-CN" altLang="en-US" sz="2400" b="1" dirty="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深层关联</a:t>
            </a:r>
            <a:endParaRPr lang="en-US" sz="2400" b="1" dirty="0">
              <a:solidFill>
                <a:schemeClr val="accent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  <p:sp>
        <p:nvSpPr>
          <p:cNvPr id="9" name="Rectangle 37"/>
          <p:cNvSpPr/>
          <p:nvPr/>
        </p:nvSpPr>
        <p:spPr bwMode="auto">
          <a:xfrm>
            <a:off x="1068156" y="4441653"/>
            <a:ext cx="10631153" cy="132304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 type="none" w="med" len="med"/>
                <a:tailEnd type="none" w="med" len="med"/>
              </a14:hiddenLine>
            </a:ext>
          </a:extLst>
        </p:spPr>
        <p:txBody>
          <a:bodyPr lIns="0" tIns="0" rIns="0" bIns="0" anchor="t"/>
          <a:lstStyle/>
          <a:p>
            <a:pPr defTabSz="967740" fontAlgn="base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zh-CN" sz="1600" dirty="0"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1</a:t>
            </a:r>
            <a:r>
              <a: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、如何看待</a:t>
            </a:r>
            <a:r>
              <a:rPr lang="en-US" altLang="zh-CN" sz="1600" dirty="0"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《</a:t>
            </a:r>
            <a:r>
              <a: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长安三万里</a:t>
            </a:r>
            <a:r>
              <a:rPr lang="en-US" altLang="zh-CN" sz="1600" dirty="0"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》</a:t>
            </a:r>
            <a:r>
              <a: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观影中学生的背诗行为？传承与文明的论题</a:t>
            </a:r>
          </a:p>
          <a:p>
            <a:pPr defTabSz="967740" fontAlgn="base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zh-CN" sz="1600" dirty="0"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2</a:t>
            </a:r>
            <a:r>
              <a: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、</a:t>
            </a:r>
            <a:r>
              <a:rPr lang="en-US" altLang="zh-CN" sz="1600" dirty="0"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《</a:t>
            </a:r>
            <a:r>
              <a: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封神</a:t>
            </a:r>
            <a:r>
              <a:rPr lang="en-US" altLang="zh-CN" sz="1600" dirty="0"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》</a:t>
            </a:r>
            <a:r>
              <a: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褒贬两级分化，有人认为是中国版指环王，有人认为是烂片，你如何看待？电影艺术的视效和剧情的论题</a:t>
            </a:r>
          </a:p>
          <a:p>
            <a:pPr defTabSz="967740" fontAlgn="base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zh-CN" sz="1600" dirty="0"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3</a:t>
            </a:r>
            <a:r>
              <a: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、刀郎</a:t>
            </a:r>
            <a:r>
              <a:rPr lang="en-US" altLang="zh-CN" sz="1600" dirty="0"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《</a:t>
            </a:r>
            <a:r>
              <a: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罗刹海市</a:t>
            </a:r>
            <a:r>
              <a:rPr lang="en-US" altLang="zh-CN" sz="1600" dirty="0"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》</a:t>
            </a:r>
            <a:r>
              <a: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有人传唱，有人骂街，为什么？你又如何看待的？歌曲的雅与俗、赞颂与批判的论题</a:t>
            </a:r>
            <a:endParaRPr lang="en-US" sz="1600" dirty="0"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1080370" y="5724179"/>
            <a:ext cx="6093912" cy="44076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zh-CN" altLang="en-US" sz="2000" b="1" dirty="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学习语文后，我们会找到丰富的答案。</a:t>
            </a:r>
          </a:p>
        </p:txBody>
      </p:sp>
    </p:spTree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2000" advTm="3000">
        <p15:prstTrans prst="prestige"/>
      </p:transition>
    </mc:Choice>
    <mc:Fallback xmlns="">
      <p:transition spd="slow" advTm="3000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" fill="hold">
                            <p:stCondLst>
                              <p:cond delay="1000"/>
                            </p:stCondLst>
                            <p:childTnLst>
                              <p:par>
                                <p:cTn id="11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10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2000"/>
                            </p:stCondLst>
                            <p:childTnLst>
                              <p:par>
                                <p:cTn id="17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1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0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" fill="hold">
                            <p:stCondLst>
                              <p:cond delay="3000"/>
                            </p:stCondLst>
                            <p:childTnLst>
                              <p:par>
                                <p:cTn id="23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10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6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7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/>
      <p:bldP spid="5" grpId="0"/>
      <p:bldP spid="9" grpId="0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圆角矩形 227"/>
          <p:cNvSpPr/>
          <p:nvPr/>
        </p:nvSpPr>
        <p:spPr>
          <a:xfrm>
            <a:off x="739036" y="4258850"/>
            <a:ext cx="11073008" cy="1841326"/>
          </a:xfrm>
          <a:prstGeom prst="roundRect">
            <a:avLst>
              <a:gd name="adj" fmla="val 0"/>
            </a:avLst>
          </a:prstGeom>
          <a:solidFill>
            <a:schemeClr val="bg1"/>
          </a:solidFill>
          <a:ln w="9525" cap="flat">
            <a:solidFill>
              <a:schemeClr val="bg1">
                <a:lumMod val="75000"/>
              </a:schemeClr>
            </a:solidFill>
            <a:custDash>
              <a:ds d="380000" sp="120000"/>
            </a:custDash>
            <a:bevel/>
          </a:ln>
        </p:spPr>
        <p:txBody>
          <a:bodyPr wrap="square" lIns="0" tIns="0" rIns="0" bIns="0" rtlCol="0" anchor="ctr"/>
          <a:lstStyle/>
          <a:p>
            <a:endParaRPr sz="900" dirty="0">
              <a:solidFill>
                <a:srgbClr val="3E3938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  <p:sp>
        <p:nvSpPr>
          <p:cNvPr id="14" name="标题 1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语文是什么</a:t>
            </a:r>
          </a:p>
        </p:txBody>
      </p:sp>
      <p:sp>
        <p:nvSpPr>
          <p:cNvPr id="3" name="Rectangle 37"/>
          <p:cNvSpPr/>
          <p:nvPr/>
        </p:nvSpPr>
        <p:spPr bwMode="auto">
          <a:xfrm>
            <a:off x="4587971" y="1385302"/>
            <a:ext cx="7136392" cy="132304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 type="none" w="med" len="med"/>
                <a:tailEnd type="none" w="med" len="med"/>
              </a14:hiddenLine>
            </a:ext>
          </a:extLst>
        </p:spPr>
        <p:txBody>
          <a:bodyPr lIns="0" tIns="0" rIns="0" bIns="0" anchor="t"/>
          <a:lstStyle/>
          <a:p>
            <a:pPr defTabSz="967740" fontAlgn="base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在口为语，落纸为文，语文就是语言和文字。</a:t>
            </a:r>
          </a:p>
          <a:p>
            <a:pPr defTabSz="967740" fontAlgn="base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语文是我们必不可少的交际工具，是“百科之母”，也是全体中国人的文化母亲。</a:t>
            </a:r>
          </a:p>
          <a:p>
            <a:pPr defTabSz="967740" fontAlgn="base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语文是思想。她是一个人内心世界里的广阔天地，是独立之精神、自由之思想。</a:t>
            </a:r>
          </a:p>
          <a:p>
            <a:pPr defTabSz="967740" fontAlgn="base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语文是文化。历史哲学，天文地理，人间万象，诸子百家</a:t>
            </a:r>
            <a:r>
              <a:rPr lang="en-US" altLang="zh-CN" sz="1600" dirty="0"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……</a:t>
            </a:r>
            <a:r>
              <a: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语文的内容精深博大。</a:t>
            </a:r>
          </a:p>
          <a:p>
            <a:pPr defTabSz="967740" fontAlgn="base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语文是文学。她是小说、散文、诗歌、戏剧；是对唐诗宋词的热爱，是对</a:t>
            </a:r>
            <a:r>
              <a:rPr lang="en-US" altLang="zh-CN" sz="1600" dirty="0"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《</a:t>
            </a:r>
            <a:r>
              <a: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离骚</a:t>
            </a:r>
            <a:r>
              <a:rPr lang="en-US" altLang="zh-CN" sz="1600" dirty="0"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》《</a:t>
            </a:r>
            <a:r>
              <a: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史记</a:t>
            </a:r>
            <a:r>
              <a:rPr lang="en-US" altLang="zh-CN" sz="1600" dirty="0"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》</a:t>
            </a:r>
            <a:r>
              <a: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的膜拜，是对李白杜甫的崇仰</a:t>
            </a:r>
            <a:r>
              <a:rPr lang="en-US" altLang="zh-CN" sz="1600" dirty="0"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……”</a:t>
            </a:r>
            <a:endParaRPr lang="en-US" sz="1600" dirty="0"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  <p:sp>
        <p:nvSpPr>
          <p:cNvPr id="9" name="Rectangle 37"/>
          <p:cNvSpPr/>
          <p:nvPr/>
        </p:nvSpPr>
        <p:spPr bwMode="auto">
          <a:xfrm>
            <a:off x="1047646" y="4541861"/>
            <a:ext cx="10455789" cy="132304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 type="none" w="med" len="med"/>
                <a:tailEnd type="none" w="med" len="med"/>
              </a14:hiddenLine>
            </a:ext>
          </a:extLst>
        </p:spPr>
        <p:txBody>
          <a:bodyPr lIns="0" tIns="0" rIns="0" bIns="0" anchor="t"/>
          <a:lstStyle/>
          <a:p>
            <a:pPr defTabSz="967740" fontAlgn="base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lang="zh-CN" altLang="en-US" sz="1600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在一个孩子的精神发育和心灵成长中，语文扮演着保姆和导师的角色，它不仅教授语言和逻辑，还传递价值观和信仰，一个孩子对世界的认知和审美，其人格和心性的塑造，其内心浪漫和诗意的诞生</a:t>
            </a:r>
            <a:r>
              <a:rPr lang="en-US" altLang="zh-CN" sz="1600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……</a:t>
            </a:r>
            <a:r>
              <a:rPr lang="zh-CN" altLang="en-US" sz="1600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这些任务，一直是由一门叫“语文”的课来默默承担的。</a:t>
            </a:r>
            <a:endParaRPr lang="en-US" sz="1600" dirty="0">
              <a:solidFill>
                <a:schemeClr val="tx1">
                  <a:lumMod val="75000"/>
                  <a:lumOff val="2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4692564" y="5811861"/>
            <a:ext cx="3165953" cy="439929"/>
          </a:xfrm>
          <a:prstGeom prst="rect">
            <a:avLst/>
          </a:prstGeom>
          <a:solidFill>
            <a:schemeClr val="accent1"/>
          </a:solidFill>
        </p:spPr>
        <p:txBody>
          <a:bodyPr wrap="square">
            <a:spAutoFit/>
          </a:bodyPr>
          <a:lstStyle/>
          <a:p>
            <a:pPr algn="ctr">
              <a:lnSpc>
                <a:spcPct val="120000"/>
              </a:lnSpc>
            </a:pPr>
            <a:r>
              <a:rPr lang="zh-CN" altLang="en-US" sz="20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王开岭</a:t>
            </a:r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《</a:t>
            </a:r>
            <a:r>
              <a:rPr lang="zh-CN" altLang="en-US" sz="20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语文的使命</a:t>
            </a:r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》</a:t>
            </a:r>
            <a:endParaRPr lang="zh-CN" altLang="en-US" sz="2000" b="1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658813" y="939800"/>
            <a:ext cx="3759206" cy="3759206"/>
          </a:xfrm>
          <a:prstGeom prst="rect">
            <a:avLst/>
          </a:prstGeom>
        </p:spPr>
      </p:pic>
    </p:spTree>
  </p:cSld>
  <p:clrMapOvr>
    <a:masterClrMapping/>
  </p:clrMapOvr>
  <p:transition spd="slow" advTm="3000">
    <p:wheel spokes="1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" fill="hold">
                            <p:stCondLst>
                              <p:cond delay="1000"/>
                            </p:stCondLst>
                            <p:childTnLst>
                              <p:par>
                                <p:cTn id="11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10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6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10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9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1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4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5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 animBg="1"/>
      <p:bldP spid="3" grpId="0"/>
      <p:bldP spid="9" grpId="0"/>
      <p:bldP spid="6" grpId="0" animBg="1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组合 1"/>
          <p:cNvGrpSpPr/>
          <p:nvPr/>
        </p:nvGrpSpPr>
        <p:grpSpPr>
          <a:xfrm>
            <a:off x="0" y="789711"/>
            <a:ext cx="12293600" cy="5278578"/>
            <a:chOff x="4027350" y="1602462"/>
            <a:chExt cx="10649116" cy="5164375"/>
          </a:xfrm>
        </p:grpSpPr>
        <p:sp>
          <p:nvSpPr>
            <p:cNvPr id="6" name="矩形: 圆角 4"/>
            <p:cNvSpPr/>
            <p:nvPr/>
          </p:nvSpPr>
          <p:spPr>
            <a:xfrm>
              <a:off x="4027350" y="1602462"/>
              <a:ext cx="10649116" cy="5164375"/>
            </a:xfrm>
            <a:prstGeom prst="rect">
              <a:avLst/>
            </a:prstGeom>
            <a:solidFill>
              <a:schemeClr val="bg1">
                <a:alpha val="93000"/>
              </a:schemeClr>
            </a:solidFill>
            <a:ln w="57150">
              <a:noFill/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4" name="矩形: 圆角 3"/>
            <p:cNvSpPr/>
            <p:nvPr/>
          </p:nvSpPr>
          <p:spPr>
            <a:xfrm>
              <a:off x="4192533" y="1766498"/>
              <a:ext cx="10318750" cy="4842529"/>
            </a:xfrm>
            <a:prstGeom prst="rect">
              <a:avLst/>
            </a:prstGeom>
            <a:noFill/>
            <a:ln w="19050">
              <a:solidFill>
                <a:srgbClr val="0A477A"/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5" name="矩形: 圆角 4"/>
            <p:cNvSpPr/>
            <p:nvPr/>
          </p:nvSpPr>
          <p:spPr>
            <a:xfrm>
              <a:off x="4373507" y="1915827"/>
              <a:ext cx="9956800" cy="4537647"/>
            </a:xfrm>
            <a:prstGeom prst="rect">
              <a:avLst/>
            </a:prstGeom>
            <a:solidFill>
              <a:schemeClr val="bg1">
                <a:alpha val="89000"/>
              </a:schemeClr>
            </a:solidFill>
            <a:ln w="57150">
              <a:noFill/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  <p:pic>
        <p:nvPicPr>
          <p:cNvPr id="49" name="图片 48"/>
          <p:cNvPicPr>
            <a:picLocks noChangeAspect="1"/>
          </p:cNvPicPr>
          <p:nvPr/>
        </p:nvPicPr>
        <p:blipFill>
          <a:blip r:embed="rId2" cstate="email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rightnessContrast bright="20000" contrast="4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-342906" y="4114800"/>
            <a:ext cx="3276606" cy="3276606"/>
          </a:xfrm>
          <a:prstGeom prst="rect">
            <a:avLst/>
          </a:prstGeom>
        </p:spPr>
      </p:pic>
      <p:sp>
        <p:nvSpPr>
          <p:cNvPr id="14" name="文本框 13"/>
          <p:cNvSpPr txBox="1"/>
          <p:nvPr/>
        </p:nvSpPr>
        <p:spPr>
          <a:xfrm>
            <a:off x="4489583" y="4160166"/>
            <a:ext cx="6702292" cy="58477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>
            <a:defPPr>
              <a:defRPr lang="en-US"/>
            </a:defPPr>
            <a:lvl1pPr algn="ctr">
              <a:defRPr sz="2800" b="1">
                <a:solidFill>
                  <a:schemeClr val="tx1">
                    <a:lumMod val="75000"/>
                    <a:lumOff val="25000"/>
                  </a:schemeClr>
                </a:solidFill>
                <a:latin typeface="Century Gothic" panose="020B0502020202020204" pitchFamily="34" charset="0"/>
              </a:defRPr>
            </a:lvl1pPr>
          </a:lstStyle>
          <a:p>
            <a:pPr lvl="0" algn="l">
              <a:defRPr/>
            </a:pPr>
            <a:r>
              <a:rPr lang="en-US" altLang="zh-CN" sz="1600" b="0" dirty="0">
                <a:solidFill>
                  <a:schemeClr val="tx1">
                    <a:lumMod val="50000"/>
                    <a:lumOff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print the presentation and make it into a film to be used in a wider field The user can demonstrate on a projector or computer</a:t>
            </a:r>
          </a:p>
        </p:txBody>
      </p:sp>
      <p:sp>
        <p:nvSpPr>
          <p:cNvPr id="15" name="文本框 14"/>
          <p:cNvSpPr txBox="1"/>
          <p:nvPr/>
        </p:nvSpPr>
        <p:spPr>
          <a:xfrm>
            <a:off x="4402956" y="2094180"/>
            <a:ext cx="7225881" cy="2123658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>
            <a:defPPr>
              <a:defRPr lang="en-US"/>
            </a:defPPr>
            <a:lvl1pPr algn="ctr">
              <a:defRPr sz="2800" b="1">
                <a:solidFill>
                  <a:schemeClr val="tx1">
                    <a:lumMod val="75000"/>
                    <a:lumOff val="25000"/>
                  </a:schemeClr>
                </a:solidFill>
                <a:latin typeface="Century Gothic" panose="020B0502020202020204" pitchFamily="34" charset="0"/>
              </a:defRPr>
            </a:lvl1pPr>
          </a:lstStyle>
          <a:p>
            <a:pPr lvl="0" algn="l">
              <a:defRPr/>
            </a:pPr>
            <a:r>
              <a:rPr lang="zh-CN" altLang="en-US" sz="6600" b="0" spc="-300" dirty="0">
                <a:solidFill>
                  <a:srgbClr val="0A477A"/>
                </a:solidFill>
                <a:latin typeface="汉仪行楷简" panose="02010609000101010101" pitchFamily="49" charset="-122"/>
                <a:ea typeface="汉仪行楷简" panose="02010609000101010101" pitchFamily="49" charset="-122"/>
                <a:cs typeface="+mn-ea"/>
                <a:sym typeface="+mn-lt"/>
              </a:rPr>
              <a:t>语文路漫漫远兮</a:t>
            </a:r>
          </a:p>
          <a:p>
            <a:pPr lvl="0" algn="l">
              <a:defRPr/>
            </a:pPr>
            <a:r>
              <a:rPr lang="zh-CN" altLang="en-US" sz="6600" b="0" spc="-300" dirty="0">
                <a:solidFill>
                  <a:srgbClr val="0A477A"/>
                </a:solidFill>
                <a:latin typeface="汉仪行楷简" panose="02010609000101010101" pitchFamily="49" charset="-122"/>
                <a:ea typeface="汉仪行楷简" panose="02010609000101010101" pitchFamily="49" charset="-122"/>
                <a:cs typeface="+mn-ea"/>
                <a:sym typeface="+mn-lt"/>
              </a:rPr>
              <a:t>吾将上下而求索</a:t>
            </a:r>
          </a:p>
        </p:txBody>
      </p:sp>
      <p:grpSp>
        <p:nvGrpSpPr>
          <p:cNvPr id="21" name="组合 20"/>
          <p:cNvGrpSpPr/>
          <p:nvPr/>
        </p:nvGrpSpPr>
        <p:grpSpPr>
          <a:xfrm>
            <a:off x="1281629" y="1865478"/>
            <a:ext cx="3087171" cy="3074822"/>
            <a:chOff x="1243529" y="2106778"/>
            <a:chExt cx="3087171" cy="3074822"/>
          </a:xfrm>
        </p:grpSpPr>
        <p:pic>
          <p:nvPicPr>
            <p:cNvPr id="20" name="图片 19"/>
            <p:cNvPicPr>
              <a:picLocks noChangeAspect="1"/>
            </p:cNvPicPr>
            <p:nvPr/>
          </p:nvPicPr>
          <p:blipFill>
            <a:blip r:embed="rId4" cstate="email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>
            <a:xfrm>
              <a:off x="1243529" y="2106778"/>
              <a:ext cx="3087171" cy="3074822"/>
            </a:xfrm>
            <a:prstGeom prst="rect">
              <a:avLst/>
            </a:prstGeom>
          </p:spPr>
        </p:pic>
        <p:sp>
          <p:nvSpPr>
            <p:cNvPr id="16" name="椭圆 15"/>
            <p:cNvSpPr/>
            <p:nvPr/>
          </p:nvSpPr>
          <p:spPr>
            <a:xfrm>
              <a:off x="1723196" y="2580270"/>
              <a:ext cx="2127836" cy="2127838"/>
            </a:xfrm>
            <a:prstGeom prst="ellipse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zh-CN" altLang="en-US" sz="115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汉仪行楷简" panose="02010609000101010101" pitchFamily="49" charset="-122"/>
                  <a:ea typeface="汉仪行楷简" panose="02010609000101010101" pitchFamily="49" charset="-122"/>
                </a:rPr>
                <a:t>贰</a:t>
              </a:r>
            </a:p>
          </p:txBody>
        </p:sp>
      </p:grpSp>
      <p:pic>
        <p:nvPicPr>
          <p:cNvPr id="22" name="图片 21"/>
          <p:cNvPicPr>
            <a:picLocks noChangeAspect="1"/>
          </p:cNvPicPr>
          <p:nvPr/>
        </p:nvPicPr>
        <p:blipFill>
          <a:blip r:embed="rId5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l="-3825" t="71597" r="55567" b="-10407"/>
          <a:stretch>
            <a:fillRect/>
          </a:stretch>
        </p:blipFill>
        <p:spPr>
          <a:xfrm>
            <a:off x="10269922" y="4584700"/>
            <a:ext cx="1439478" cy="889000"/>
          </a:xfrm>
          <a:prstGeom prst="rect">
            <a:avLst/>
          </a:prstGeom>
        </p:spPr>
      </p:pic>
      <p:pic>
        <p:nvPicPr>
          <p:cNvPr id="23" name="图片 22"/>
          <p:cNvPicPr>
            <a:picLocks noChangeAspect="1"/>
          </p:cNvPicPr>
          <p:nvPr/>
        </p:nvPicPr>
        <p:blipFill>
          <a:blip r:embed="rId5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l="-3825" t="71597" r="55567" b="-10407"/>
          <a:stretch>
            <a:fillRect/>
          </a:stretch>
        </p:blipFill>
        <p:spPr>
          <a:xfrm flipH="1">
            <a:off x="419098" y="1371599"/>
            <a:ext cx="1651001" cy="1019633"/>
          </a:xfrm>
          <a:prstGeom prst="rect">
            <a:avLst/>
          </a:prstGeom>
        </p:spPr>
      </p:pic>
      <p:pic>
        <p:nvPicPr>
          <p:cNvPr id="24" name="图片 23"/>
          <p:cNvPicPr>
            <a:picLocks noChangeAspect="1"/>
          </p:cNvPicPr>
          <p:nvPr/>
        </p:nvPicPr>
        <p:blipFill>
          <a:blip r:embed="rId6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 flipH="1">
            <a:off x="9156700" y="1130300"/>
            <a:ext cx="2679700" cy="1339851"/>
          </a:xfrm>
          <a:prstGeom prst="rect">
            <a:avLst/>
          </a:prstGeom>
        </p:spPr>
      </p:pic>
      <p:pic>
        <p:nvPicPr>
          <p:cNvPr id="25" name="图片 24"/>
          <p:cNvPicPr>
            <a:picLocks noChangeAspect="1"/>
          </p:cNvPicPr>
          <p:nvPr/>
        </p:nvPicPr>
        <p:blipFill>
          <a:blip r:embed="rId7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3810000" y="4206098"/>
            <a:ext cx="699860" cy="513888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2000" advTm="3000">
        <p15:prstTrans prst="drape"/>
      </p:transition>
    </mc:Choice>
    <mc:Fallback xmlns="">
      <p:transition spd="slow" advTm="3000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42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10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2" dur="10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" fill="hold">
                            <p:stCondLst>
                              <p:cond delay="1500"/>
                            </p:stCondLst>
                            <p:childTnLst>
                              <p:par>
                                <p:cTn id="15" presetID="42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10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8" dur="1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1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2500"/>
                            </p:stCondLst>
                            <p:childTnLst>
                              <p:par>
                                <p:cTn id="21" presetID="42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10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4" dur="10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5" dur="10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6" fill="hold">
                            <p:stCondLst>
                              <p:cond delay="3500"/>
                            </p:stCondLst>
                            <p:childTnLst>
                              <p:par>
                                <p:cTn id="27" presetID="53" presetClass="entr" presetSubtype="1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9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2" fill="hold">
                            <p:stCondLst>
                              <p:cond delay="4000"/>
                            </p:stCondLst>
                            <p:childTnLst>
                              <p:par>
                                <p:cTn id="33" presetID="53" presetClass="entr" presetSubtype="1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5" dur="5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6" dur="5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8" fill="hold">
                            <p:stCondLst>
                              <p:cond delay="4500"/>
                            </p:stCondLst>
                            <p:childTnLst>
                              <p:par>
                                <p:cTn id="39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1" dur="10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2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3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4" fill="hold">
                            <p:stCondLst>
                              <p:cond delay="5500"/>
                            </p:stCondLst>
                            <p:childTnLst>
                              <p:par>
                                <p:cTn id="45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7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/>
      <p:bldP spid="15" grpId="0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（一）含义之美</a:t>
            </a:r>
          </a:p>
        </p:txBody>
      </p:sp>
      <p:sp>
        <p:nvSpPr>
          <p:cNvPr id="5" name="矩形: 圆角 4"/>
          <p:cNvSpPr/>
          <p:nvPr/>
        </p:nvSpPr>
        <p:spPr>
          <a:xfrm>
            <a:off x="3830705" y="1576821"/>
            <a:ext cx="4517890" cy="540000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6" name="TextBox 39"/>
          <p:cNvSpPr txBox="1"/>
          <p:nvPr>
            <p:custDataLst>
              <p:tags r:id="rId1"/>
            </p:custDataLst>
          </p:nvPr>
        </p:nvSpPr>
        <p:spPr>
          <a:xfrm>
            <a:off x="4214211" y="1585506"/>
            <a:ext cx="3750879" cy="460832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3920"/>
              </a:lnSpc>
            </a:pPr>
            <a:r>
              <a:rPr lang="zh-CN" altLang="en-US" sz="24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请大家谈谈自己名字的含义</a:t>
            </a:r>
          </a:p>
        </p:txBody>
      </p:sp>
      <p:grpSp>
        <p:nvGrpSpPr>
          <p:cNvPr id="27" name="组合 26"/>
          <p:cNvGrpSpPr/>
          <p:nvPr/>
        </p:nvGrpSpPr>
        <p:grpSpPr>
          <a:xfrm>
            <a:off x="1257988" y="2767297"/>
            <a:ext cx="9663325" cy="3098168"/>
            <a:chOff x="808436" y="2767297"/>
            <a:chExt cx="9663325" cy="3098168"/>
          </a:xfrm>
        </p:grpSpPr>
        <p:sp>
          <p:nvSpPr>
            <p:cNvPr id="17" name="文本框 16"/>
            <p:cNvSpPr txBox="1"/>
            <p:nvPr/>
          </p:nvSpPr>
          <p:spPr>
            <a:xfrm>
              <a:off x="2211094" y="2767297"/>
              <a:ext cx="8260667" cy="695190"/>
            </a:xfrm>
            <a:prstGeom prst="rect">
              <a:avLst/>
            </a:prstGeom>
          </p:spPr>
          <p:txBody>
            <a:bodyPr wrap="square" lIns="0" tIns="0" rIns="0" bIns="0" rtlCol="0" anchor="t">
              <a:spAutoFit/>
            </a:bodyPr>
            <a:lstStyle>
              <a:defPPr>
                <a:defRPr lang="zh-CN"/>
              </a:defPPr>
              <a:lvl1pPr fontAlgn="auto">
                <a:lnSpc>
                  <a:spcPct val="150000"/>
                </a:lnSpc>
                <a:defRPr sz="1400">
                  <a:solidFill>
                    <a:schemeClr val="tx1">
                      <a:lumMod val="75000"/>
                      <a:lumOff val="25000"/>
                    </a:schemeClr>
                  </a:solidFill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defRPr>
              </a:lvl1pPr>
            </a:lstStyle>
            <a:p>
              <a:r>
                <a:rPr lang="zh-CN" altLang="en-US" sz="1600">
                  <a:sym typeface="+mn-ea"/>
                </a:rPr>
                <a:t>本义指古人乘坐的一种前顶较高、后面带有帷幕、两侧有窗的坐车，大夫以上地位的人才能乘坐此车，后来也泛指车。引申为飞扬、高举。</a:t>
              </a:r>
            </a:p>
          </p:txBody>
        </p:sp>
        <p:sp>
          <p:nvSpPr>
            <p:cNvPr id="18" name="TextBox 39"/>
            <p:cNvSpPr txBox="1"/>
            <p:nvPr>
              <p:custDataLst>
                <p:tags r:id="rId2"/>
              </p:custDataLst>
            </p:nvPr>
          </p:nvSpPr>
          <p:spPr>
            <a:xfrm>
              <a:off x="1095448" y="2858661"/>
              <a:ext cx="900590" cy="460575"/>
            </a:xfrm>
            <a:prstGeom prst="rect">
              <a:avLst/>
            </a:prstGeom>
            <a:solidFill>
              <a:schemeClr val="accent1"/>
            </a:solidFill>
          </p:spPr>
          <p:txBody>
            <a:bodyPr wrap="square" lIns="0" tIns="0" rIns="0" bIns="0" rtlCol="0" anchor="t">
              <a:spAutoFit/>
            </a:bodyPr>
            <a:lstStyle/>
            <a:p>
              <a:pPr algn="ctr">
                <a:lnSpc>
                  <a:spcPts val="3920"/>
                </a:lnSpc>
              </a:pPr>
              <a:r>
                <a:rPr lang="zh-CN" altLang="en-US" sz="2800" b="1" dirty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sym typeface="+mn-ea"/>
                </a:rPr>
                <a:t>轩</a:t>
              </a:r>
            </a:p>
          </p:txBody>
        </p:sp>
        <p:sp>
          <p:nvSpPr>
            <p:cNvPr id="19" name="文本框 18"/>
            <p:cNvSpPr txBox="1"/>
            <p:nvPr/>
          </p:nvSpPr>
          <p:spPr>
            <a:xfrm>
              <a:off x="2186040" y="3642518"/>
              <a:ext cx="8260667" cy="695190"/>
            </a:xfrm>
            <a:prstGeom prst="rect">
              <a:avLst/>
            </a:prstGeom>
          </p:spPr>
          <p:txBody>
            <a:bodyPr wrap="square" lIns="0" tIns="0" rIns="0" bIns="0" rtlCol="0" anchor="t">
              <a:spAutoFit/>
            </a:bodyPr>
            <a:lstStyle>
              <a:defPPr>
                <a:defRPr lang="zh-CN"/>
              </a:defPPr>
              <a:lvl1pPr fontAlgn="auto">
                <a:lnSpc>
                  <a:spcPct val="150000"/>
                </a:lnSpc>
                <a:defRPr sz="1400">
                  <a:solidFill>
                    <a:schemeClr val="tx1">
                      <a:lumMod val="75000"/>
                      <a:lumOff val="25000"/>
                    </a:schemeClr>
                  </a:solidFill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defRPr>
              </a:lvl1pPr>
            </a:lstStyle>
            <a:p>
              <a:r>
                <a:rPr lang="zh-CN" altLang="en-US" sz="1600">
                  <a:sym typeface="+mn-ea"/>
                </a:rPr>
                <a:t>字义</a:t>
              </a:r>
              <a:r>
                <a:rPr lang="en-US" altLang="zh-CN" sz="1600">
                  <a:sym typeface="+mn-ea"/>
                </a:rPr>
                <a:t>:</a:t>
              </a:r>
              <a:r>
                <a:rPr lang="zh-CN" altLang="en-US" sz="1600">
                  <a:sym typeface="+mn-ea"/>
                </a:rPr>
                <a:t>指落叶乔木。木材可供建筑及制造器物之用。用作人名意指生。机勃勃、茁壮成长、自强不息。</a:t>
              </a:r>
            </a:p>
          </p:txBody>
        </p:sp>
        <p:sp>
          <p:nvSpPr>
            <p:cNvPr id="20" name="TextBox 39"/>
            <p:cNvSpPr txBox="1"/>
            <p:nvPr>
              <p:custDataLst>
                <p:tags r:id="rId3"/>
              </p:custDataLst>
            </p:nvPr>
          </p:nvSpPr>
          <p:spPr>
            <a:xfrm>
              <a:off x="1095448" y="3735483"/>
              <a:ext cx="900590" cy="460575"/>
            </a:xfrm>
            <a:prstGeom prst="rect">
              <a:avLst/>
            </a:prstGeom>
            <a:solidFill>
              <a:schemeClr val="accent1"/>
            </a:solidFill>
          </p:spPr>
          <p:txBody>
            <a:bodyPr wrap="square" lIns="0" tIns="0" rIns="0" bIns="0" rtlCol="0" anchor="t">
              <a:spAutoFit/>
            </a:bodyPr>
            <a:lstStyle/>
            <a:p>
              <a:pPr algn="ctr">
                <a:lnSpc>
                  <a:spcPts val="3920"/>
                </a:lnSpc>
              </a:pPr>
              <a:r>
                <a:rPr lang="zh-CN" altLang="en-US" sz="2800" b="1" dirty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sym typeface="+mn-ea"/>
                </a:rPr>
                <a:t>梓</a:t>
              </a:r>
            </a:p>
          </p:txBody>
        </p:sp>
        <p:sp>
          <p:nvSpPr>
            <p:cNvPr id="21" name="文本框 20"/>
            <p:cNvSpPr txBox="1"/>
            <p:nvPr/>
          </p:nvSpPr>
          <p:spPr>
            <a:xfrm>
              <a:off x="808436" y="5458174"/>
              <a:ext cx="1499666" cy="407291"/>
            </a:xfrm>
            <a:prstGeom prst="rect">
              <a:avLst/>
            </a:prstGeom>
          </p:spPr>
          <p:txBody>
            <a:bodyPr wrap="square" lIns="0" tIns="0" rIns="0" bIns="0" rtlCol="0" anchor="t">
              <a:spAutoFit/>
            </a:bodyPr>
            <a:lstStyle>
              <a:defPPr>
                <a:defRPr lang="zh-CN"/>
              </a:defPPr>
              <a:lvl1pPr fontAlgn="auto">
                <a:lnSpc>
                  <a:spcPct val="150000"/>
                </a:lnSpc>
                <a:defRPr sz="1400">
                  <a:solidFill>
                    <a:schemeClr val="tx1">
                      <a:lumMod val="75000"/>
                      <a:lumOff val="25000"/>
                    </a:schemeClr>
                  </a:solidFill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defRPr>
              </a:lvl1pPr>
            </a:lstStyle>
            <a:p>
              <a:pPr algn="ctr"/>
              <a:r>
                <a:rPr lang="zh-CN" altLang="en-US" sz="2000">
                  <a:sym typeface="+mn-ea"/>
                </a:rPr>
                <a:t>通达明志</a:t>
              </a:r>
            </a:p>
          </p:txBody>
        </p:sp>
        <p:sp>
          <p:nvSpPr>
            <p:cNvPr id="22" name="TextBox 39"/>
            <p:cNvSpPr txBox="1"/>
            <p:nvPr>
              <p:custDataLst>
                <p:tags r:id="rId4"/>
              </p:custDataLst>
            </p:nvPr>
          </p:nvSpPr>
          <p:spPr>
            <a:xfrm>
              <a:off x="1107974" y="4863814"/>
              <a:ext cx="900590" cy="430887"/>
            </a:xfrm>
            <a:prstGeom prst="rect">
              <a:avLst/>
            </a:prstGeom>
            <a:solidFill>
              <a:schemeClr val="accent1"/>
            </a:solidFill>
          </p:spPr>
          <p:txBody>
            <a:bodyPr wrap="square" lIns="0" tIns="0" rIns="0" bIns="0" rtlCol="0" anchor="t">
              <a:spAutoFit/>
            </a:bodyPr>
            <a:lstStyle/>
            <a:p>
              <a:pPr algn="ctr"/>
              <a:r>
                <a:rPr lang="zh-CN" altLang="en-US" sz="2800" b="1" dirty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sym typeface="+mn-ea"/>
                </a:rPr>
                <a:t>睿</a:t>
              </a:r>
            </a:p>
          </p:txBody>
        </p:sp>
        <p:sp>
          <p:nvSpPr>
            <p:cNvPr id="23" name="文本框 22"/>
            <p:cNvSpPr txBox="1"/>
            <p:nvPr/>
          </p:nvSpPr>
          <p:spPr>
            <a:xfrm>
              <a:off x="2472741" y="5458174"/>
              <a:ext cx="1499666" cy="407291"/>
            </a:xfrm>
            <a:prstGeom prst="rect">
              <a:avLst/>
            </a:prstGeom>
          </p:spPr>
          <p:txBody>
            <a:bodyPr wrap="square" lIns="0" tIns="0" rIns="0" bIns="0" rtlCol="0" anchor="t">
              <a:spAutoFit/>
            </a:bodyPr>
            <a:lstStyle>
              <a:defPPr>
                <a:defRPr lang="zh-CN"/>
              </a:defPPr>
              <a:lvl1pPr fontAlgn="auto">
                <a:lnSpc>
                  <a:spcPct val="150000"/>
                </a:lnSpc>
                <a:defRPr sz="1400">
                  <a:solidFill>
                    <a:schemeClr val="tx1">
                      <a:lumMod val="75000"/>
                      <a:lumOff val="25000"/>
                    </a:schemeClr>
                  </a:solidFill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defRPr>
              </a:lvl1pPr>
            </a:lstStyle>
            <a:p>
              <a:pPr algn="ctr"/>
              <a:r>
                <a:rPr lang="zh-CN" altLang="en-US" sz="2000">
                  <a:sym typeface="+mn-ea"/>
                </a:rPr>
                <a:t>一种美玉</a:t>
              </a:r>
            </a:p>
          </p:txBody>
        </p:sp>
        <p:sp>
          <p:nvSpPr>
            <p:cNvPr id="24" name="TextBox 39"/>
            <p:cNvSpPr txBox="1"/>
            <p:nvPr>
              <p:custDataLst>
                <p:tags r:id="rId5"/>
              </p:custDataLst>
            </p:nvPr>
          </p:nvSpPr>
          <p:spPr>
            <a:xfrm>
              <a:off x="2809857" y="4863814"/>
              <a:ext cx="900590" cy="430887"/>
            </a:xfrm>
            <a:prstGeom prst="rect">
              <a:avLst/>
            </a:prstGeom>
            <a:solidFill>
              <a:schemeClr val="accent1"/>
            </a:solidFill>
          </p:spPr>
          <p:txBody>
            <a:bodyPr wrap="square" lIns="0" tIns="0" rIns="0" bIns="0" rtlCol="0" anchor="t">
              <a:spAutoFit/>
            </a:bodyPr>
            <a:lstStyle/>
            <a:p>
              <a:pPr algn="ctr"/>
              <a:r>
                <a:rPr lang="zh-CN" altLang="en-US" sz="2800" b="1" dirty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sym typeface="+mn-ea"/>
                </a:rPr>
                <a:t>瑜</a:t>
              </a:r>
            </a:p>
          </p:txBody>
        </p:sp>
        <p:sp>
          <p:nvSpPr>
            <p:cNvPr id="25" name="文本框 24"/>
            <p:cNvSpPr txBox="1"/>
            <p:nvPr/>
          </p:nvSpPr>
          <p:spPr>
            <a:xfrm>
              <a:off x="4287359" y="5458174"/>
              <a:ext cx="1499666" cy="407291"/>
            </a:xfrm>
            <a:prstGeom prst="rect">
              <a:avLst/>
            </a:prstGeom>
          </p:spPr>
          <p:txBody>
            <a:bodyPr wrap="square" lIns="0" tIns="0" rIns="0" bIns="0" rtlCol="0" anchor="t">
              <a:spAutoFit/>
            </a:bodyPr>
            <a:lstStyle>
              <a:defPPr>
                <a:defRPr lang="zh-CN"/>
              </a:defPPr>
              <a:lvl1pPr fontAlgn="auto">
                <a:lnSpc>
                  <a:spcPct val="150000"/>
                </a:lnSpc>
                <a:defRPr sz="1400">
                  <a:solidFill>
                    <a:schemeClr val="tx1">
                      <a:lumMod val="75000"/>
                      <a:lumOff val="25000"/>
                    </a:schemeClr>
                  </a:solidFill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defRPr>
              </a:lvl1pPr>
            </a:lstStyle>
            <a:p>
              <a:pPr algn="ctr"/>
              <a:r>
                <a:rPr lang="zh-CN" altLang="en-US" sz="2000">
                  <a:sym typeface="+mn-ea"/>
                </a:rPr>
                <a:t>善良温柔</a:t>
              </a:r>
            </a:p>
          </p:txBody>
        </p:sp>
        <p:sp>
          <p:nvSpPr>
            <p:cNvPr id="26" name="TextBox 39"/>
            <p:cNvSpPr txBox="1"/>
            <p:nvPr>
              <p:custDataLst>
                <p:tags r:id="rId6"/>
              </p:custDataLst>
            </p:nvPr>
          </p:nvSpPr>
          <p:spPr>
            <a:xfrm>
              <a:off x="4586897" y="4863814"/>
              <a:ext cx="900590" cy="430887"/>
            </a:xfrm>
            <a:prstGeom prst="rect">
              <a:avLst/>
            </a:prstGeom>
            <a:solidFill>
              <a:schemeClr val="accent1"/>
            </a:solidFill>
          </p:spPr>
          <p:txBody>
            <a:bodyPr wrap="square" lIns="0" tIns="0" rIns="0" bIns="0" rtlCol="0" anchor="t">
              <a:spAutoFit/>
            </a:bodyPr>
            <a:lstStyle/>
            <a:p>
              <a:pPr algn="ctr"/>
              <a:r>
                <a:rPr lang="zh-CN" altLang="en-US" sz="2800" b="1" dirty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sym typeface="+mn-ea"/>
                </a:rPr>
                <a:t>淑</a:t>
              </a:r>
            </a:p>
          </p:txBody>
        </p:sp>
      </p:grpSp>
      <p:pic>
        <p:nvPicPr>
          <p:cNvPr id="3" name="图片 2"/>
          <p:cNvPicPr>
            <a:picLocks noChangeAspect="1"/>
          </p:cNvPicPr>
          <p:nvPr/>
        </p:nvPicPr>
        <p:blipFill>
          <a:blip r:embed="rId8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7026269" y="3289300"/>
            <a:ext cx="3568700" cy="3568700"/>
          </a:xfrm>
          <a:prstGeom prst="rect">
            <a:avLst/>
          </a:prstGeom>
        </p:spPr>
      </p:pic>
    </p:spTree>
  </p:cSld>
  <p:clrMapOvr>
    <a:masterClrMapping/>
  </p:clrMapOvr>
  <p:transition spd="slow" advTm="3000">
    <p:push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4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" fill="hold">
                            <p:stCondLst>
                              <p:cond delay="500"/>
                            </p:stCondLst>
                            <p:childTnLst>
                              <p:par>
                                <p:cTn id="16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8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6" grpId="0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/>
              <a:t>(</a:t>
            </a:r>
            <a:r>
              <a:rPr lang="zh-CN" altLang="en-US"/>
              <a:t>二</a:t>
            </a:r>
            <a:r>
              <a:rPr lang="en-US" altLang="zh-CN"/>
              <a:t>)</a:t>
            </a:r>
            <a:r>
              <a:rPr lang="zh-CN" altLang="en-US"/>
              <a:t>语言之美</a:t>
            </a:r>
          </a:p>
        </p:txBody>
      </p:sp>
      <p:sp>
        <p:nvSpPr>
          <p:cNvPr id="5" name="矩形: 圆角 4"/>
          <p:cNvSpPr/>
          <p:nvPr/>
        </p:nvSpPr>
        <p:spPr>
          <a:xfrm>
            <a:off x="1114817" y="1902498"/>
            <a:ext cx="4517890" cy="540000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6" name="TextBox 39"/>
          <p:cNvSpPr txBox="1"/>
          <p:nvPr>
            <p:custDataLst>
              <p:tags r:id="rId1"/>
            </p:custDataLst>
          </p:nvPr>
        </p:nvSpPr>
        <p:spPr>
          <a:xfrm>
            <a:off x="1114817" y="1911183"/>
            <a:ext cx="3750879" cy="460832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r">
              <a:lnSpc>
                <a:spcPts val="3920"/>
              </a:lnSpc>
            </a:pPr>
            <a:r>
              <a:rPr lang="zh-CN" altLang="en-US" sz="24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形容回首往事，释然了</a:t>
            </a:r>
          </a:p>
        </p:txBody>
      </p:sp>
      <p:sp>
        <p:nvSpPr>
          <p:cNvPr id="2" name="Rectangle 37"/>
          <p:cNvSpPr/>
          <p:nvPr/>
        </p:nvSpPr>
        <p:spPr bwMode="auto">
          <a:xfrm>
            <a:off x="1114817" y="2532713"/>
            <a:ext cx="4835046" cy="132304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 type="none" w="med" len="med"/>
                <a:tailEnd type="none" w="med" len="med"/>
              </a14:hiddenLine>
            </a:ext>
          </a:extLst>
        </p:spPr>
        <p:txBody>
          <a:bodyPr lIns="0" tIns="0" rIns="0" bIns="0" anchor="t"/>
          <a:lstStyle/>
          <a:p>
            <a:pPr defTabSz="967740" fontAlgn="base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压在她心头的石头已经滚落。滚落之后沉重地压在往事之上，使之不再复活（茨威格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《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一个女人一生中的二十四小时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》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）</a:t>
            </a:r>
            <a:endParaRPr lang="en-US" dirty="0"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  <p:sp>
        <p:nvSpPr>
          <p:cNvPr id="3" name="矩形: 圆角 2"/>
          <p:cNvSpPr/>
          <p:nvPr/>
        </p:nvSpPr>
        <p:spPr>
          <a:xfrm>
            <a:off x="1114817" y="4282443"/>
            <a:ext cx="4517890" cy="540000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7" name="TextBox 39"/>
          <p:cNvSpPr txBox="1"/>
          <p:nvPr>
            <p:custDataLst>
              <p:tags r:id="rId2"/>
            </p:custDataLst>
          </p:nvPr>
        </p:nvSpPr>
        <p:spPr>
          <a:xfrm>
            <a:off x="1114817" y="4291128"/>
            <a:ext cx="3750879" cy="460832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r">
              <a:lnSpc>
                <a:spcPts val="3920"/>
              </a:lnSpc>
            </a:pPr>
            <a:r>
              <a:rPr lang="zh-CN" altLang="en-US" sz="24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形容冬春之交的天气</a:t>
            </a:r>
          </a:p>
        </p:txBody>
      </p:sp>
      <p:sp>
        <p:nvSpPr>
          <p:cNvPr id="8" name="Rectangle 37"/>
          <p:cNvSpPr/>
          <p:nvPr/>
        </p:nvSpPr>
        <p:spPr bwMode="auto">
          <a:xfrm>
            <a:off x="1114817" y="4912658"/>
            <a:ext cx="10258816" cy="132304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 type="none" w="med" len="med"/>
                <a:tailEnd type="none" w="med" len="med"/>
              </a14:hiddenLine>
            </a:ext>
          </a:extLst>
        </p:spPr>
        <p:txBody>
          <a:bodyPr lIns="0" tIns="0" rIns="0" bIns="0" anchor="t"/>
          <a:lstStyle/>
          <a:p>
            <a:pPr defTabSz="967740" fontAlgn="base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风犹豫不决，像担心自己的身体会发出臭味的老人，不由自主地变得软烂，不由自主地发出春天的腥味。距立春还有半个月，城市却像患了感冒，为了应付换季而出现了隐隐的低烧。（金爱烂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《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你的夏天还好吗？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》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，译者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/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薛舟）</a:t>
            </a:r>
            <a:endParaRPr lang="en-US" dirty="0"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  <p:sp>
        <p:nvSpPr>
          <p:cNvPr id="9" name="矩形: 圆角 8"/>
          <p:cNvSpPr/>
          <p:nvPr/>
        </p:nvSpPr>
        <p:spPr>
          <a:xfrm>
            <a:off x="6521800" y="1902498"/>
            <a:ext cx="4517890" cy="540000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0" name="TextBox 39"/>
          <p:cNvSpPr txBox="1"/>
          <p:nvPr>
            <p:custDataLst>
              <p:tags r:id="rId3"/>
            </p:custDataLst>
          </p:nvPr>
        </p:nvSpPr>
        <p:spPr>
          <a:xfrm>
            <a:off x="6905306" y="1911183"/>
            <a:ext cx="3750879" cy="460832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3920"/>
              </a:lnSpc>
            </a:pPr>
            <a:r>
              <a:rPr lang="zh-CN" altLang="en-US" sz="24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形容零落的记忆</a:t>
            </a:r>
          </a:p>
        </p:txBody>
      </p:sp>
      <p:sp>
        <p:nvSpPr>
          <p:cNvPr id="11" name="Rectangle 37"/>
          <p:cNvSpPr/>
          <p:nvPr/>
        </p:nvSpPr>
        <p:spPr bwMode="auto">
          <a:xfrm>
            <a:off x="6363222" y="2532713"/>
            <a:ext cx="4835046" cy="132304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 type="none" w="med" len="med"/>
                <a:tailEnd type="none" w="med" len="med"/>
              </a14:hiddenLine>
            </a:ext>
          </a:extLst>
        </p:spPr>
        <p:txBody>
          <a:bodyPr lIns="0" tIns="0" rIns="0" bIns="0" anchor="t"/>
          <a:lstStyle/>
          <a:p>
            <a:pPr defTabSz="967740" fontAlgn="base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我自己觉得我的记忆好像被刀刮过了的鱼鳞，有些还留在身体上，有些是掉在水里了，将水一搅，有几片还会翻腾，闪烁，然而中间混着血丝，连我自己也怕得因此污了赏鉴家的眼目。（鲁迅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《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忆韦素园君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》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）</a:t>
            </a:r>
            <a:endParaRPr lang="en-US" dirty="0"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</p:spTree>
  </p:cSld>
  <p:clrMapOvr>
    <a:masterClrMapping/>
  </p:clrMapOvr>
  <p:transition spd="slow" advTm="3000">
    <p:push dir="r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4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" fill="hold">
                            <p:stCondLst>
                              <p:cond delay="500"/>
                            </p:stCondLst>
                            <p:childTnLst>
                              <p:par>
                                <p:cTn id="16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9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1" fill="hold">
                            <p:stCondLst>
                              <p:cond delay="1500"/>
                            </p:stCondLst>
                            <p:childTnLst>
                              <p:par>
                                <p:cTn id="22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4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5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9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2" fill="hold">
                            <p:stCondLst>
                              <p:cond delay="2000"/>
                            </p:stCondLst>
                            <p:childTnLst>
                              <p:par>
                                <p:cTn id="33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6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7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8" fill="hold">
                            <p:stCondLst>
                              <p:cond delay="3000"/>
                            </p:stCondLst>
                            <p:childTnLst>
                              <p:par>
                                <p:cTn id="39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1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2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3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6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7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8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9" fill="hold">
                            <p:stCondLst>
                              <p:cond delay="3500"/>
                            </p:stCondLst>
                            <p:childTnLst>
                              <p:par>
                                <p:cTn id="50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10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3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4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6" grpId="0"/>
      <p:bldP spid="2" grpId="0"/>
      <p:bldP spid="3" grpId="0" animBg="1"/>
      <p:bldP spid="7" grpId="0"/>
      <p:bldP spid="8" grpId="0"/>
      <p:bldP spid="9" grpId="0" animBg="1"/>
      <p:bldP spid="10" grpId="0"/>
      <p:bldP spid="11" grpId="0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/>
              <a:t>(</a:t>
            </a:r>
            <a:r>
              <a:rPr lang="zh-CN" altLang="en-US"/>
              <a:t>二</a:t>
            </a:r>
            <a:r>
              <a:rPr lang="en-US" altLang="zh-CN"/>
              <a:t>)</a:t>
            </a:r>
            <a:r>
              <a:rPr lang="zh-CN" altLang="en-US"/>
              <a:t>语言之美</a:t>
            </a:r>
          </a:p>
        </p:txBody>
      </p:sp>
      <p:sp>
        <p:nvSpPr>
          <p:cNvPr id="12" name="文本框 11"/>
          <p:cNvSpPr txBox="1"/>
          <p:nvPr/>
        </p:nvSpPr>
        <p:spPr>
          <a:xfrm>
            <a:off x="932054" y="1527220"/>
            <a:ext cx="4679606" cy="4296176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>
            <a:defPPr>
              <a:defRPr lang="zh-CN"/>
            </a:defPPr>
            <a:lvl1pPr fontAlgn="auto">
              <a:lnSpc>
                <a:spcPct val="150000"/>
              </a:lnSpc>
              <a:defRPr sz="1400">
                <a:solidFill>
                  <a:schemeClr val="tx1">
                    <a:lumMod val="75000"/>
                    <a:lumOff val="2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marL="285750" indent="-285750">
              <a:buFont typeface="Wingdings" panose="05000000000000000000" pitchFamily="2" charset="2"/>
              <a:buChar char="l"/>
            </a:pPr>
            <a:r>
              <a:rPr lang="zh-CN" altLang="en-US" sz="2000" b="1">
                <a:solidFill>
                  <a:schemeClr val="accent1"/>
                </a:solidFill>
                <a:sym typeface="+mn-ea"/>
              </a:rPr>
              <a:t>荷塘月光不是月光，是唐诗的书签，</a:t>
            </a:r>
          </a:p>
          <a:p>
            <a:r>
              <a:rPr lang="zh-CN" altLang="en-US" sz="1600">
                <a:sym typeface="+mn-ea"/>
              </a:rPr>
              <a:t>“多纤维的月色有些蓬松</a:t>
            </a:r>
            <a:r>
              <a:rPr lang="en-US" altLang="zh-CN" sz="1600">
                <a:sym typeface="+mn-ea"/>
              </a:rPr>
              <a:t>/</a:t>
            </a:r>
            <a:r>
              <a:rPr lang="zh-CN" altLang="en-US" sz="1600">
                <a:sym typeface="+mn-ea"/>
              </a:rPr>
              <a:t>那就折一张阔些的荷叶</a:t>
            </a:r>
            <a:r>
              <a:rPr lang="en-US" altLang="zh-CN" sz="1600">
                <a:sym typeface="+mn-ea"/>
              </a:rPr>
              <a:t>/</a:t>
            </a:r>
            <a:r>
              <a:rPr lang="zh-CN" altLang="en-US" sz="1600">
                <a:sym typeface="+mn-ea"/>
              </a:rPr>
              <a:t>包一片月光回去</a:t>
            </a:r>
            <a:r>
              <a:rPr lang="en-US" altLang="zh-CN" sz="1600">
                <a:sym typeface="+mn-ea"/>
              </a:rPr>
              <a:t>/</a:t>
            </a:r>
            <a:r>
              <a:rPr lang="zh-CN" altLang="en-US" sz="1600">
                <a:sym typeface="+mn-ea"/>
              </a:rPr>
              <a:t>回去夹在唐诗里</a:t>
            </a:r>
            <a:r>
              <a:rPr lang="en-US" altLang="zh-CN" sz="1600">
                <a:sym typeface="+mn-ea"/>
              </a:rPr>
              <a:t>/</a:t>
            </a:r>
            <a:r>
              <a:rPr lang="zh-CN" altLang="en-US" sz="1600">
                <a:sym typeface="+mn-ea"/>
              </a:rPr>
              <a:t>扁扁地，像压过的相思。”（余光中）</a:t>
            </a:r>
          </a:p>
          <a:p>
            <a:pPr marL="285750" indent="-285750">
              <a:buFont typeface="Wingdings" panose="05000000000000000000" pitchFamily="2" charset="2"/>
              <a:buChar char="l"/>
            </a:pPr>
            <a:r>
              <a:rPr lang="zh-CN" altLang="en-US" sz="2000" b="1">
                <a:solidFill>
                  <a:schemeClr val="accent1"/>
                </a:solidFill>
                <a:sym typeface="+mn-ea"/>
              </a:rPr>
              <a:t>小城月光不是月光，是盐一地，</a:t>
            </a:r>
          </a:p>
          <a:p>
            <a:r>
              <a:rPr lang="zh-CN" altLang="en-US" sz="1600">
                <a:sym typeface="+mn-ea"/>
              </a:rPr>
              <a:t>“我看着那条弯曲着通向城里的小路，听不到我儿子赤脚跑来的声音，月光照在路上，像是撒满了盐。”（余华）</a:t>
            </a:r>
          </a:p>
          <a:p>
            <a:pPr marL="285750" indent="-285750">
              <a:buFont typeface="Wingdings" panose="05000000000000000000" pitchFamily="2" charset="2"/>
              <a:buChar char="l"/>
            </a:pPr>
            <a:r>
              <a:rPr lang="zh-CN" altLang="en-US" sz="2000" b="1">
                <a:solidFill>
                  <a:schemeClr val="accent1"/>
                </a:solidFill>
                <a:sym typeface="+mn-ea"/>
              </a:rPr>
              <a:t>星星不是星星，</a:t>
            </a:r>
          </a:p>
          <a:p>
            <a:r>
              <a:rPr lang="zh-CN" altLang="en-US" sz="1600">
                <a:sym typeface="+mn-ea"/>
              </a:rPr>
              <a:t>“散落在河床上</a:t>
            </a:r>
            <a:r>
              <a:rPr lang="en-US" altLang="zh-CN" sz="1600">
                <a:sym typeface="+mn-ea"/>
              </a:rPr>
              <a:t>/</a:t>
            </a:r>
            <a:r>
              <a:rPr lang="zh-CN" altLang="en-US" sz="1600">
                <a:sym typeface="+mn-ea"/>
              </a:rPr>
              <a:t>像是细小的金沙</a:t>
            </a:r>
            <a:r>
              <a:rPr lang="en-US" altLang="zh-CN" sz="1600">
                <a:sym typeface="+mn-ea"/>
              </a:rPr>
              <a:t>/</a:t>
            </a:r>
            <a:r>
              <a:rPr lang="zh-CN" altLang="en-US" sz="1600">
                <a:sym typeface="+mn-ea"/>
              </a:rPr>
              <a:t>用夏夜的风</a:t>
            </a:r>
            <a:r>
              <a:rPr lang="en-US" altLang="zh-CN" sz="1600">
                <a:sym typeface="+mn-ea"/>
              </a:rPr>
              <a:t>/</a:t>
            </a:r>
            <a:r>
              <a:rPr lang="zh-CN" altLang="en-US" sz="1600">
                <a:sym typeface="+mn-ea"/>
              </a:rPr>
              <a:t>来淘洗吧！你会得到宇宙的光华。”（顾城）</a:t>
            </a:r>
          </a:p>
        </p:txBody>
      </p:sp>
      <p:sp>
        <p:nvSpPr>
          <p:cNvPr id="14" name="文本框 13"/>
          <p:cNvSpPr txBox="1"/>
          <p:nvPr/>
        </p:nvSpPr>
        <p:spPr>
          <a:xfrm>
            <a:off x="5999967" y="1527220"/>
            <a:ext cx="5774499" cy="4942507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>
            <a:defPPr>
              <a:defRPr lang="zh-CN"/>
            </a:defPPr>
            <a:lvl1pPr fontAlgn="auto">
              <a:lnSpc>
                <a:spcPct val="150000"/>
              </a:lnSpc>
              <a:defRPr sz="1400">
                <a:solidFill>
                  <a:schemeClr val="tx1">
                    <a:lumMod val="75000"/>
                    <a:lumOff val="2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marL="285750" indent="-285750">
              <a:buFont typeface="Wingdings" panose="05000000000000000000" pitchFamily="2" charset="2"/>
              <a:buChar char="l"/>
            </a:pPr>
            <a:r>
              <a:rPr lang="zh-CN" altLang="en-US" sz="2000" b="1">
                <a:solidFill>
                  <a:schemeClr val="accent1"/>
                </a:solidFill>
                <a:sym typeface="+mn-ea"/>
              </a:rPr>
              <a:t>萤火虫不是萤火虫，</a:t>
            </a:r>
          </a:p>
          <a:p>
            <a:r>
              <a:rPr lang="zh-CN" altLang="en-US" sz="1600">
                <a:sym typeface="+mn-ea"/>
              </a:rPr>
              <a:t>是“夜用星漱口</a:t>
            </a:r>
            <a:r>
              <a:rPr lang="en-US" altLang="zh-CN" sz="1600">
                <a:sym typeface="+mn-ea"/>
              </a:rPr>
              <a:t>/</a:t>
            </a:r>
            <a:r>
              <a:rPr lang="zh-CN" altLang="en-US" sz="1600">
                <a:sym typeface="+mn-ea"/>
              </a:rPr>
              <a:t>吐出了你家门前的萤火虫”。（陈黎）</a:t>
            </a:r>
          </a:p>
          <a:p>
            <a:pPr marL="285750" indent="-285750">
              <a:buFont typeface="Wingdings" panose="05000000000000000000" pitchFamily="2" charset="2"/>
              <a:buChar char="l"/>
            </a:pPr>
            <a:r>
              <a:rPr lang="zh-CN" altLang="en-US" sz="2000" b="1">
                <a:solidFill>
                  <a:schemeClr val="accent1"/>
                </a:solidFill>
                <a:sym typeface="+mn-ea"/>
              </a:rPr>
              <a:t>午后的云不是云，</a:t>
            </a:r>
          </a:p>
          <a:p>
            <a:r>
              <a:rPr lang="zh-CN" altLang="en-US" sz="1600">
                <a:sym typeface="+mn-ea"/>
              </a:rPr>
              <a:t>是“一只慵懒的白孔雀在午寐”。（余光中）</a:t>
            </a:r>
          </a:p>
          <a:p>
            <a:pPr marL="285750" indent="-285750">
              <a:buFont typeface="Wingdings" panose="05000000000000000000" pitchFamily="2" charset="2"/>
              <a:buChar char="l"/>
            </a:pPr>
            <a:r>
              <a:rPr lang="zh-CN" altLang="en-US" sz="2000" b="1">
                <a:solidFill>
                  <a:schemeClr val="accent1"/>
                </a:solidFill>
                <a:sym typeface="+mn-ea"/>
              </a:rPr>
              <a:t>浪花不是浪花，</a:t>
            </a:r>
          </a:p>
          <a:p>
            <a:r>
              <a:rPr lang="zh-CN" altLang="en-US" sz="1600">
                <a:sym typeface="+mn-ea"/>
              </a:rPr>
              <a:t>是“浪在打喷嚏”。（余光中）</a:t>
            </a:r>
          </a:p>
          <a:p>
            <a:pPr marL="285750" indent="-285750">
              <a:buFont typeface="Wingdings" panose="05000000000000000000" pitchFamily="2" charset="2"/>
              <a:buChar char="l"/>
            </a:pPr>
            <a:r>
              <a:rPr lang="zh-CN" altLang="en-US" sz="2000" b="1">
                <a:solidFill>
                  <a:schemeClr val="accent1"/>
                </a:solidFill>
                <a:sym typeface="+mn-ea"/>
              </a:rPr>
              <a:t>风不是风，雨不是雨，</a:t>
            </a:r>
          </a:p>
          <a:p>
            <a:r>
              <a:rPr lang="zh-CN" altLang="en-US" sz="1600">
                <a:sym typeface="+mn-ea"/>
              </a:rPr>
              <a:t>“风是透明的河流，雨是冰凉的流星。”（李娟）</a:t>
            </a:r>
          </a:p>
          <a:p>
            <a:pPr marL="285750" indent="-285750">
              <a:buFont typeface="Wingdings" panose="05000000000000000000" pitchFamily="2" charset="2"/>
              <a:buChar char="l"/>
            </a:pPr>
            <a:r>
              <a:rPr lang="zh-CN" altLang="en-US" sz="2000" b="1">
                <a:solidFill>
                  <a:schemeClr val="accent1"/>
                </a:solidFill>
                <a:sym typeface="+mn-ea"/>
              </a:rPr>
              <a:t>红叶不是红叶，</a:t>
            </a:r>
          </a:p>
          <a:p>
            <a:r>
              <a:rPr lang="zh-CN" altLang="en-US" sz="1600">
                <a:sym typeface="+mn-ea"/>
              </a:rPr>
              <a:t>是“秋天轻轻霜齿一咬，咬出的一掌血”。（余光中）</a:t>
            </a:r>
          </a:p>
          <a:p>
            <a:pPr marL="285750" indent="-285750">
              <a:buFont typeface="Wingdings" panose="05000000000000000000" pitchFamily="2" charset="2"/>
              <a:buChar char="l"/>
            </a:pPr>
            <a:r>
              <a:rPr lang="zh-CN" altLang="en-US" sz="2000" b="1">
                <a:solidFill>
                  <a:schemeClr val="accent1"/>
                </a:solidFill>
                <a:sym typeface="+mn-ea"/>
              </a:rPr>
              <a:t>雪不是雪，</a:t>
            </a:r>
          </a:p>
          <a:p>
            <a:r>
              <a:rPr lang="zh-CN" altLang="en-US" sz="1600">
                <a:sym typeface="+mn-ea"/>
              </a:rPr>
              <a:t>“应是天仙狂醉，乱把白云揉碎。”（李白）</a:t>
            </a:r>
          </a:p>
        </p:txBody>
      </p:sp>
    </p:spTree>
  </p:cSld>
  <p:clrMapOvr>
    <a:masterClrMapping/>
  </p:clrMapOvr>
  <p:transition spd="slow" advTm="3000">
    <p:push dir="d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1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/>
      <p:bldP spid="14" grpId="0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组合 1"/>
          <p:cNvGrpSpPr/>
          <p:nvPr/>
        </p:nvGrpSpPr>
        <p:grpSpPr>
          <a:xfrm>
            <a:off x="0" y="789711"/>
            <a:ext cx="12293600" cy="5278578"/>
            <a:chOff x="4027350" y="1602462"/>
            <a:chExt cx="10649116" cy="5164375"/>
          </a:xfrm>
        </p:grpSpPr>
        <p:sp>
          <p:nvSpPr>
            <p:cNvPr id="6" name="矩形: 圆角 4"/>
            <p:cNvSpPr/>
            <p:nvPr/>
          </p:nvSpPr>
          <p:spPr>
            <a:xfrm>
              <a:off x="4027350" y="1602462"/>
              <a:ext cx="10649116" cy="5164375"/>
            </a:xfrm>
            <a:prstGeom prst="rect">
              <a:avLst/>
            </a:prstGeom>
            <a:solidFill>
              <a:schemeClr val="bg1">
                <a:alpha val="93000"/>
              </a:schemeClr>
            </a:solidFill>
            <a:ln w="57150">
              <a:noFill/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4" name="矩形: 圆角 3"/>
            <p:cNvSpPr/>
            <p:nvPr/>
          </p:nvSpPr>
          <p:spPr>
            <a:xfrm>
              <a:off x="4192533" y="1766498"/>
              <a:ext cx="10318750" cy="4842529"/>
            </a:xfrm>
            <a:prstGeom prst="rect">
              <a:avLst/>
            </a:prstGeom>
            <a:noFill/>
            <a:ln w="19050">
              <a:solidFill>
                <a:srgbClr val="0A477A"/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5" name="矩形: 圆角 4"/>
            <p:cNvSpPr/>
            <p:nvPr/>
          </p:nvSpPr>
          <p:spPr>
            <a:xfrm>
              <a:off x="4373507" y="1915827"/>
              <a:ext cx="9956800" cy="4537647"/>
            </a:xfrm>
            <a:prstGeom prst="rect">
              <a:avLst/>
            </a:prstGeom>
            <a:solidFill>
              <a:schemeClr val="bg1">
                <a:alpha val="89000"/>
              </a:schemeClr>
            </a:solidFill>
            <a:ln w="57150">
              <a:noFill/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  <p:pic>
        <p:nvPicPr>
          <p:cNvPr id="49" name="图片 48"/>
          <p:cNvPicPr>
            <a:picLocks noChangeAspect="1"/>
          </p:cNvPicPr>
          <p:nvPr/>
        </p:nvPicPr>
        <p:blipFill>
          <a:blip r:embed="rId2" cstate="email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rightnessContrast bright="20000" contrast="4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-342906" y="4114800"/>
            <a:ext cx="3276606" cy="3276606"/>
          </a:xfrm>
          <a:prstGeom prst="rect">
            <a:avLst/>
          </a:prstGeom>
        </p:spPr>
      </p:pic>
      <p:sp>
        <p:nvSpPr>
          <p:cNvPr id="14" name="文本框 13"/>
          <p:cNvSpPr txBox="1"/>
          <p:nvPr/>
        </p:nvSpPr>
        <p:spPr>
          <a:xfrm>
            <a:off x="4489583" y="4160166"/>
            <a:ext cx="6702292" cy="58477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>
            <a:defPPr>
              <a:defRPr lang="en-US"/>
            </a:defPPr>
            <a:lvl1pPr algn="ctr">
              <a:defRPr sz="2800" b="1">
                <a:solidFill>
                  <a:schemeClr val="tx1">
                    <a:lumMod val="75000"/>
                    <a:lumOff val="25000"/>
                  </a:schemeClr>
                </a:solidFill>
                <a:latin typeface="Century Gothic" panose="020B0502020202020204" pitchFamily="34" charset="0"/>
              </a:defRPr>
            </a:lvl1pPr>
          </a:lstStyle>
          <a:p>
            <a:pPr lvl="0" algn="l">
              <a:defRPr/>
            </a:pPr>
            <a:r>
              <a:rPr lang="en-US" altLang="zh-CN" sz="1600" b="0" dirty="0">
                <a:solidFill>
                  <a:schemeClr val="tx1">
                    <a:lumMod val="50000"/>
                    <a:lumOff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print the presentation and make it into a film to be used in a wider field The user can demonstrate on a projector or computer</a:t>
            </a:r>
          </a:p>
        </p:txBody>
      </p:sp>
      <p:sp>
        <p:nvSpPr>
          <p:cNvPr id="15" name="文本框 14"/>
          <p:cNvSpPr txBox="1"/>
          <p:nvPr/>
        </p:nvSpPr>
        <p:spPr>
          <a:xfrm>
            <a:off x="4402956" y="2094180"/>
            <a:ext cx="7225881" cy="2123658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>
            <a:defPPr>
              <a:defRPr lang="en-US"/>
            </a:defPPr>
            <a:lvl1pPr algn="ctr">
              <a:defRPr sz="2800" b="1">
                <a:solidFill>
                  <a:schemeClr val="tx1">
                    <a:lumMod val="75000"/>
                    <a:lumOff val="25000"/>
                  </a:schemeClr>
                </a:solidFill>
                <a:latin typeface="Century Gothic" panose="020B0502020202020204" pitchFamily="34" charset="0"/>
              </a:defRPr>
            </a:lvl1pPr>
          </a:lstStyle>
          <a:p>
            <a:pPr lvl="0" algn="l">
              <a:defRPr/>
            </a:pPr>
            <a:r>
              <a:rPr lang="zh-CN" altLang="en-US" sz="6600" b="0" spc="-300" dirty="0">
                <a:solidFill>
                  <a:srgbClr val="0A477A"/>
                </a:solidFill>
                <a:latin typeface="汉仪行楷简" panose="02010609000101010101" pitchFamily="49" charset="-122"/>
                <a:ea typeface="汉仪行楷简" panose="02010609000101010101" pitchFamily="49" charset="-122"/>
                <a:cs typeface="+mn-ea"/>
                <a:sym typeface="+mn-lt"/>
              </a:rPr>
              <a:t>不识语文真面目</a:t>
            </a:r>
          </a:p>
          <a:p>
            <a:pPr lvl="0" algn="l">
              <a:defRPr/>
            </a:pPr>
            <a:r>
              <a:rPr lang="zh-CN" altLang="en-US" sz="6600" b="0" spc="-300" dirty="0">
                <a:solidFill>
                  <a:srgbClr val="0A477A"/>
                </a:solidFill>
                <a:latin typeface="汉仪行楷简" panose="02010609000101010101" pitchFamily="49" charset="-122"/>
                <a:ea typeface="汉仪行楷简" panose="02010609000101010101" pitchFamily="49" charset="-122"/>
                <a:cs typeface="+mn-ea"/>
                <a:sym typeface="+mn-lt"/>
              </a:rPr>
              <a:t>只缘未在此山中</a:t>
            </a:r>
          </a:p>
        </p:txBody>
      </p:sp>
      <p:grpSp>
        <p:nvGrpSpPr>
          <p:cNvPr id="21" name="组合 20"/>
          <p:cNvGrpSpPr/>
          <p:nvPr/>
        </p:nvGrpSpPr>
        <p:grpSpPr>
          <a:xfrm>
            <a:off x="1281629" y="1865478"/>
            <a:ext cx="3087171" cy="3074822"/>
            <a:chOff x="1243529" y="2106778"/>
            <a:chExt cx="3087171" cy="3074822"/>
          </a:xfrm>
        </p:grpSpPr>
        <p:pic>
          <p:nvPicPr>
            <p:cNvPr id="20" name="图片 19"/>
            <p:cNvPicPr>
              <a:picLocks noChangeAspect="1"/>
            </p:cNvPicPr>
            <p:nvPr/>
          </p:nvPicPr>
          <p:blipFill>
            <a:blip r:embed="rId4" cstate="email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>
            <a:xfrm>
              <a:off x="1243529" y="2106778"/>
              <a:ext cx="3087171" cy="3074822"/>
            </a:xfrm>
            <a:prstGeom prst="rect">
              <a:avLst/>
            </a:prstGeom>
          </p:spPr>
        </p:pic>
        <p:sp>
          <p:nvSpPr>
            <p:cNvPr id="16" name="椭圆 15"/>
            <p:cNvSpPr/>
            <p:nvPr/>
          </p:nvSpPr>
          <p:spPr>
            <a:xfrm>
              <a:off x="1723196" y="2580270"/>
              <a:ext cx="2127836" cy="2127838"/>
            </a:xfrm>
            <a:prstGeom prst="ellipse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zh-CN" altLang="en-US" sz="115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汉仪行楷简" panose="02010609000101010101" pitchFamily="49" charset="-122"/>
                  <a:ea typeface="汉仪行楷简" panose="02010609000101010101" pitchFamily="49" charset="-122"/>
                </a:rPr>
                <a:t>叁</a:t>
              </a:r>
            </a:p>
          </p:txBody>
        </p:sp>
      </p:grpSp>
      <p:pic>
        <p:nvPicPr>
          <p:cNvPr id="22" name="图片 21"/>
          <p:cNvPicPr>
            <a:picLocks noChangeAspect="1"/>
          </p:cNvPicPr>
          <p:nvPr/>
        </p:nvPicPr>
        <p:blipFill>
          <a:blip r:embed="rId5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l="-3825" t="71597" r="55567" b="-10407"/>
          <a:stretch>
            <a:fillRect/>
          </a:stretch>
        </p:blipFill>
        <p:spPr>
          <a:xfrm>
            <a:off x="10269922" y="4584700"/>
            <a:ext cx="1439478" cy="889000"/>
          </a:xfrm>
          <a:prstGeom prst="rect">
            <a:avLst/>
          </a:prstGeom>
        </p:spPr>
      </p:pic>
      <p:pic>
        <p:nvPicPr>
          <p:cNvPr id="23" name="图片 22"/>
          <p:cNvPicPr>
            <a:picLocks noChangeAspect="1"/>
          </p:cNvPicPr>
          <p:nvPr/>
        </p:nvPicPr>
        <p:blipFill>
          <a:blip r:embed="rId5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l="-3825" t="71597" r="55567" b="-10407"/>
          <a:stretch>
            <a:fillRect/>
          </a:stretch>
        </p:blipFill>
        <p:spPr>
          <a:xfrm flipH="1">
            <a:off x="419098" y="1371599"/>
            <a:ext cx="1651001" cy="1019633"/>
          </a:xfrm>
          <a:prstGeom prst="rect">
            <a:avLst/>
          </a:prstGeom>
        </p:spPr>
      </p:pic>
      <p:pic>
        <p:nvPicPr>
          <p:cNvPr id="24" name="图片 23"/>
          <p:cNvPicPr>
            <a:picLocks noChangeAspect="1"/>
          </p:cNvPicPr>
          <p:nvPr/>
        </p:nvPicPr>
        <p:blipFill>
          <a:blip r:embed="rId6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 flipH="1">
            <a:off x="9080500" y="1130300"/>
            <a:ext cx="2679700" cy="1339851"/>
          </a:xfrm>
          <a:prstGeom prst="rect">
            <a:avLst/>
          </a:prstGeom>
        </p:spPr>
      </p:pic>
      <p:pic>
        <p:nvPicPr>
          <p:cNvPr id="25" name="图片 24"/>
          <p:cNvPicPr>
            <a:picLocks noChangeAspect="1"/>
          </p:cNvPicPr>
          <p:nvPr/>
        </p:nvPicPr>
        <p:blipFill>
          <a:blip r:embed="rId7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3810000" y="4206098"/>
            <a:ext cx="699860" cy="513888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2000" advTm="3000">
        <p15:prstTrans prst="drape"/>
      </p:transition>
    </mc:Choice>
    <mc:Fallback xmlns="">
      <p:transition spd="slow" advTm="3000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42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10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2" dur="10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" fill="hold">
                            <p:stCondLst>
                              <p:cond delay="1500"/>
                            </p:stCondLst>
                            <p:childTnLst>
                              <p:par>
                                <p:cTn id="15" presetID="42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10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8" dur="1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1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2500"/>
                            </p:stCondLst>
                            <p:childTnLst>
                              <p:par>
                                <p:cTn id="21" presetID="42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10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4" dur="10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5" dur="10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6" fill="hold">
                            <p:stCondLst>
                              <p:cond delay="3500"/>
                            </p:stCondLst>
                            <p:childTnLst>
                              <p:par>
                                <p:cTn id="27" presetID="53" presetClass="entr" presetSubtype="1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9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2" fill="hold">
                            <p:stCondLst>
                              <p:cond delay="4000"/>
                            </p:stCondLst>
                            <p:childTnLst>
                              <p:par>
                                <p:cTn id="33" presetID="53" presetClass="entr" presetSubtype="1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5" dur="5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6" dur="5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8" fill="hold">
                            <p:stCondLst>
                              <p:cond delay="4500"/>
                            </p:stCondLst>
                            <p:childTnLst>
                              <p:par>
                                <p:cTn id="39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1" dur="10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2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3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4" fill="hold">
                            <p:stCondLst>
                              <p:cond delay="5500"/>
                            </p:stCondLst>
                            <p:childTnLst>
                              <p:par>
                                <p:cTn id="45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7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/>
      <p:bldP spid="15" grpId="0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（一）小初语文之别</a:t>
            </a:r>
          </a:p>
        </p:txBody>
      </p:sp>
      <p:sp>
        <p:nvSpPr>
          <p:cNvPr id="3" name="TextBox 4"/>
          <p:cNvSpPr txBox="1"/>
          <p:nvPr/>
        </p:nvSpPr>
        <p:spPr>
          <a:xfrm>
            <a:off x="1568162" y="1781471"/>
            <a:ext cx="4172209" cy="523220"/>
          </a:xfrm>
          <a:prstGeom prst="rect">
            <a:avLst/>
          </a:prstGeom>
          <a:noFill/>
          <a:effectLst/>
        </p:spPr>
        <p:txBody>
          <a:bodyPr wrap="square" rtlCol="0">
            <a:spAutoFit/>
          </a:bodyPr>
          <a:lstStyle/>
          <a:p>
            <a:r>
              <a:rPr lang="zh-CN" altLang="en-US" sz="2800" b="1" dirty="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阿里巴巴普惠体 L" panose="00020600040101010101" pitchFamily="18" charset="-122"/>
                <a:sym typeface="思源黑体" panose="020B0500000000000000" pitchFamily="34" charset="-122"/>
              </a:rPr>
              <a:t>知识特点</a:t>
            </a:r>
          </a:p>
        </p:txBody>
      </p:sp>
      <p:sp>
        <p:nvSpPr>
          <p:cNvPr id="5" name="Freeform 7"/>
          <p:cNvSpPr/>
          <p:nvPr/>
        </p:nvSpPr>
        <p:spPr bwMode="auto">
          <a:xfrm>
            <a:off x="1044892" y="1848661"/>
            <a:ext cx="445705" cy="388840"/>
          </a:xfrm>
          <a:prstGeom prst="homePlate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lstStyle/>
          <a:p>
            <a:pPr defTabSz="913130" fontAlgn="base">
              <a:spcBef>
                <a:spcPct val="0"/>
              </a:spcBef>
              <a:spcAft>
                <a:spcPct val="0"/>
              </a:spcAft>
              <a:defRPr/>
            </a:pPr>
            <a:endParaRPr lang="zh-CN" altLang="en-US" sz="1900" kern="0" dirty="0">
              <a:solidFill>
                <a:prstClr val="white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阿里巴巴普惠体 L" panose="00020600040101010101" pitchFamily="18" charset="-122"/>
              <a:sym typeface="思源黑体" panose="020B0500000000000000" pitchFamily="34" charset="-122"/>
            </a:endParaRPr>
          </a:p>
        </p:txBody>
      </p:sp>
      <p:sp>
        <p:nvSpPr>
          <p:cNvPr id="6" name="矩形 5"/>
          <p:cNvSpPr>
            <a:spLocks noChangeArrowheads="1"/>
          </p:cNvSpPr>
          <p:nvPr/>
        </p:nvSpPr>
        <p:spPr bwMode="auto">
          <a:xfrm>
            <a:off x="942150" y="2429775"/>
            <a:ext cx="6736305" cy="1289897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wrap="square" lIns="91431" tIns="45716" rIns="91431" bIns="45716">
            <a:spAutoFit/>
          </a:bodyPr>
          <a:lstStyle/>
          <a:p>
            <a:pPr algn="just" defTabSz="913130" fontAlgn="base">
              <a:lnSpc>
                <a:spcPct val="150000"/>
              </a:lnSpc>
              <a:spcBef>
                <a:spcPct val="0"/>
              </a:spcBef>
              <a:spcAft>
                <a:spcPts val="500"/>
              </a:spcAft>
            </a:pPr>
            <a:r>
              <a:rPr lang="zh-CN" altLang="en-US" kern="0" spc="130" dirty="0">
                <a:solidFill>
                  <a:schemeClr val="bg2">
                    <a:lumMod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阿里巴巴普惠体 L" panose="00020600040101010101" pitchFamily="18" charset="-122"/>
                <a:sym typeface="思源黑体" panose="020B0500000000000000" pitchFamily="34" charset="-122"/>
              </a:rPr>
              <a:t>小学的知识点比较琐碎，关联性不算强，内容较为单一。初中是块状知识体系，关联性紧密，强调知识模块的综合运用，内容较为复杂。</a:t>
            </a:r>
          </a:p>
        </p:txBody>
      </p:sp>
      <p:sp>
        <p:nvSpPr>
          <p:cNvPr id="8" name="TextBox 4"/>
          <p:cNvSpPr txBox="1"/>
          <p:nvPr/>
        </p:nvSpPr>
        <p:spPr>
          <a:xfrm>
            <a:off x="1568162" y="4216447"/>
            <a:ext cx="4172209" cy="523220"/>
          </a:xfrm>
          <a:prstGeom prst="rect">
            <a:avLst/>
          </a:prstGeom>
          <a:noFill/>
          <a:effectLst/>
        </p:spPr>
        <p:txBody>
          <a:bodyPr wrap="square" rtlCol="0">
            <a:spAutoFit/>
          </a:bodyPr>
          <a:lstStyle/>
          <a:p>
            <a:r>
              <a:rPr lang="zh-CN" altLang="en-US" sz="2800" b="1" dirty="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阿里巴巴普惠体 L" panose="00020600040101010101" pitchFamily="18" charset="-122"/>
                <a:sym typeface="思源黑体" panose="020B0500000000000000" pitchFamily="34" charset="-122"/>
              </a:rPr>
              <a:t>基础知识</a:t>
            </a:r>
          </a:p>
        </p:txBody>
      </p:sp>
      <p:sp>
        <p:nvSpPr>
          <p:cNvPr id="9" name="Freeform 7"/>
          <p:cNvSpPr/>
          <p:nvPr/>
        </p:nvSpPr>
        <p:spPr bwMode="auto">
          <a:xfrm>
            <a:off x="1044892" y="4283637"/>
            <a:ext cx="445705" cy="388840"/>
          </a:xfrm>
          <a:prstGeom prst="homePlate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lstStyle/>
          <a:p>
            <a:pPr defTabSz="913130" fontAlgn="base">
              <a:spcBef>
                <a:spcPct val="0"/>
              </a:spcBef>
              <a:spcAft>
                <a:spcPct val="0"/>
              </a:spcAft>
              <a:defRPr/>
            </a:pPr>
            <a:endParaRPr lang="zh-CN" altLang="en-US" sz="1900" kern="0" dirty="0">
              <a:solidFill>
                <a:prstClr val="white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阿里巴巴普惠体 L" panose="00020600040101010101" pitchFamily="18" charset="-122"/>
              <a:sym typeface="思源黑体" panose="020B0500000000000000" pitchFamily="34" charset="-122"/>
            </a:endParaRPr>
          </a:p>
        </p:txBody>
      </p:sp>
      <p:sp>
        <p:nvSpPr>
          <p:cNvPr id="10" name="矩形 9"/>
          <p:cNvSpPr>
            <a:spLocks noChangeArrowheads="1"/>
          </p:cNvSpPr>
          <p:nvPr/>
        </p:nvSpPr>
        <p:spPr bwMode="auto">
          <a:xfrm>
            <a:off x="942149" y="4844203"/>
            <a:ext cx="6817551" cy="1294577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wrap="square" lIns="91431" tIns="45716" rIns="91431" bIns="45716">
            <a:spAutoFit/>
          </a:bodyPr>
          <a:lstStyle/>
          <a:p>
            <a:pPr algn="just" defTabSz="913130" fontAlgn="base">
              <a:lnSpc>
                <a:spcPct val="150000"/>
              </a:lnSpc>
              <a:spcBef>
                <a:spcPct val="0"/>
              </a:spcBef>
              <a:spcAft>
                <a:spcPts val="500"/>
              </a:spcAft>
            </a:pPr>
            <a:r>
              <a:rPr lang="zh-CN" altLang="en-US" kern="0" spc="130" dirty="0">
                <a:solidFill>
                  <a:schemeClr val="bg2">
                    <a:lumMod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阿里巴巴普惠体 L" panose="00020600040101010101" pitchFamily="18" charset="-122"/>
                <a:sym typeface="思源黑体" panose="020B0500000000000000" pitchFamily="34" charset="-122"/>
              </a:rPr>
              <a:t>小学语文考察拼音、字词、病句、修辞等基础知识；初中语文是审美、鉴赏、写文章能力的提升，不仅考查课内的字词、古诗文默写、文言词语解释、还考查成语、病句、名著赏析等。</a:t>
            </a:r>
          </a:p>
        </p:txBody>
      </p:sp>
      <p:pic>
        <p:nvPicPr>
          <p:cNvPr id="7" name="图片 6"/>
          <p:cNvPicPr>
            <a:picLocks noChangeAspect="1"/>
          </p:cNvPicPr>
          <p:nvPr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7692572" y="1905000"/>
            <a:ext cx="3826328" cy="422910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2000" advTm="3000">
        <p15:prstTrans prst="wind"/>
      </p:transition>
    </mc:Choice>
    <mc:Fallback xmlns="">
      <p:transition spd="slow" advTm="3000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" fill="hold">
                            <p:stCondLst>
                              <p:cond delay="1000"/>
                            </p:stCondLst>
                            <p:childTnLst>
                              <p:par>
                                <p:cTn id="11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10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2000"/>
                            </p:stCondLst>
                            <p:childTnLst>
                              <p:par>
                                <p:cTn id="17" presetID="42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0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  <p:bldP spid="10" grpId="0"/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（一）小初语文之别</a:t>
            </a:r>
          </a:p>
        </p:txBody>
      </p:sp>
      <p:sp>
        <p:nvSpPr>
          <p:cNvPr id="3" name="TextBox 4"/>
          <p:cNvSpPr txBox="1"/>
          <p:nvPr/>
        </p:nvSpPr>
        <p:spPr>
          <a:xfrm>
            <a:off x="1543110" y="1708446"/>
            <a:ext cx="4172209" cy="523220"/>
          </a:xfrm>
          <a:prstGeom prst="rect">
            <a:avLst/>
          </a:prstGeom>
          <a:noFill/>
          <a:effectLst/>
        </p:spPr>
        <p:txBody>
          <a:bodyPr wrap="square" rtlCol="0">
            <a:spAutoFit/>
          </a:bodyPr>
          <a:lstStyle/>
          <a:p>
            <a:r>
              <a:rPr lang="zh-CN" altLang="en-US" sz="2800" b="1" dirty="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阿里巴巴普惠体 L" panose="00020600040101010101" pitchFamily="18" charset="-122"/>
                <a:sym typeface="思源黑体" panose="020B0500000000000000" pitchFamily="34" charset="-122"/>
              </a:rPr>
              <a:t>阅读理解</a:t>
            </a:r>
          </a:p>
        </p:txBody>
      </p:sp>
      <p:sp>
        <p:nvSpPr>
          <p:cNvPr id="5" name="Freeform 7"/>
          <p:cNvSpPr/>
          <p:nvPr/>
        </p:nvSpPr>
        <p:spPr bwMode="auto">
          <a:xfrm>
            <a:off x="1019840" y="1775636"/>
            <a:ext cx="445705" cy="388840"/>
          </a:xfrm>
          <a:prstGeom prst="homePlate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lstStyle/>
          <a:p>
            <a:pPr defTabSz="913130" fontAlgn="base">
              <a:spcBef>
                <a:spcPct val="0"/>
              </a:spcBef>
              <a:spcAft>
                <a:spcPct val="0"/>
              </a:spcAft>
              <a:defRPr/>
            </a:pPr>
            <a:endParaRPr lang="zh-CN" altLang="en-US" sz="1900" kern="0" dirty="0">
              <a:solidFill>
                <a:prstClr val="white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阿里巴巴普惠体 L" panose="00020600040101010101" pitchFamily="18" charset="-122"/>
              <a:sym typeface="思源黑体" panose="020B0500000000000000" pitchFamily="34" charset="-122"/>
            </a:endParaRPr>
          </a:p>
        </p:txBody>
      </p:sp>
      <p:sp>
        <p:nvSpPr>
          <p:cNvPr id="6" name="矩形 5"/>
          <p:cNvSpPr>
            <a:spLocks noChangeArrowheads="1"/>
          </p:cNvSpPr>
          <p:nvPr/>
        </p:nvSpPr>
        <p:spPr bwMode="auto">
          <a:xfrm>
            <a:off x="917098" y="2281594"/>
            <a:ext cx="9492031" cy="879079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wrap="square" lIns="91431" tIns="45716" rIns="91431" bIns="45716">
            <a:spAutoFit/>
          </a:bodyPr>
          <a:lstStyle/>
          <a:p>
            <a:pPr algn="just" defTabSz="913130" fontAlgn="base">
              <a:lnSpc>
                <a:spcPct val="150000"/>
              </a:lnSpc>
              <a:spcBef>
                <a:spcPct val="0"/>
              </a:spcBef>
              <a:spcAft>
                <a:spcPts val="500"/>
              </a:spcAft>
            </a:pPr>
            <a:r>
              <a:rPr lang="zh-CN" altLang="en-US" kern="0" spc="130" dirty="0">
                <a:solidFill>
                  <a:schemeClr val="bg2">
                    <a:lumMod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阿里巴巴普惠体 L" panose="00020600040101010101" pitchFamily="18" charset="-122"/>
                <a:sym typeface="思源黑体" panose="020B0500000000000000" pitchFamily="34" charset="-122"/>
              </a:rPr>
              <a:t>很多同学和老师反映，阅读理解不会做，阅读理解，重点在阅读。小学语文的阅读理解侧重考察学生对文章的理解，一般就是信息提取、逻辑推理。</a:t>
            </a:r>
          </a:p>
        </p:txBody>
      </p:sp>
      <p:sp>
        <p:nvSpPr>
          <p:cNvPr id="8" name="TextBox 4"/>
          <p:cNvSpPr txBox="1"/>
          <p:nvPr/>
        </p:nvSpPr>
        <p:spPr>
          <a:xfrm>
            <a:off x="1543110" y="4249247"/>
            <a:ext cx="4172209" cy="523220"/>
          </a:xfrm>
          <a:prstGeom prst="rect">
            <a:avLst/>
          </a:prstGeom>
          <a:noFill/>
          <a:effectLst/>
        </p:spPr>
        <p:txBody>
          <a:bodyPr wrap="square" rtlCol="0">
            <a:spAutoFit/>
          </a:bodyPr>
          <a:lstStyle/>
          <a:p>
            <a:r>
              <a:rPr lang="zh-CN" altLang="en-US" sz="2800" b="1" dirty="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阿里巴巴普惠体 L" panose="00020600040101010101" pitchFamily="18" charset="-122"/>
                <a:sym typeface="思源黑体" panose="020B0500000000000000" pitchFamily="34" charset="-122"/>
              </a:rPr>
              <a:t>作文方面</a:t>
            </a:r>
          </a:p>
        </p:txBody>
      </p:sp>
      <p:sp>
        <p:nvSpPr>
          <p:cNvPr id="9" name="Freeform 7"/>
          <p:cNvSpPr/>
          <p:nvPr/>
        </p:nvSpPr>
        <p:spPr bwMode="auto">
          <a:xfrm>
            <a:off x="1019840" y="4316437"/>
            <a:ext cx="445705" cy="388840"/>
          </a:xfrm>
          <a:prstGeom prst="homePlate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lstStyle/>
          <a:p>
            <a:pPr defTabSz="913130" fontAlgn="base">
              <a:spcBef>
                <a:spcPct val="0"/>
              </a:spcBef>
              <a:spcAft>
                <a:spcPct val="0"/>
              </a:spcAft>
              <a:defRPr/>
            </a:pPr>
            <a:endParaRPr lang="zh-CN" altLang="en-US" sz="1900" kern="0" dirty="0">
              <a:solidFill>
                <a:prstClr val="white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阿里巴巴普惠体 L" panose="00020600040101010101" pitchFamily="18" charset="-122"/>
              <a:sym typeface="思源黑体" panose="020B0500000000000000" pitchFamily="34" charset="-122"/>
            </a:endParaRPr>
          </a:p>
        </p:txBody>
      </p:sp>
      <p:sp>
        <p:nvSpPr>
          <p:cNvPr id="10" name="矩形 9"/>
          <p:cNvSpPr>
            <a:spLocks noChangeArrowheads="1"/>
          </p:cNvSpPr>
          <p:nvPr/>
        </p:nvSpPr>
        <p:spPr bwMode="auto">
          <a:xfrm>
            <a:off x="917097" y="4877003"/>
            <a:ext cx="9629818" cy="1358697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wrap="square" lIns="91431" tIns="45716" rIns="91431" bIns="45716">
            <a:spAutoFit/>
          </a:bodyPr>
          <a:lstStyle/>
          <a:p>
            <a:pPr algn="just" defTabSz="913130" fontAlgn="base">
              <a:lnSpc>
                <a:spcPct val="150000"/>
              </a:lnSpc>
              <a:spcBef>
                <a:spcPct val="0"/>
              </a:spcBef>
              <a:spcAft>
                <a:spcPts val="500"/>
              </a:spcAft>
            </a:pPr>
            <a:r>
              <a:rPr lang="zh-CN" altLang="en-US" kern="0" spc="130" dirty="0">
                <a:solidFill>
                  <a:schemeClr val="bg2">
                    <a:lumMod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阿里巴巴普惠体 L" panose="00020600040101010101" pitchFamily="18" charset="-122"/>
                <a:sym typeface="思源黑体" panose="020B0500000000000000" pitchFamily="34" charset="-122"/>
              </a:rPr>
              <a:t>小学作文要求语句通顺，字数</a:t>
            </a:r>
            <a:r>
              <a:rPr lang="en-US" altLang="zh-CN" kern="0" spc="130" dirty="0">
                <a:solidFill>
                  <a:schemeClr val="bg2">
                    <a:lumMod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阿里巴巴普惠体 L" panose="00020600040101010101" pitchFamily="18" charset="-122"/>
                <a:sym typeface="思源黑体" panose="020B0500000000000000" pitchFamily="34" charset="-122"/>
              </a:rPr>
              <a:t>200-500</a:t>
            </a:r>
            <a:r>
              <a:rPr lang="zh-CN" altLang="en-US" kern="0" spc="130" dirty="0">
                <a:solidFill>
                  <a:schemeClr val="bg2">
                    <a:lumMod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阿里巴巴普惠体 L" panose="00020600040101010101" pitchFamily="18" charset="-122"/>
                <a:sym typeface="思源黑体" panose="020B0500000000000000" pitchFamily="34" charset="-122"/>
              </a:rPr>
              <a:t>，文章大意表达清楚。</a:t>
            </a:r>
          </a:p>
          <a:p>
            <a:pPr algn="just" defTabSz="913130" fontAlgn="base">
              <a:lnSpc>
                <a:spcPct val="150000"/>
              </a:lnSpc>
              <a:spcBef>
                <a:spcPct val="0"/>
              </a:spcBef>
              <a:spcAft>
                <a:spcPts val="500"/>
              </a:spcAft>
            </a:pPr>
            <a:r>
              <a:rPr lang="zh-CN" altLang="en-US" kern="0" spc="130" dirty="0">
                <a:solidFill>
                  <a:schemeClr val="bg2">
                    <a:lumMod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阿里巴巴普惠体 L" panose="00020600040101010101" pitchFamily="18" charset="-122"/>
                <a:sym typeface="思源黑体" panose="020B0500000000000000" pitchFamily="34" charset="-122"/>
              </a:rPr>
              <a:t>初中作文要求严格具体，要求作者能用多种的写作方式表达自己的真情实感，语言精练，字数</a:t>
            </a:r>
            <a:r>
              <a:rPr lang="en-US" altLang="zh-CN" kern="0" spc="130" dirty="0">
                <a:solidFill>
                  <a:schemeClr val="bg2">
                    <a:lumMod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阿里巴巴普惠体 L" panose="00020600040101010101" pitchFamily="18" charset="-122"/>
                <a:sym typeface="思源黑体" panose="020B0500000000000000" pitchFamily="34" charset="-122"/>
              </a:rPr>
              <a:t>500-800</a:t>
            </a:r>
            <a:r>
              <a:rPr lang="zh-CN" altLang="en-US" kern="0" spc="130" dirty="0">
                <a:solidFill>
                  <a:schemeClr val="bg2">
                    <a:lumMod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阿里巴巴普惠体 L" panose="00020600040101010101" pitchFamily="18" charset="-122"/>
                <a:sym typeface="思源黑体" panose="020B0500000000000000" pitchFamily="34" charset="-122"/>
              </a:rPr>
              <a:t>。</a:t>
            </a:r>
          </a:p>
        </p:txBody>
      </p:sp>
      <p:sp>
        <p:nvSpPr>
          <p:cNvPr id="2" name="矩形 1"/>
          <p:cNvSpPr>
            <a:spLocks noChangeArrowheads="1"/>
          </p:cNvSpPr>
          <p:nvPr/>
        </p:nvSpPr>
        <p:spPr bwMode="auto">
          <a:xfrm>
            <a:off x="917098" y="3251715"/>
            <a:ext cx="9492031" cy="879079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wrap="square" lIns="91431" tIns="45716" rIns="91431" bIns="45716">
            <a:spAutoFit/>
          </a:bodyPr>
          <a:lstStyle/>
          <a:p>
            <a:pPr algn="just" defTabSz="913130" fontAlgn="base">
              <a:lnSpc>
                <a:spcPct val="150000"/>
              </a:lnSpc>
              <a:spcBef>
                <a:spcPct val="0"/>
              </a:spcBef>
              <a:spcAft>
                <a:spcPts val="500"/>
              </a:spcAft>
            </a:pPr>
            <a:r>
              <a:rPr lang="zh-CN" altLang="en-US" kern="0" spc="130" dirty="0">
                <a:solidFill>
                  <a:schemeClr val="bg2">
                    <a:lumMod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阿里巴巴普惠体 L" panose="00020600040101010101" pitchFamily="18" charset="-122"/>
                <a:sym typeface="思源黑体" panose="020B0500000000000000" pitchFamily="34" charset="-122"/>
              </a:rPr>
              <a:t>初中语文的阅读理解侧重考察学生对文章的赏析，要求学生对文章要有更深层次的理解和思考，除了信息提取和逻辑推理外，更难的是情感体验、审美鉴赏、总结概括。</a:t>
            </a:r>
          </a:p>
        </p:txBody>
      </p:sp>
    </p:spTree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 advTm="3000">
        <p15:prstTrans prst="peelOff"/>
      </p:transition>
    </mc:Choice>
    <mc:Fallback xmlns="">
      <p:transition spd="slow" advTm="3000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" fill="hold">
                            <p:stCondLst>
                              <p:cond delay="1000"/>
                            </p:stCondLst>
                            <p:childTnLst>
                              <p:par>
                                <p:cTn id="11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10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2000"/>
                            </p:stCondLst>
                            <p:childTnLst>
                              <p:par>
                                <p:cTn id="17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0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  <p:bldP spid="10" grpId="0"/>
      <p:bldP spid="2" grpId="0"/>
    </p:bld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（二）初中语文学习方法</a:t>
            </a:r>
          </a:p>
        </p:txBody>
      </p:sp>
      <p:grpSp>
        <p:nvGrpSpPr>
          <p:cNvPr id="40" name="组合 39"/>
          <p:cNvGrpSpPr/>
          <p:nvPr/>
        </p:nvGrpSpPr>
        <p:grpSpPr>
          <a:xfrm>
            <a:off x="948468" y="1731575"/>
            <a:ext cx="9912830" cy="4281477"/>
            <a:chOff x="1111307" y="1481054"/>
            <a:chExt cx="9912830" cy="4281477"/>
          </a:xfrm>
        </p:grpSpPr>
        <p:sp>
          <p:nvSpPr>
            <p:cNvPr id="7" name="椭圆 6"/>
            <p:cNvSpPr/>
            <p:nvPr/>
          </p:nvSpPr>
          <p:spPr>
            <a:xfrm>
              <a:off x="5585265" y="3209317"/>
              <a:ext cx="1021471" cy="54000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1" name="TextBox 39"/>
            <p:cNvSpPr txBox="1"/>
            <p:nvPr>
              <p:custDataLst>
                <p:tags r:id="rId1"/>
              </p:custDataLst>
            </p:nvPr>
          </p:nvSpPr>
          <p:spPr>
            <a:xfrm>
              <a:off x="5654591" y="3221050"/>
              <a:ext cx="882820" cy="460832"/>
            </a:xfrm>
            <a:prstGeom prst="rect">
              <a:avLst/>
            </a:prstGeom>
          </p:spPr>
          <p:txBody>
            <a:bodyPr wrap="square" lIns="0" tIns="0" rIns="0" bIns="0" rtlCol="0" anchor="t">
              <a:spAutoFit/>
            </a:bodyPr>
            <a:lstStyle>
              <a:defPPr>
                <a:defRPr lang="zh-CN"/>
              </a:defPPr>
              <a:lvl1pPr algn="ctr">
                <a:lnSpc>
                  <a:spcPts val="3920"/>
                </a:lnSpc>
                <a:defRPr sz="2400">
                  <a:solidFill>
                    <a:srgbClr val="AD4B3D"/>
                  </a:solidFill>
                  <a:latin typeface="演示秋鸿楷" panose="00000500000000000000" pitchFamily="2" charset="-122"/>
                  <a:ea typeface="演示秋鸿楷" panose="00000500000000000000" pitchFamily="2" charset="-122"/>
                </a:defRPr>
              </a:lvl1pPr>
            </a:lstStyle>
            <a:p>
              <a:r>
                <a:rPr lang="zh-CN" altLang="en-US" b="1" dirty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sym typeface="+mn-ea"/>
                </a:rPr>
                <a:t>思</a:t>
              </a:r>
            </a:p>
          </p:txBody>
        </p:sp>
        <p:sp>
          <p:nvSpPr>
            <p:cNvPr id="12" name="椭圆 11"/>
            <p:cNvSpPr/>
            <p:nvPr/>
          </p:nvSpPr>
          <p:spPr>
            <a:xfrm>
              <a:off x="2634957" y="3209317"/>
              <a:ext cx="1021471" cy="54000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3" name="TextBox 39"/>
            <p:cNvSpPr txBox="1"/>
            <p:nvPr>
              <p:custDataLst>
                <p:tags r:id="rId2"/>
              </p:custDataLst>
            </p:nvPr>
          </p:nvSpPr>
          <p:spPr>
            <a:xfrm>
              <a:off x="2704283" y="3221050"/>
              <a:ext cx="882820" cy="460832"/>
            </a:xfrm>
            <a:prstGeom prst="rect">
              <a:avLst/>
            </a:prstGeom>
          </p:spPr>
          <p:txBody>
            <a:bodyPr wrap="square" lIns="0" tIns="0" rIns="0" bIns="0" rtlCol="0" anchor="t">
              <a:spAutoFit/>
            </a:bodyPr>
            <a:lstStyle>
              <a:defPPr>
                <a:defRPr lang="zh-CN"/>
              </a:defPPr>
              <a:lvl1pPr algn="ctr">
                <a:lnSpc>
                  <a:spcPts val="3920"/>
                </a:lnSpc>
                <a:defRPr sz="2400">
                  <a:solidFill>
                    <a:srgbClr val="AD4B3D"/>
                  </a:solidFill>
                  <a:latin typeface="演示秋鸿楷" panose="00000500000000000000" pitchFamily="2" charset="-122"/>
                  <a:ea typeface="演示秋鸿楷" panose="00000500000000000000" pitchFamily="2" charset="-122"/>
                </a:defRPr>
              </a:lvl1pPr>
            </a:lstStyle>
            <a:p>
              <a:r>
                <a:rPr lang="zh-CN" altLang="en-US" b="1" dirty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sym typeface="+mn-ea"/>
                </a:rPr>
                <a:t>听</a:t>
              </a:r>
            </a:p>
          </p:txBody>
        </p:sp>
        <p:sp>
          <p:nvSpPr>
            <p:cNvPr id="15" name="TextBox 39"/>
            <p:cNvSpPr txBox="1"/>
            <p:nvPr>
              <p:custDataLst>
                <p:tags r:id="rId3"/>
              </p:custDataLst>
            </p:nvPr>
          </p:nvSpPr>
          <p:spPr>
            <a:xfrm>
              <a:off x="8492647" y="3221050"/>
              <a:ext cx="1014608" cy="519351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txBody>
            <a:bodyPr wrap="square" lIns="0" tIns="0" rIns="0" bIns="0" rtlCol="0" anchor="t">
              <a:spAutoFit/>
            </a:bodyPr>
            <a:lstStyle>
              <a:defPPr>
                <a:defRPr lang="zh-CN"/>
              </a:defPPr>
              <a:lvl1pPr algn="ctr">
                <a:lnSpc>
                  <a:spcPts val="3920"/>
                </a:lnSpc>
                <a:defRPr sz="2400">
                  <a:solidFill>
                    <a:srgbClr val="AD4B3D"/>
                  </a:solidFill>
                  <a:latin typeface="演示秋鸿楷" panose="00000500000000000000" pitchFamily="2" charset="-122"/>
                  <a:ea typeface="演示秋鸿楷" panose="00000500000000000000" pitchFamily="2" charset="-122"/>
                </a:defRPr>
              </a:lvl1pPr>
            </a:lstStyle>
            <a:p>
              <a:pPr>
                <a:lnSpc>
                  <a:spcPct val="100000"/>
                </a:lnSpc>
              </a:pPr>
              <a:r>
                <a:rPr lang="zh-CN" altLang="en-US" b="1" dirty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sym typeface="+mn-ea"/>
                </a:rPr>
                <a:t>读</a:t>
              </a:r>
            </a:p>
          </p:txBody>
        </p:sp>
        <p:sp>
          <p:nvSpPr>
            <p:cNvPr id="16" name="椭圆 15"/>
            <p:cNvSpPr/>
            <p:nvPr/>
          </p:nvSpPr>
          <p:spPr>
            <a:xfrm>
              <a:off x="5606414" y="1642579"/>
              <a:ext cx="1021471" cy="54000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7" name="TextBox 39"/>
            <p:cNvSpPr txBox="1"/>
            <p:nvPr>
              <p:custDataLst>
                <p:tags r:id="rId4"/>
              </p:custDataLst>
            </p:nvPr>
          </p:nvSpPr>
          <p:spPr>
            <a:xfrm>
              <a:off x="5675739" y="1654312"/>
              <a:ext cx="882820" cy="460832"/>
            </a:xfrm>
            <a:prstGeom prst="rect">
              <a:avLst/>
            </a:prstGeom>
          </p:spPr>
          <p:txBody>
            <a:bodyPr wrap="square" lIns="0" tIns="0" rIns="0" bIns="0" rtlCol="0" anchor="t">
              <a:spAutoFit/>
            </a:bodyPr>
            <a:lstStyle>
              <a:defPPr>
                <a:defRPr lang="zh-CN"/>
              </a:defPPr>
              <a:lvl1pPr algn="ctr">
                <a:lnSpc>
                  <a:spcPts val="3920"/>
                </a:lnSpc>
                <a:defRPr sz="2400">
                  <a:solidFill>
                    <a:srgbClr val="AD4B3D"/>
                  </a:solidFill>
                  <a:latin typeface="演示秋鸿楷" panose="00000500000000000000" pitchFamily="2" charset="-122"/>
                  <a:ea typeface="演示秋鸿楷" panose="00000500000000000000" pitchFamily="2" charset="-122"/>
                </a:defRPr>
              </a:lvl1pPr>
            </a:lstStyle>
            <a:p>
              <a:r>
                <a:rPr lang="zh-CN" altLang="en-US" b="1" dirty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sym typeface="+mn-ea"/>
                </a:rPr>
                <a:t>说</a:t>
              </a:r>
            </a:p>
          </p:txBody>
        </p:sp>
        <p:sp>
          <p:nvSpPr>
            <p:cNvPr id="18" name="椭圆 17"/>
            <p:cNvSpPr/>
            <p:nvPr/>
          </p:nvSpPr>
          <p:spPr>
            <a:xfrm>
              <a:off x="5606414" y="4794679"/>
              <a:ext cx="1021471" cy="54000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9" name="TextBox 39"/>
            <p:cNvSpPr txBox="1"/>
            <p:nvPr>
              <p:custDataLst>
                <p:tags r:id="rId5"/>
              </p:custDataLst>
            </p:nvPr>
          </p:nvSpPr>
          <p:spPr>
            <a:xfrm>
              <a:off x="5675739" y="4806412"/>
              <a:ext cx="882820" cy="460832"/>
            </a:xfrm>
            <a:prstGeom prst="rect">
              <a:avLst/>
            </a:prstGeom>
          </p:spPr>
          <p:txBody>
            <a:bodyPr wrap="square" lIns="0" tIns="0" rIns="0" bIns="0" rtlCol="0" anchor="t">
              <a:spAutoFit/>
            </a:bodyPr>
            <a:lstStyle>
              <a:defPPr>
                <a:defRPr lang="zh-CN"/>
              </a:defPPr>
              <a:lvl1pPr algn="ctr">
                <a:lnSpc>
                  <a:spcPts val="3920"/>
                </a:lnSpc>
                <a:defRPr sz="2400">
                  <a:solidFill>
                    <a:srgbClr val="AD4B3D"/>
                  </a:solidFill>
                  <a:latin typeface="演示秋鸿楷" panose="00000500000000000000" pitchFamily="2" charset="-122"/>
                  <a:ea typeface="演示秋鸿楷" panose="00000500000000000000" pitchFamily="2" charset="-122"/>
                </a:defRPr>
              </a:lvl1pPr>
            </a:lstStyle>
            <a:p>
              <a:r>
                <a:rPr lang="zh-CN" altLang="en-US" b="1" dirty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sym typeface="+mn-ea"/>
                </a:rPr>
                <a:t>写</a:t>
              </a:r>
            </a:p>
          </p:txBody>
        </p:sp>
        <p:cxnSp>
          <p:nvCxnSpPr>
            <p:cNvPr id="20" name="直接连接符 19"/>
            <p:cNvCxnSpPr/>
            <p:nvPr/>
          </p:nvCxnSpPr>
          <p:spPr>
            <a:xfrm flipH="1" flipV="1">
              <a:off x="3145692" y="1871634"/>
              <a:ext cx="0" cy="1260000"/>
            </a:xfrm>
            <a:prstGeom prst="line">
              <a:avLst/>
            </a:prstGeom>
            <a:ln w="19050">
              <a:solidFill>
                <a:schemeClr val="accent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直接箭头连接符 20"/>
            <p:cNvCxnSpPr/>
            <p:nvPr/>
          </p:nvCxnSpPr>
          <p:spPr>
            <a:xfrm>
              <a:off x="3145692" y="1878604"/>
              <a:ext cx="2299765" cy="0"/>
            </a:xfrm>
            <a:prstGeom prst="straightConnector1">
              <a:avLst/>
            </a:prstGeom>
            <a:ln w="19050">
              <a:solidFill>
                <a:schemeClr val="accent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2" name="文本框 21"/>
            <p:cNvSpPr txBox="1"/>
            <p:nvPr/>
          </p:nvSpPr>
          <p:spPr>
            <a:xfrm>
              <a:off x="3400625" y="1481054"/>
              <a:ext cx="1922145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zh-CN" altLang="en-US" b="1" dirty="0">
                  <a:solidFill>
                    <a:schemeClr val="accent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汉仪颜楷简" panose="00020600040101010101" charset="-122"/>
                </a:rPr>
                <a:t>复述</a:t>
              </a:r>
              <a:r>
                <a:rPr lang="en-US" altLang="zh-CN" b="1" dirty="0">
                  <a:solidFill>
                    <a:schemeClr val="accent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汉仪颜楷简" panose="00020600040101010101" charset="-122"/>
                </a:rPr>
                <a:t>/</a:t>
              </a:r>
              <a:r>
                <a:rPr lang="zh-CN" altLang="en-US" b="1" dirty="0">
                  <a:solidFill>
                    <a:schemeClr val="accent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汉仪颜楷简" panose="00020600040101010101" charset="-122"/>
                </a:rPr>
                <a:t>回答</a:t>
              </a:r>
              <a:r>
                <a:rPr lang="en-US" altLang="zh-CN" b="1" dirty="0">
                  <a:solidFill>
                    <a:schemeClr val="accent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汉仪颜楷简" panose="00020600040101010101" charset="-122"/>
                </a:rPr>
                <a:t>/</a:t>
              </a:r>
              <a:r>
                <a:rPr lang="zh-CN" altLang="en-US" b="1" dirty="0">
                  <a:solidFill>
                    <a:schemeClr val="accent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汉仪颜楷简" panose="00020600040101010101" charset="-122"/>
                </a:rPr>
                <a:t>讨论</a:t>
              </a:r>
            </a:p>
          </p:txBody>
        </p:sp>
        <p:sp>
          <p:nvSpPr>
            <p:cNvPr id="23" name="文本框 22"/>
            <p:cNvSpPr txBox="1"/>
            <p:nvPr/>
          </p:nvSpPr>
          <p:spPr>
            <a:xfrm>
              <a:off x="6910176" y="1481054"/>
              <a:ext cx="1922145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zh-CN" altLang="en-US" b="1" dirty="0">
                  <a:solidFill>
                    <a:schemeClr val="accent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汉仪颜楷简" panose="00020600040101010101" charset="-122"/>
                </a:rPr>
                <a:t>提问</a:t>
              </a:r>
              <a:r>
                <a:rPr lang="en-US" altLang="zh-CN" b="1" dirty="0">
                  <a:solidFill>
                    <a:schemeClr val="accent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汉仪颜楷简" panose="00020600040101010101" charset="-122"/>
                </a:rPr>
                <a:t>/</a:t>
              </a:r>
              <a:r>
                <a:rPr lang="zh-CN" altLang="en-US" b="1" dirty="0">
                  <a:solidFill>
                    <a:schemeClr val="accent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汉仪颜楷简" panose="00020600040101010101" charset="-122"/>
                </a:rPr>
                <a:t>推荐</a:t>
              </a:r>
              <a:r>
                <a:rPr lang="en-US" altLang="zh-CN" b="1" dirty="0">
                  <a:solidFill>
                    <a:schemeClr val="accent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汉仪颜楷简" panose="00020600040101010101" charset="-122"/>
                </a:rPr>
                <a:t>/</a:t>
              </a:r>
              <a:r>
                <a:rPr lang="zh-CN" altLang="en-US" b="1" dirty="0">
                  <a:solidFill>
                    <a:schemeClr val="accent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汉仪颜楷简" panose="00020600040101010101" charset="-122"/>
                </a:rPr>
                <a:t>分享</a:t>
              </a:r>
            </a:p>
          </p:txBody>
        </p:sp>
        <p:cxnSp>
          <p:nvCxnSpPr>
            <p:cNvPr id="24" name="直接箭头连接符 23"/>
            <p:cNvCxnSpPr/>
            <p:nvPr/>
          </p:nvCxnSpPr>
          <p:spPr>
            <a:xfrm flipH="1">
              <a:off x="6117149" y="3845041"/>
              <a:ext cx="0" cy="864000"/>
            </a:xfrm>
            <a:prstGeom prst="straightConnector1">
              <a:avLst/>
            </a:prstGeom>
            <a:ln w="19050">
              <a:solidFill>
                <a:schemeClr val="accent1"/>
              </a:solidFill>
              <a:headEnd type="triangle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" name="直接连接符 24"/>
            <p:cNvCxnSpPr/>
            <p:nvPr/>
          </p:nvCxnSpPr>
          <p:spPr>
            <a:xfrm flipH="1">
              <a:off x="9058424" y="3872337"/>
              <a:ext cx="0" cy="1260000"/>
            </a:xfrm>
            <a:prstGeom prst="line">
              <a:avLst/>
            </a:prstGeom>
            <a:ln w="19050">
              <a:solidFill>
                <a:schemeClr val="accent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" name="直接箭头连接符 25"/>
            <p:cNvCxnSpPr/>
            <p:nvPr/>
          </p:nvCxnSpPr>
          <p:spPr>
            <a:xfrm flipH="1" flipV="1">
              <a:off x="6758659" y="5125367"/>
              <a:ext cx="2299765" cy="0"/>
            </a:xfrm>
            <a:prstGeom prst="straightConnector1">
              <a:avLst/>
            </a:prstGeom>
            <a:ln w="19050">
              <a:solidFill>
                <a:schemeClr val="accent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" name="直接箭头连接符 26"/>
            <p:cNvCxnSpPr/>
            <p:nvPr/>
          </p:nvCxnSpPr>
          <p:spPr>
            <a:xfrm flipH="1">
              <a:off x="6117149" y="2257764"/>
              <a:ext cx="0" cy="864000"/>
            </a:xfrm>
            <a:prstGeom prst="straightConnector1">
              <a:avLst/>
            </a:prstGeom>
            <a:ln w="19050">
              <a:solidFill>
                <a:schemeClr val="accent1"/>
              </a:solidFill>
              <a:headEnd type="triangle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" name="直接箭头连接符 27"/>
            <p:cNvCxnSpPr/>
            <p:nvPr/>
          </p:nvCxnSpPr>
          <p:spPr>
            <a:xfrm flipH="1">
              <a:off x="3738593" y="3504157"/>
              <a:ext cx="1734160" cy="0"/>
            </a:xfrm>
            <a:prstGeom prst="straightConnector1">
              <a:avLst/>
            </a:prstGeom>
            <a:ln w="19050">
              <a:solidFill>
                <a:schemeClr val="accent1"/>
              </a:solidFill>
              <a:headEnd type="triangle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" name="直接箭头连接符 28"/>
            <p:cNvCxnSpPr/>
            <p:nvPr/>
          </p:nvCxnSpPr>
          <p:spPr>
            <a:xfrm flipH="1">
              <a:off x="6682477" y="3504157"/>
              <a:ext cx="1734160" cy="0"/>
            </a:xfrm>
            <a:prstGeom prst="straightConnector1">
              <a:avLst/>
            </a:prstGeom>
            <a:ln w="19050">
              <a:solidFill>
                <a:schemeClr val="accent1"/>
              </a:solidFill>
              <a:headEnd type="triangle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0" name="文本框 29"/>
            <p:cNvSpPr txBox="1"/>
            <p:nvPr/>
          </p:nvSpPr>
          <p:spPr>
            <a:xfrm>
              <a:off x="3400515" y="5393199"/>
              <a:ext cx="1922145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zh-CN" altLang="en-US" b="1" dirty="0">
                  <a:solidFill>
                    <a:schemeClr val="accent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汉仪颜楷简" panose="00020600040101010101" charset="-122"/>
                </a:rPr>
                <a:t>记录</a:t>
              </a:r>
              <a:r>
                <a:rPr lang="en-US" altLang="zh-CN" b="1" dirty="0">
                  <a:solidFill>
                    <a:schemeClr val="accent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汉仪颜楷简" panose="00020600040101010101" charset="-122"/>
                </a:rPr>
                <a:t>/</a:t>
              </a:r>
              <a:r>
                <a:rPr lang="zh-CN" altLang="en-US" b="1" dirty="0">
                  <a:solidFill>
                    <a:schemeClr val="accent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汉仪颜楷简" panose="00020600040101010101" charset="-122"/>
                </a:rPr>
                <a:t>复盘</a:t>
              </a:r>
              <a:r>
                <a:rPr lang="en-US" altLang="zh-CN" b="1" dirty="0">
                  <a:solidFill>
                    <a:schemeClr val="accent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汉仪颜楷简" panose="00020600040101010101" charset="-122"/>
                </a:rPr>
                <a:t>/</a:t>
              </a:r>
              <a:r>
                <a:rPr lang="zh-CN" altLang="en-US" b="1" dirty="0">
                  <a:solidFill>
                    <a:schemeClr val="accent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汉仪颜楷简" panose="00020600040101010101" charset="-122"/>
                </a:rPr>
                <a:t>总结</a:t>
              </a:r>
            </a:p>
          </p:txBody>
        </p:sp>
        <p:sp>
          <p:nvSpPr>
            <p:cNvPr id="31" name="文本框 30"/>
            <p:cNvSpPr txBox="1"/>
            <p:nvPr/>
          </p:nvSpPr>
          <p:spPr>
            <a:xfrm>
              <a:off x="6910066" y="5393199"/>
              <a:ext cx="1922145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zh-CN" altLang="en-US" b="1" dirty="0">
                  <a:solidFill>
                    <a:schemeClr val="accent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汉仪颜楷简" panose="00020600040101010101" charset="-122"/>
                </a:rPr>
                <a:t>笔记</a:t>
              </a:r>
              <a:r>
                <a:rPr lang="en-US" altLang="zh-CN" b="1" dirty="0">
                  <a:solidFill>
                    <a:schemeClr val="accent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汉仪颜楷简" panose="00020600040101010101" charset="-122"/>
                </a:rPr>
                <a:t>/</a:t>
              </a:r>
              <a:r>
                <a:rPr lang="zh-CN" altLang="en-US" b="1" dirty="0">
                  <a:solidFill>
                    <a:schemeClr val="accent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汉仪颜楷简" panose="00020600040101010101" charset="-122"/>
                </a:rPr>
                <a:t>心得</a:t>
              </a:r>
              <a:r>
                <a:rPr lang="en-US" altLang="zh-CN" b="1" dirty="0">
                  <a:solidFill>
                    <a:schemeClr val="accent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汉仪颜楷简" panose="00020600040101010101" charset="-122"/>
                </a:rPr>
                <a:t>/</a:t>
              </a:r>
              <a:r>
                <a:rPr lang="zh-CN" altLang="en-US" b="1" dirty="0">
                  <a:solidFill>
                    <a:schemeClr val="accent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汉仪颜楷简" panose="00020600040101010101" charset="-122"/>
                </a:rPr>
                <a:t>创作</a:t>
              </a:r>
            </a:p>
          </p:txBody>
        </p:sp>
        <p:cxnSp>
          <p:nvCxnSpPr>
            <p:cNvPr id="32" name="直接连接符 31"/>
            <p:cNvCxnSpPr/>
            <p:nvPr/>
          </p:nvCxnSpPr>
          <p:spPr>
            <a:xfrm rot="5400000" flipH="1" flipV="1">
              <a:off x="7904216" y="728404"/>
              <a:ext cx="0" cy="2300400"/>
            </a:xfrm>
            <a:prstGeom prst="line">
              <a:avLst/>
            </a:prstGeom>
            <a:ln w="19050">
              <a:solidFill>
                <a:schemeClr val="accent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" name="直接箭头连接符 32"/>
            <p:cNvCxnSpPr/>
            <p:nvPr/>
          </p:nvCxnSpPr>
          <p:spPr>
            <a:xfrm rot="5400000">
              <a:off x="8424416" y="2500461"/>
              <a:ext cx="1260000" cy="0"/>
            </a:xfrm>
            <a:prstGeom prst="straightConnector1">
              <a:avLst/>
            </a:prstGeom>
            <a:ln w="19050">
              <a:solidFill>
                <a:schemeClr val="accent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4" name="直接连接符 33"/>
            <p:cNvCxnSpPr/>
            <p:nvPr/>
          </p:nvCxnSpPr>
          <p:spPr>
            <a:xfrm rot="5400000" flipH="1" flipV="1">
              <a:off x="4282244" y="3951146"/>
              <a:ext cx="0" cy="2300400"/>
            </a:xfrm>
            <a:prstGeom prst="line">
              <a:avLst/>
            </a:prstGeom>
            <a:ln w="19050">
              <a:solidFill>
                <a:schemeClr val="accent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5" name="直接箭头连接符 34"/>
            <p:cNvCxnSpPr/>
            <p:nvPr/>
          </p:nvCxnSpPr>
          <p:spPr>
            <a:xfrm rot="5400000" flipH="1" flipV="1">
              <a:off x="2495140" y="4475732"/>
              <a:ext cx="1260000" cy="0"/>
            </a:xfrm>
            <a:prstGeom prst="straightConnector1">
              <a:avLst/>
            </a:prstGeom>
            <a:ln w="19050">
              <a:solidFill>
                <a:schemeClr val="accent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6" name="文本框 35"/>
            <p:cNvSpPr txBox="1"/>
            <p:nvPr/>
          </p:nvSpPr>
          <p:spPr>
            <a:xfrm>
              <a:off x="1111307" y="2663591"/>
              <a:ext cx="1477328" cy="1632835"/>
            </a:xfrm>
            <a:prstGeom prst="rect">
              <a:avLst/>
            </a:prstGeom>
            <a:noFill/>
          </p:spPr>
          <p:txBody>
            <a:bodyPr vert="eaVert" wrap="square" rtlCol="0">
              <a:spAutoFit/>
            </a:bodyPr>
            <a:lstStyle>
              <a:defPPr>
                <a:defRPr lang="zh-CN"/>
              </a:defPPr>
              <a:lvl1pPr algn="ctr">
                <a:defRPr sz="1600">
                  <a:solidFill>
                    <a:srgbClr val="AD4B3D"/>
                  </a:solidFill>
                  <a:latin typeface="思源宋体 CN SemiBold" panose="02020600000000000000" pitchFamily="18" charset="-122"/>
                  <a:ea typeface="思源宋体 CN SemiBold" panose="02020600000000000000" pitchFamily="18" charset="-122"/>
                  <a:cs typeface="汉仪颜楷简" panose="00020600040101010101" charset="-122"/>
                </a:defRPr>
              </a:lvl1pPr>
            </a:lstStyle>
            <a:p>
              <a:pPr>
                <a:lnSpc>
                  <a:spcPct val="150000"/>
                </a:lnSpc>
              </a:pPr>
              <a:r>
                <a:rPr lang="zh-CN" altLang="en-US" sz="2800" b="1" dirty="0">
                  <a:solidFill>
                    <a:schemeClr val="accent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主动倾诉</a:t>
              </a:r>
            </a:p>
            <a:p>
              <a:pPr>
                <a:lnSpc>
                  <a:spcPct val="150000"/>
                </a:lnSpc>
              </a:pPr>
              <a:r>
                <a:rPr lang="zh-CN" altLang="en-US" sz="2800" b="1" dirty="0">
                  <a:solidFill>
                    <a:schemeClr val="accent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被动聆听</a:t>
              </a:r>
            </a:p>
          </p:txBody>
        </p:sp>
        <p:sp>
          <p:nvSpPr>
            <p:cNvPr id="37" name="文本框 36"/>
            <p:cNvSpPr txBox="1"/>
            <p:nvPr/>
          </p:nvSpPr>
          <p:spPr>
            <a:xfrm>
              <a:off x="9546809" y="2663591"/>
              <a:ext cx="1477328" cy="1632835"/>
            </a:xfrm>
            <a:prstGeom prst="rect">
              <a:avLst/>
            </a:prstGeom>
            <a:noFill/>
          </p:spPr>
          <p:txBody>
            <a:bodyPr vert="eaVert" wrap="square" rtlCol="0">
              <a:spAutoFit/>
            </a:bodyPr>
            <a:lstStyle>
              <a:defPPr>
                <a:defRPr lang="zh-CN"/>
              </a:defPPr>
              <a:lvl1pPr algn="ctr">
                <a:defRPr sz="1600">
                  <a:solidFill>
                    <a:srgbClr val="AD4B3D"/>
                  </a:solidFill>
                  <a:latin typeface="思源宋体 CN SemiBold" panose="02020600000000000000" pitchFamily="18" charset="-122"/>
                  <a:ea typeface="思源宋体 CN SemiBold" panose="02020600000000000000" pitchFamily="18" charset="-122"/>
                  <a:cs typeface="汉仪颜楷简" panose="00020600040101010101" charset="-122"/>
                </a:defRPr>
              </a:lvl1pPr>
            </a:lstStyle>
            <a:p>
              <a:pPr>
                <a:lnSpc>
                  <a:spcPct val="150000"/>
                </a:lnSpc>
              </a:pPr>
              <a:r>
                <a:rPr lang="zh-CN" altLang="en-US" sz="2800" b="1" dirty="0">
                  <a:solidFill>
                    <a:schemeClr val="accent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理解阅读</a:t>
              </a:r>
            </a:p>
            <a:p>
              <a:pPr>
                <a:lnSpc>
                  <a:spcPct val="150000"/>
                </a:lnSpc>
              </a:pPr>
              <a:r>
                <a:rPr lang="zh-CN" altLang="en-US" sz="2800" b="1" dirty="0">
                  <a:solidFill>
                    <a:schemeClr val="accent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情感阅读</a:t>
              </a:r>
            </a:p>
          </p:txBody>
        </p:sp>
        <p:sp>
          <p:nvSpPr>
            <p:cNvPr id="38" name="文本框 37"/>
            <p:cNvSpPr txBox="1"/>
            <p:nvPr/>
          </p:nvSpPr>
          <p:spPr>
            <a:xfrm>
              <a:off x="5039732" y="2270376"/>
              <a:ext cx="500380" cy="76059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algn="ctr">
                <a:lnSpc>
                  <a:spcPct val="150000"/>
                </a:lnSpc>
                <a:defRPr sz="1600">
                  <a:solidFill>
                    <a:srgbClr val="AD4B3D"/>
                  </a:solidFill>
                  <a:latin typeface="思源宋体 CN SemiBold" panose="02020600000000000000" pitchFamily="18" charset="-122"/>
                  <a:ea typeface="思源宋体 CN SemiBold" panose="02020600000000000000" pitchFamily="18" charset="-122"/>
                  <a:cs typeface="汉仪颜楷简" panose="00020600040101010101" charset="-122"/>
                </a:defRPr>
              </a:lvl1pPr>
            </a:lstStyle>
            <a:p>
              <a:r>
                <a:rPr lang="zh-CN" altLang="en-US" sz="3200" b="1" dirty="0">
                  <a:solidFill>
                    <a:schemeClr val="accent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处</a:t>
              </a:r>
            </a:p>
          </p:txBody>
        </p:sp>
        <p:sp>
          <p:nvSpPr>
            <p:cNvPr id="39" name="文本框 38"/>
            <p:cNvSpPr txBox="1"/>
            <p:nvPr/>
          </p:nvSpPr>
          <p:spPr>
            <a:xfrm>
              <a:off x="6682477" y="2270376"/>
              <a:ext cx="500380" cy="76059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algn="ctr">
                <a:lnSpc>
                  <a:spcPct val="150000"/>
                </a:lnSpc>
                <a:defRPr sz="1600">
                  <a:solidFill>
                    <a:srgbClr val="AD4B3D"/>
                  </a:solidFill>
                  <a:latin typeface="思源宋体 CN SemiBold" panose="02020600000000000000" pitchFamily="18" charset="-122"/>
                  <a:ea typeface="思源宋体 CN SemiBold" panose="02020600000000000000" pitchFamily="18" charset="-122"/>
                  <a:cs typeface="汉仪颜楷简" panose="00020600040101010101" charset="-122"/>
                </a:defRPr>
              </a:lvl1pPr>
            </a:lstStyle>
            <a:p>
              <a:r>
                <a:rPr lang="zh-CN" altLang="en-US" sz="3200" b="1" dirty="0">
                  <a:solidFill>
                    <a:schemeClr val="accent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理</a:t>
              </a:r>
            </a:p>
          </p:txBody>
        </p:sp>
      </p:grpSp>
    </p:spTree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2000" advTm="3000">
        <p15:prstTrans prst="wind"/>
      </p:transition>
    </mc:Choice>
    <mc:Fallback xmlns="">
      <p:transition spd="slow" advTm="3000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（二）初中语文学习方法</a:t>
            </a:r>
          </a:p>
        </p:txBody>
      </p:sp>
      <p:sp>
        <p:nvSpPr>
          <p:cNvPr id="3" name="Freeform 7"/>
          <p:cNvSpPr/>
          <p:nvPr/>
        </p:nvSpPr>
        <p:spPr bwMode="auto">
          <a:xfrm>
            <a:off x="1044892" y="1848661"/>
            <a:ext cx="445705" cy="388840"/>
          </a:xfrm>
          <a:prstGeom prst="homePlate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lstStyle/>
          <a:p>
            <a:pPr defTabSz="913130" fontAlgn="base">
              <a:spcBef>
                <a:spcPct val="0"/>
              </a:spcBef>
              <a:spcAft>
                <a:spcPct val="0"/>
              </a:spcAft>
              <a:defRPr/>
            </a:pPr>
            <a:endParaRPr lang="zh-CN" altLang="en-US" sz="1900" kern="0" dirty="0">
              <a:solidFill>
                <a:prstClr val="white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阿里巴巴普惠体 L" panose="00020600040101010101" pitchFamily="18" charset="-122"/>
              <a:sym typeface="思源黑体" panose="020B0500000000000000" pitchFamily="34" charset="-122"/>
            </a:endParaRPr>
          </a:p>
        </p:txBody>
      </p:sp>
      <p:sp>
        <p:nvSpPr>
          <p:cNvPr id="5" name="矩形 4"/>
          <p:cNvSpPr>
            <a:spLocks noChangeArrowheads="1"/>
          </p:cNvSpPr>
          <p:nvPr/>
        </p:nvSpPr>
        <p:spPr bwMode="auto">
          <a:xfrm>
            <a:off x="1568163" y="1715792"/>
            <a:ext cx="6623860" cy="2392313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wrap="square" lIns="91431" tIns="45716" rIns="91431" bIns="45716">
            <a:spAutoFit/>
          </a:bodyPr>
          <a:lstStyle/>
          <a:p>
            <a:pPr algn="just" defTabSz="913130" fontAlgn="base">
              <a:lnSpc>
                <a:spcPct val="150000"/>
              </a:lnSpc>
              <a:spcBef>
                <a:spcPct val="0"/>
              </a:spcBef>
              <a:spcAft>
                <a:spcPts val="500"/>
              </a:spcAft>
            </a:pPr>
            <a:r>
              <a:rPr lang="zh-CN" altLang="en-US" sz="2400" b="1" kern="0" spc="130" dirty="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阿里巴巴普惠体 L" panose="00020600040101010101" pitchFamily="18" charset="-122"/>
                <a:sym typeface="思源黑体" panose="020B0500000000000000" pitchFamily="34" charset="-122"/>
              </a:rPr>
              <a:t>认真听课</a:t>
            </a:r>
          </a:p>
          <a:p>
            <a:pPr algn="just" defTabSz="913130" fontAlgn="base">
              <a:lnSpc>
                <a:spcPct val="150000"/>
              </a:lnSpc>
              <a:spcBef>
                <a:spcPct val="0"/>
              </a:spcBef>
              <a:spcAft>
                <a:spcPts val="500"/>
              </a:spcAft>
            </a:pPr>
            <a:r>
              <a:rPr lang="en-US" altLang="zh-CN" kern="0" spc="130" dirty="0">
                <a:solidFill>
                  <a:schemeClr val="bg2">
                    <a:lumMod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阿里巴巴普惠体 L" panose="00020600040101010101" pitchFamily="18" charset="-122"/>
                <a:sym typeface="思源黑体" panose="020B0500000000000000" pitchFamily="34" charset="-122"/>
              </a:rPr>
              <a:t>1</a:t>
            </a:r>
            <a:r>
              <a:rPr lang="zh-CN" altLang="en-US" kern="0" spc="130" dirty="0">
                <a:solidFill>
                  <a:schemeClr val="bg2">
                    <a:lumMod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阿里巴巴普惠体 L" panose="00020600040101010101" pitchFamily="18" charset="-122"/>
                <a:sym typeface="思源黑体" panose="020B0500000000000000" pitchFamily="34" charset="-122"/>
              </a:rPr>
              <a:t>、要动笔。听课时，随时在课本上记下重点、难点、疑点。</a:t>
            </a:r>
          </a:p>
          <a:p>
            <a:pPr algn="just" defTabSz="913130" fontAlgn="base">
              <a:lnSpc>
                <a:spcPct val="150000"/>
              </a:lnSpc>
              <a:spcBef>
                <a:spcPct val="0"/>
              </a:spcBef>
              <a:spcAft>
                <a:spcPts val="500"/>
              </a:spcAft>
            </a:pPr>
            <a:r>
              <a:rPr lang="en-US" altLang="zh-CN" kern="0" spc="130" dirty="0">
                <a:solidFill>
                  <a:schemeClr val="bg2">
                    <a:lumMod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阿里巴巴普惠体 L" panose="00020600040101010101" pitchFamily="18" charset="-122"/>
                <a:sym typeface="思源黑体" panose="020B0500000000000000" pitchFamily="34" charset="-122"/>
              </a:rPr>
              <a:t>2</a:t>
            </a:r>
            <a:r>
              <a:rPr lang="zh-CN" altLang="en-US" kern="0" spc="130" dirty="0">
                <a:solidFill>
                  <a:schemeClr val="bg2">
                    <a:lumMod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阿里巴巴普惠体 L" panose="00020600040101010101" pitchFamily="18" charset="-122"/>
                <a:sym typeface="思源黑体" panose="020B0500000000000000" pitchFamily="34" charset="-122"/>
              </a:rPr>
              <a:t>、记笔记。记下老师的板书、反复强调之处。这些往往是重点、难点，也是必考之处；记下老师启发下偶然闪现的一些想法，这些是你知识迁移的表现。</a:t>
            </a:r>
          </a:p>
        </p:txBody>
      </p:sp>
      <p:sp>
        <p:nvSpPr>
          <p:cNvPr id="6" name="TextBox 4"/>
          <p:cNvSpPr txBox="1"/>
          <p:nvPr/>
        </p:nvSpPr>
        <p:spPr>
          <a:xfrm>
            <a:off x="1568162" y="4366806"/>
            <a:ext cx="6849329" cy="400110"/>
          </a:xfrm>
          <a:prstGeom prst="rect">
            <a:avLst/>
          </a:prstGeom>
          <a:noFill/>
          <a:effectLst/>
        </p:spPr>
        <p:txBody>
          <a:bodyPr wrap="square" rtlCol="0">
            <a:spAutoFit/>
          </a:bodyPr>
          <a:lstStyle/>
          <a:p>
            <a:r>
              <a:rPr lang="zh-CN" altLang="en-US" sz="2000" b="1" dirty="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阿里巴巴普惠体 L" panose="00020600040101010101" pitchFamily="18" charset="-122"/>
                <a:sym typeface="思源黑体" panose="020B0500000000000000" pitchFamily="34" charset="-122"/>
              </a:rPr>
              <a:t>善听别人的发言，捕捉有利于自己的信息。</a:t>
            </a:r>
          </a:p>
        </p:txBody>
      </p:sp>
      <p:sp>
        <p:nvSpPr>
          <p:cNvPr id="8" name="Freeform 7"/>
          <p:cNvSpPr/>
          <p:nvPr/>
        </p:nvSpPr>
        <p:spPr bwMode="auto">
          <a:xfrm>
            <a:off x="1044892" y="4372441"/>
            <a:ext cx="445705" cy="388840"/>
          </a:xfrm>
          <a:prstGeom prst="homePlate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lstStyle/>
          <a:p>
            <a:pPr defTabSz="913130" fontAlgn="base">
              <a:spcBef>
                <a:spcPct val="0"/>
              </a:spcBef>
              <a:spcAft>
                <a:spcPct val="0"/>
              </a:spcAft>
              <a:defRPr/>
            </a:pPr>
            <a:endParaRPr lang="zh-CN" altLang="en-US" sz="1900" kern="0" dirty="0">
              <a:solidFill>
                <a:prstClr val="white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阿里巴巴普惠体 L" panose="00020600040101010101" pitchFamily="18" charset="-122"/>
              <a:sym typeface="思源黑体" panose="020B0500000000000000" pitchFamily="34" charset="-122"/>
            </a:endParaRPr>
          </a:p>
        </p:txBody>
      </p:sp>
      <p:sp>
        <p:nvSpPr>
          <p:cNvPr id="10" name="TextBox 4"/>
          <p:cNvSpPr txBox="1"/>
          <p:nvPr/>
        </p:nvSpPr>
        <p:spPr>
          <a:xfrm>
            <a:off x="1568162" y="5231056"/>
            <a:ext cx="6849329" cy="400110"/>
          </a:xfrm>
          <a:prstGeom prst="rect">
            <a:avLst/>
          </a:prstGeom>
          <a:noFill/>
          <a:effectLst/>
        </p:spPr>
        <p:txBody>
          <a:bodyPr wrap="square" rtlCol="0">
            <a:spAutoFit/>
          </a:bodyPr>
          <a:lstStyle/>
          <a:p>
            <a:r>
              <a:rPr lang="zh-CN" altLang="en-US" sz="2000" b="1" dirty="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阿里巴巴普惠体 L" panose="00020600040101010101" pitchFamily="18" charset="-122"/>
                <a:sym typeface="思源黑体" panose="020B0500000000000000" pitchFamily="34" charset="-122"/>
              </a:rPr>
              <a:t>拓宽听的渠道，如听书，让更多的信息从“耳”而入。</a:t>
            </a:r>
          </a:p>
        </p:txBody>
      </p:sp>
      <p:sp>
        <p:nvSpPr>
          <p:cNvPr id="14" name="Freeform 7"/>
          <p:cNvSpPr/>
          <p:nvPr/>
        </p:nvSpPr>
        <p:spPr bwMode="auto">
          <a:xfrm>
            <a:off x="1044892" y="5267468"/>
            <a:ext cx="445705" cy="388840"/>
          </a:xfrm>
          <a:prstGeom prst="homePlate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lstStyle/>
          <a:p>
            <a:pPr defTabSz="913130" fontAlgn="base">
              <a:spcBef>
                <a:spcPct val="0"/>
              </a:spcBef>
              <a:spcAft>
                <a:spcPct val="0"/>
              </a:spcAft>
              <a:defRPr/>
            </a:pPr>
            <a:endParaRPr lang="zh-CN" altLang="en-US" sz="1900" kern="0" dirty="0">
              <a:solidFill>
                <a:prstClr val="white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阿里巴巴普惠体 L" panose="00020600040101010101" pitchFamily="18" charset="-122"/>
              <a:sym typeface="思源黑体" panose="020B0500000000000000" pitchFamily="34" charset="-122"/>
            </a:endParaRPr>
          </a:p>
        </p:txBody>
      </p:sp>
      <p:sp>
        <p:nvSpPr>
          <p:cNvPr id="41" name="矩形 40"/>
          <p:cNvSpPr>
            <a:spLocks noChangeArrowheads="1"/>
          </p:cNvSpPr>
          <p:nvPr/>
        </p:nvSpPr>
        <p:spPr bwMode="auto">
          <a:xfrm>
            <a:off x="8157749" y="4020582"/>
            <a:ext cx="3361151" cy="1380306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wrap="square" lIns="91431" tIns="45716" rIns="91431" bIns="45716">
            <a:spAutoFit/>
          </a:bodyPr>
          <a:lstStyle/>
          <a:p>
            <a:pPr algn="ctr" defTabSz="913130" fontAlgn="base">
              <a:lnSpc>
                <a:spcPct val="150000"/>
              </a:lnSpc>
              <a:spcBef>
                <a:spcPct val="0"/>
              </a:spcBef>
              <a:spcAft>
                <a:spcPts val="500"/>
              </a:spcAft>
            </a:pPr>
            <a:r>
              <a:rPr lang="zh-CN" altLang="en-US" sz="2800" b="1" kern="0" spc="130" dirty="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阿里巴巴普惠体 L" panose="00020600040101010101" pitchFamily="18" charset="-122"/>
                <a:sym typeface="思源黑体" panose="020B0500000000000000" pitchFamily="34" charset="-122"/>
              </a:rPr>
              <a:t>听君一席话</a:t>
            </a:r>
          </a:p>
          <a:p>
            <a:pPr algn="ctr" defTabSz="913130" fontAlgn="base">
              <a:lnSpc>
                <a:spcPct val="150000"/>
              </a:lnSpc>
              <a:spcBef>
                <a:spcPct val="0"/>
              </a:spcBef>
              <a:spcAft>
                <a:spcPts val="500"/>
              </a:spcAft>
            </a:pPr>
            <a:r>
              <a:rPr lang="zh-CN" altLang="en-US" sz="2800" b="1" kern="0" spc="130" dirty="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阿里巴巴普惠体 L" panose="00020600040101010101" pitchFamily="18" charset="-122"/>
                <a:sym typeface="思源黑体" panose="020B0500000000000000" pitchFamily="34" charset="-122"/>
              </a:rPr>
              <a:t>胜读十年书</a:t>
            </a:r>
          </a:p>
        </p:txBody>
      </p:sp>
      <p:sp>
        <p:nvSpPr>
          <p:cNvPr id="42" name="矩形 41"/>
          <p:cNvSpPr>
            <a:spLocks noChangeArrowheads="1"/>
          </p:cNvSpPr>
          <p:nvPr/>
        </p:nvSpPr>
        <p:spPr bwMode="auto">
          <a:xfrm>
            <a:off x="8109407" y="838971"/>
            <a:ext cx="3361151" cy="3540898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wrap="square" lIns="91431" tIns="45716" rIns="91431" bIns="45716">
            <a:spAutoFit/>
          </a:bodyPr>
          <a:lstStyle/>
          <a:p>
            <a:pPr algn="ctr" defTabSz="913130" fontAlgn="base">
              <a:lnSpc>
                <a:spcPct val="150000"/>
              </a:lnSpc>
              <a:spcBef>
                <a:spcPct val="0"/>
              </a:spcBef>
              <a:spcAft>
                <a:spcPts val="500"/>
              </a:spcAft>
            </a:pPr>
            <a:r>
              <a:rPr lang="zh-CN" altLang="en-US" sz="16600" kern="0" spc="130" dirty="0">
                <a:solidFill>
                  <a:schemeClr val="accent1"/>
                </a:solidFill>
                <a:latin typeface="汉仪行楷简" panose="02010609000101010101" pitchFamily="49" charset="-122"/>
                <a:ea typeface="汉仪行楷简" panose="02010609000101010101" pitchFamily="49" charset="-122"/>
                <a:cs typeface="阿里巴巴普惠体 L" panose="00020600040101010101" pitchFamily="18" charset="-122"/>
                <a:sym typeface="思源黑体" panose="020B0500000000000000" pitchFamily="34" charset="-122"/>
              </a:rPr>
              <a:t>听</a:t>
            </a:r>
          </a:p>
        </p:txBody>
      </p:sp>
    </p:spTree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 advTm="3000">
        <p15:prstTrans prst="peelOff"/>
      </p:transition>
    </mc:Choice>
    <mc:Fallback xmlns="">
      <p:transition spd="slow" advTm="3000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" fill="hold">
                            <p:stCondLst>
                              <p:cond delay="1000"/>
                            </p:stCondLst>
                            <p:childTnLst>
                              <p:par>
                                <p:cTn id="11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1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2000"/>
                            </p:stCondLst>
                            <p:childTnLst>
                              <p:par>
                                <p:cTn id="17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0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" fill="hold">
                            <p:stCondLst>
                              <p:cond delay="3000"/>
                            </p:stCondLst>
                            <p:childTnLst>
                              <p:par>
                                <p:cTn id="23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1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6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7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" fill="hold">
                            <p:stCondLst>
                              <p:cond delay="4000"/>
                            </p:stCondLst>
                            <p:childTnLst>
                              <p:par>
                                <p:cTn id="29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10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2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3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4" fill="hold">
                            <p:stCondLst>
                              <p:cond delay="5000"/>
                            </p:stCondLst>
                            <p:childTnLst>
                              <p:par>
                                <p:cTn id="35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10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8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9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0" fill="hold">
                            <p:stCondLst>
                              <p:cond delay="6000"/>
                            </p:stCondLst>
                            <p:childTnLst>
                              <p:par>
                                <p:cTn id="41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3" dur="500" fill="hold"/>
                                        <p:tgtEl>
                                          <p:spTgt spid="4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4" dur="500" fill="hold"/>
                                        <p:tgtEl>
                                          <p:spTgt spid="4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5" dur="5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6" fill="hold">
                            <p:stCondLst>
                              <p:cond delay="6500"/>
                            </p:stCondLst>
                            <p:childTnLst>
                              <p:par>
                                <p:cTn id="47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10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0" dur="1000" fill="hold"/>
                                        <p:tgtEl>
                                          <p:spTgt spid="4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1" dur="1000" fill="hold"/>
                                        <p:tgtEl>
                                          <p:spTgt spid="4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5" grpId="0"/>
      <p:bldP spid="6" grpId="0"/>
      <p:bldP spid="8" grpId="0" animBg="1"/>
      <p:bldP spid="10" grpId="0"/>
      <p:bldP spid="14" grpId="0" animBg="1"/>
      <p:bldP spid="41" grpId="0"/>
      <p:bldP spid="42" grpId="0"/>
    </p:bld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（二）初中语文学习方法</a:t>
            </a:r>
          </a:p>
        </p:txBody>
      </p:sp>
      <p:sp>
        <p:nvSpPr>
          <p:cNvPr id="3" name="Freeform 7"/>
          <p:cNvSpPr/>
          <p:nvPr/>
        </p:nvSpPr>
        <p:spPr bwMode="auto">
          <a:xfrm>
            <a:off x="5197792" y="2013761"/>
            <a:ext cx="445705" cy="388840"/>
          </a:xfrm>
          <a:prstGeom prst="homePlate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lstStyle/>
          <a:p>
            <a:pPr defTabSz="913130" fontAlgn="base">
              <a:spcBef>
                <a:spcPct val="0"/>
              </a:spcBef>
              <a:spcAft>
                <a:spcPct val="0"/>
              </a:spcAft>
              <a:defRPr/>
            </a:pPr>
            <a:endParaRPr lang="zh-CN" altLang="en-US" sz="1900" kern="0" dirty="0">
              <a:solidFill>
                <a:prstClr val="white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阿里巴巴普惠体 L" panose="00020600040101010101" pitchFamily="18" charset="-122"/>
              <a:sym typeface="思源黑体" panose="020B0500000000000000" pitchFamily="34" charset="-122"/>
            </a:endParaRPr>
          </a:p>
        </p:txBody>
      </p:sp>
      <p:sp>
        <p:nvSpPr>
          <p:cNvPr id="5" name="矩形 4"/>
          <p:cNvSpPr>
            <a:spLocks noChangeArrowheads="1"/>
          </p:cNvSpPr>
          <p:nvPr/>
        </p:nvSpPr>
        <p:spPr bwMode="auto">
          <a:xfrm>
            <a:off x="5733589" y="1981100"/>
            <a:ext cx="4894630" cy="400101"/>
          </a:xfrm>
          <a:prstGeom prst="rect">
            <a:avLst/>
          </a:prstGeom>
          <a:noFill/>
          <a:effectLst/>
        </p:spPr>
        <p:txBody>
          <a:bodyPr wrap="square" rtlCol="0">
            <a:spAutoFit/>
          </a:bodyPr>
          <a:lstStyle/>
          <a:p>
            <a:r>
              <a:rPr lang="zh-CN" altLang="en-US" sz="2000" b="1" dirty="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阿里巴巴普惠体 L" panose="00020600040101010101" pitchFamily="18" charset="-122"/>
                <a:sym typeface="思源黑体" panose="020B0500000000000000" pitchFamily="34" charset="-122"/>
              </a:rPr>
              <a:t>上课时多参与讨论，主动与人交流心得</a:t>
            </a:r>
          </a:p>
        </p:txBody>
      </p:sp>
      <p:sp>
        <p:nvSpPr>
          <p:cNvPr id="6" name="TextBox 4"/>
          <p:cNvSpPr txBox="1"/>
          <p:nvPr/>
        </p:nvSpPr>
        <p:spPr>
          <a:xfrm>
            <a:off x="5721063" y="2790788"/>
            <a:ext cx="5061238" cy="400110"/>
          </a:xfrm>
          <a:prstGeom prst="rect">
            <a:avLst/>
          </a:prstGeom>
          <a:noFill/>
          <a:effectLst/>
        </p:spPr>
        <p:txBody>
          <a:bodyPr wrap="square" rtlCol="0">
            <a:spAutoFit/>
          </a:bodyPr>
          <a:lstStyle/>
          <a:p>
            <a:r>
              <a:rPr lang="zh-CN" altLang="en-US" sz="2000" b="1" dirty="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阿里巴巴普惠体 L" panose="00020600040101010101" pitchFamily="18" charset="-122"/>
                <a:sym typeface="思源黑体" panose="020B0500000000000000" pitchFamily="34" charset="-122"/>
              </a:rPr>
              <a:t>对请教老师和同学，不懂就问。</a:t>
            </a:r>
          </a:p>
        </p:txBody>
      </p:sp>
      <p:sp>
        <p:nvSpPr>
          <p:cNvPr id="8" name="Freeform 7"/>
          <p:cNvSpPr/>
          <p:nvPr/>
        </p:nvSpPr>
        <p:spPr bwMode="auto">
          <a:xfrm>
            <a:off x="5197792" y="2796423"/>
            <a:ext cx="445705" cy="388840"/>
          </a:xfrm>
          <a:prstGeom prst="homePlate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lstStyle/>
          <a:p>
            <a:pPr defTabSz="913130" fontAlgn="base">
              <a:spcBef>
                <a:spcPct val="0"/>
              </a:spcBef>
              <a:spcAft>
                <a:spcPct val="0"/>
              </a:spcAft>
              <a:defRPr/>
            </a:pPr>
            <a:endParaRPr lang="zh-CN" altLang="en-US" sz="1900" kern="0" dirty="0">
              <a:solidFill>
                <a:prstClr val="white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阿里巴巴普惠体 L" panose="00020600040101010101" pitchFamily="18" charset="-122"/>
              <a:sym typeface="思源黑体" panose="020B0500000000000000" pitchFamily="34" charset="-122"/>
            </a:endParaRPr>
          </a:p>
        </p:txBody>
      </p:sp>
      <p:sp>
        <p:nvSpPr>
          <p:cNvPr id="10" name="TextBox 4"/>
          <p:cNvSpPr txBox="1"/>
          <p:nvPr/>
        </p:nvSpPr>
        <p:spPr>
          <a:xfrm>
            <a:off x="5721063" y="3579882"/>
            <a:ext cx="5061238" cy="400110"/>
          </a:xfrm>
          <a:prstGeom prst="rect">
            <a:avLst/>
          </a:prstGeom>
          <a:noFill/>
          <a:effectLst/>
        </p:spPr>
        <p:txBody>
          <a:bodyPr wrap="square" rtlCol="0">
            <a:spAutoFit/>
          </a:bodyPr>
          <a:lstStyle/>
          <a:p>
            <a:r>
              <a:rPr lang="zh-CN" altLang="en-US" sz="2000" b="1" dirty="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阿里巴巴普惠体 L" panose="00020600040101010101" pitchFamily="18" charset="-122"/>
                <a:sym typeface="思源黑体" panose="020B0500000000000000" pitchFamily="34" charset="-122"/>
              </a:rPr>
              <a:t>看电视时积极评论。</a:t>
            </a:r>
          </a:p>
        </p:txBody>
      </p:sp>
      <p:sp>
        <p:nvSpPr>
          <p:cNvPr id="14" name="Freeform 7"/>
          <p:cNvSpPr/>
          <p:nvPr/>
        </p:nvSpPr>
        <p:spPr bwMode="auto">
          <a:xfrm>
            <a:off x="5197792" y="3616294"/>
            <a:ext cx="445705" cy="388840"/>
          </a:xfrm>
          <a:prstGeom prst="homePlate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lstStyle/>
          <a:p>
            <a:pPr defTabSz="913130" fontAlgn="base">
              <a:spcBef>
                <a:spcPct val="0"/>
              </a:spcBef>
              <a:spcAft>
                <a:spcPct val="0"/>
              </a:spcAft>
              <a:defRPr/>
            </a:pPr>
            <a:endParaRPr lang="zh-CN" altLang="en-US" sz="1900" kern="0" dirty="0">
              <a:solidFill>
                <a:prstClr val="white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阿里巴巴普惠体 L" panose="00020600040101010101" pitchFamily="18" charset="-122"/>
              <a:sym typeface="思源黑体" panose="020B0500000000000000" pitchFamily="34" charset="-122"/>
            </a:endParaRPr>
          </a:p>
        </p:txBody>
      </p:sp>
      <p:sp>
        <p:nvSpPr>
          <p:cNvPr id="41" name="矩形 40"/>
          <p:cNvSpPr>
            <a:spLocks noChangeArrowheads="1"/>
          </p:cNvSpPr>
          <p:nvPr/>
        </p:nvSpPr>
        <p:spPr bwMode="auto">
          <a:xfrm>
            <a:off x="1035659" y="4197611"/>
            <a:ext cx="3361151" cy="1380306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wrap="square" lIns="91431" tIns="45716" rIns="91431" bIns="45716">
            <a:spAutoFit/>
          </a:bodyPr>
          <a:lstStyle/>
          <a:p>
            <a:pPr algn="ctr" defTabSz="913130" fontAlgn="base">
              <a:lnSpc>
                <a:spcPct val="150000"/>
              </a:lnSpc>
              <a:spcBef>
                <a:spcPct val="0"/>
              </a:spcBef>
              <a:spcAft>
                <a:spcPts val="500"/>
              </a:spcAft>
            </a:pPr>
            <a:r>
              <a:rPr lang="zh-CN" altLang="en-US" sz="2800" b="1" kern="0" spc="130" dirty="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阿里巴巴普惠体 L" panose="00020600040101010101" pitchFamily="18" charset="-122"/>
                <a:sym typeface="思源黑体" panose="020B0500000000000000" pitchFamily="34" charset="-122"/>
              </a:rPr>
              <a:t>言为心声</a:t>
            </a:r>
          </a:p>
          <a:p>
            <a:pPr algn="ctr" defTabSz="913130" fontAlgn="base">
              <a:lnSpc>
                <a:spcPct val="150000"/>
              </a:lnSpc>
              <a:spcBef>
                <a:spcPct val="0"/>
              </a:spcBef>
              <a:spcAft>
                <a:spcPts val="500"/>
              </a:spcAft>
            </a:pPr>
            <a:r>
              <a:rPr lang="zh-CN" altLang="en-US" sz="2800" b="1" kern="0" spc="130" dirty="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阿里巴巴普惠体 L" panose="00020600040101010101" pitchFamily="18" charset="-122"/>
                <a:sym typeface="思源黑体" panose="020B0500000000000000" pitchFamily="34" charset="-122"/>
              </a:rPr>
              <a:t>腹有诗书气自华</a:t>
            </a:r>
          </a:p>
        </p:txBody>
      </p:sp>
      <p:sp>
        <p:nvSpPr>
          <p:cNvPr id="42" name="矩形 41"/>
          <p:cNvSpPr>
            <a:spLocks noChangeArrowheads="1"/>
          </p:cNvSpPr>
          <p:nvPr/>
        </p:nvSpPr>
        <p:spPr bwMode="auto">
          <a:xfrm>
            <a:off x="987317" y="1676400"/>
            <a:ext cx="3361151" cy="2646870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wrap="square" lIns="91431" tIns="45716" rIns="91431" bIns="45716">
            <a:spAutoFit/>
          </a:bodyPr>
          <a:lstStyle/>
          <a:p>
            <a:pPr algn="ctr" defTabSz="913130" fontAlgn="base">
              <a:spcBef>
                <a:spcPct val="0"/>
              </a:spcBef>
              <a:spcAft>
                <a:spcPts val="500"/>
              </a:spcAft>
            </a:pPr>
            <a:r>
              <a:rPr lang="zh-CN" altLang="en-US" sz="16600" kern="0" spc="130" dirty="0">
                <a:solidFill>
                  <a:schemeClr val="accent1"/>
                </a:solidFill>
                <a:latin typeface="汉仪行楷简" panose="02010609000101010101" pitchFamily="49" charset="-122"/>
                <a:ea typeface="汉仪行楷简" panose="02010609000101010101" pitchFamily="49" charset="-122"/>
                <a:cs typeface="阿里巴巴普惠体 L" panose="00020600040101010101" pitchFamily="18" charset="-122"/>
                <a:sym typeface="思源黑体" panose="020B0500000000000000" pitchFamily="34" charset="-122"/>
              </a:rPr>
              <a:t>说</a:t>
            </a:r>
          </a:p>
        </p:txBody>
      </p:sp>
      <p:sp>
        <p:nvSpPr>
          <p:cNvPr id="2" name="矩形 1"/>
          <p:cNvSpPr>
            <a:spLocks noChangeArrowheads="1"/>
          </p:cNvSpPr>
          <p:nvPr/>
        </p:nvSpPr>
        <p:spPr bwMode="auto">
          <a:xfrm>
            <a:off x="5771167" y="3997790"/>
            <a:ext cx="6623860" cy="1051562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wrap="square" lIns="91431" tIns="45716" rIns="91431" bIns="45716">
            <a:spAutoFit/>
          </a:bodyPr>
          <a:lstStyle/>
          <a:p>
            <a:pPr algn="just" defTabSz="913130" fontAlgn="base">
              <a:spcBef>
                <a:spcPct val="0"/>
              </a:spcBef>
              <a:spcAft>
                <a:spcPts val="500"/>
              </a:spcAft>
            </a:pPr>
            <a:r>
              <a:rPr lang="en-US" altLang="zh-CN" kern="0" spc="130" dirty="0">
                <a:solidFill>
                  <a:schemeClr val="bg2">
                    <a:lumMod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阿里巴巴普惠体 L" panose="00020600040101010101" pitchFamily="18" charset="-122"/>
                <a:sym typeface="思源黑体" panose="020B0500000000000000" pitchFamily="34" charset="-122"/>
              </a:rPr>
              <a:t>1</a:t>
            </a:r>
            <a:r>
              <a:rPr lang="zh-CN" altLang="en-US" kern="0" spc="130" dirty="0">
                <a:solidFill>
                  <a:schemeClr val="bg2">
                    <a:lumMod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阿里巴巴普惠体 L" panose="00020600040101010101" pitchFamily="18" charset="-122"/>
                <a:sym typeface="思源黑体" panose="020B0500000000000000" pitchFamily="34" charset="-122"/>
              </a:rPr>
              <a:t>、对剧情或演员评头论足</a:t>
            </a:r>
            <a:r>
              <a:rPr lang="en-US" altLang="zh-CN" kern="0" spc="130" dirty="0">
                <a:solidFill>
                  <a:schemeClr val="bg2">
                    <a:lumMod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阿里巴巴普惠体 L" panose="00020600040101010101" pitchFamily="18" charset="-122"/>
                <a:sym typeface="思源黑体" panose="020B0500000000000000" pitchFamily="34" charset="-122"/>
              </a:rPr>
              <a:t>,</a:t>
            </a:r>
            <a:r>
              <a:rPr lang="zh-CN" altLang="en-US" kern="0" spc="130" dirty="0">
                <a:solidFill>
                  <a:schemeClr val="bg2">
                    <a:lumMod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阿里巴巴普惠体 L" panose="00020600040101010101" pitchFamily="18" charset="-122"/>
                <a:sym typeface="思源黑体" panose="020B0500000000000000" pitchFamily="34" charset="-122"/>
              </a:rPr>
              <a:t>锻炼你的欣赏能力。</a:t>
            </a:r>
          </a:p>
          <a:p>
            <a:pPr algn="just" defTabSz="913130" fontAlgn="base">
              <a:spcBef>
                <a:spcPct val="0"/>
              </a:spcBef>
              <a:spcAft>
                <a:spcPts val="500"/>
              </a:spcAft>
            </a:pPr>
            <a:r>
              <a:rPr lang="en-US" altLang="zh-CN" kern="0" spc="130" dirty="0">
                <a:solidFill>
                  <a:schemeClr val="bg2">
                    <a:lumMod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阿里巴巴普惠体 L" panose="00020600040101010101" pitchFamily="18" charset="-122"/>
                <a:sym typeface="思源黑体" panose="020B0500000000000000" pitchFamily="34" charset="-122"/>
              </a:rPr>
              <a:t>2</a:t>
            </a:r>
            <a:r>
              <a:rPr lang="zh-CN" altLang="en-US" kern="0" spc="130" dirty="0">
                <a:solidFill>
                  <a:schemeClr val="bg2">
                    <a:lumMod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阿里巴巴普惠体 L" panose="00020600040101010101" pitchFamily="18" charset="-122"/>
                <a:sym typeface="思源黑体" panose="020B0500000000000000" pitchFamily="34" charset="-122"/>
              </a:rPr>
              <a:t>、体会剧中人物心情，使你的思维更加敏感。</a:t>
            </a:r>
          </a:p>
          <a:p>
            <a:pPr algn="just" defTabSz="913130" fontAlgn="base">
              <a:spcBef>
                <a:spcPct val="0"/>
              </a:spcBef>
              <a:spcAft>
                <a:spcPts val="500"/>
              </a:spcAft>
            </a:pPr>
            <a:r>
              <a:rPr lang="en-US" altLang="zh-CN" kern="0" spc="130" dirty="0">
                <a:solidFill>
                  <a:schemeClr val="bg2">
                    <a:lumMod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阿里巴巴普惠体 L" panose="00020600040101010101" pitchFamily="18" charset="-122"/>
                <a:sym typeface="思源黑体" panose="020B0500000000000000" pitchFamily="34" charset="-122"/>
              </a:rPr>
              <a:t>3</a:t>
            </a:r>
            <a:r>
              <a:rPr lang="zh-CN" altLang="en-US" kern="0" spc="130" dirty="0">
                <a:solidFill>
                  <a:schemeClr val="bg2">
                    <a:lumMod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阿里巴巴普惠体 L" panose="00020600040101010101" pitchFamily="18" charset="-122"/>
                <a:sym typeface="思源黑体" panose="020B0500000000000000" pitchFamily="34" charset="-122"/>
              </a:rPr>
              <a:t>、积累词汇。</a:t>
            </a:r>
          </a:p>
        </p:txBody>
      </p:sp>
      <p:sp>
        <p:nvSpPr>
          <p:cNvPr id="7" name="TextBox 4"/>
          <p:cNvSpPr txBox="1"/>
          <p:nvPr/>
        </p:nvSpPr>
        <p:spPr>
          <a:xfrm>
            <a:off x="5721063" y="5215618"/>
            <a:ext cx="5061238" cy="400110"/>
          </a:xfrm>
          <a:prstGeom prst="rect">
            <a:avLst/>
          </a:prstGeom>
          <a:noFill/>
          <a:effectLst/>
        </p:spPr>
        <p:txBody>
          <a:bodyPr wrap="square" rtlCol="0">
            <a:spAutoFit/>
          </a:bodyPr>
          <a:lstStyle/>
          <a:p>
            <a:r>
              <a:rPr lang="zh-CN" altLang="en-US" sz="2000" b="1" dirty="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阿里巴巴普惠体 L" panose="00020600040101010101" pitchFamily="18" charset="-122"/>
                <a:sym typeface="思源黑体" panose="020B0500000000000000" pitchFamily="34" charset="-122"/>
              </a:rPr>
              <a:t>朗诵、演讲</a:t>
            </a:r>
          </a:p>
        </p:txBody>
      </p:sp>
      <p:sp>
        <p:nvSpPr>
          <p:cNvPr id="9" name="Freeform 7"/>
          <p:cNvSpPr/>
          <p:nvPr/>
        </p:nvSpPr>
        <p:spPr bwMode="auto">
          <a:xfrm>
            <a:off x="5197792" y="5221253"/>
            <a:ext cx="445705" cy="388840"/>
          </a:xfrm>
          <a:prstGeom prst="homePlate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lstStyle/>
          <a:p>
            <a:pPr defTabSz="913130" fontAlgn="base">
              <a:spcBef>
                <a:spcPct val="0"/>
              </a:spcBef>
              <a:spcAft>
                <a:spcPct val="0"/>
              </a:spcAft>
              <a:defRPr/>
            </a:pPr>
            <a:endParaRPr lang="zh-CN" altLang="en-US" sz="1900" kern="0" dirty="0">
              <a:solidFill>
                <a:prstClr val="white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阿里巴巴普惠体 L" panose="00020600040101010101" pitchFamily="18" charset="-122"/>
              <a:sym typeface="思源黑体" panose="020B0500000000000000" pitchFamily="34" charset="-122"/>
            </a:endParaRPr>
          </a:p>
        </p:txBody>
      </p:sp>
    </p:spTree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 advTm="3000">
        <p15:prstTrans prst="pageCurlDouble"/>
      </p:transition>
    </mc:Choice>
    <mc:Fallback xmlns="">
      <p:transition spd="slow" advTm="3000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" fill="hold">
                            <p:stCondLst>
                              <p:cond delay="1000"/>
                            </p:stCondLst>
                            <p:childTnLst>
                              <p:par>
                                <p:cTn id="11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1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2000"/>
                            </p:stCondLst>
                            <p:childTnLst>
                              <p:par>
                                <p:cTn id="17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0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" fill="hold">
                            <p:stCondLst>
                              <p:cond delay="3000"/>
                            </p:stCondLst>
                            <p:childTnLst>
                              <p:par>
                                <p:cTn id="23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1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6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7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" fill="hold">
                            <p:stCondLst>
                              <p:cond delay="4000"/>
                            </p:stCondLst>
                            <p:childTnLst>
                              <p:par>
                                <p:cTn id="29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10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2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3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4" fill="hold">
                            <p:stCondLst>
                              <p:cond delay="5000"/>
                            </p:stCondLst>
                            <p:childTnLst>
                              <p:par>
                                <p:cTn id="35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10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8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9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0" fill="hold">
                            <p:stCondLst>
                              <p:cond delay="6000"/>
                            </p:stCondLst>
                            <p:childTnLst>
                              <p:par>
                                <p:cTn id="41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3" dur="500" fill="hold"/>
                                        <p:tgtEl>
                                          <p:spTgt spid="4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4" dur="500" fill="hold"/>
                                        <p:tgtEl>
                                          <p:spTgt spid="4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5" dur="5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6" fill="hold">
                            <p:stCondLst>
                              <p:cond delay="6500"/>
                            </p:stCondLst>
                            <p:childTnLst>
                              <p:par>
                                <p:cTn id="47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10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0" dur="1000" fill="hold"/>
                                        <p:tgtEl>
                                          <p:spTgt spid="4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1" dur="1000" fill="hold"/>
                                        <p:tgtEl>
                                          <p:spTgt spid="4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2" fill="hold">
                            <p:stCondLst>
                              <p:cond delay="7500"/>
                            </p:stCondLst>
                            <p:childTnLst>
                              <p:par>
                                <p:cTn id="53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6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7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8" fill="hold">
                            <p:stCondLst>
                              <p:cond delay="8500"/>
                            </p:stCondLst>
                            <p:childTnLst>
                              <p:par>
                                <p:cTn id="59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1" dur="10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2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3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4" fill="hold">
                            <p:stCondLst>
                              <p:cond delay="9500"/>
                            </p:stCondLst>
                            <p:childTnLst>
                              <p:par>
                                <p:cTn id="65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8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9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5" grpId="0"/>
      <p:bldP spid="6" grpId="0"/>
      <p:bldP spid="8" grpId="0" animBg="1"/>
      <p:bldP spid="10" grpId="0"/>
      <p:bldP spid="14" grpId="0" animBg="1"/>
      <p:bldP spid="41" grpId="0"/>
      <p:bldP spid="42" grpId="0"/>
      <p:bldP spid="2" grpId="0"/>
      <p:bldP spid="7" grpId="0"/>
      <p:bldP spid="9" grpId="0" animBg="1"/>
    </p:bld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（二）初中语文学习方法</a:t>
            </a:r>
          </a:p>
        </p:txBody>
      </p:sp>
      <p:sp>
        <p:nvSpPr>
          <p:cNvPr id="10" name="TextBox 4"/>
          <p:cNvSpPr txBox="1"/>
          <p:nvPr/>
        </p:nvSpPr>
        <p:spPr>
          <a:xfrm>
            <a:off x="6025863" y="2132082"/>
            <a:ext cx="5061238" cy="400110"/>
          </a:xfrm>
          <a:prstGeom prst="rect">
            <a:avLst/>
          </a:prstGeom>
          <a:noFill/>
          <a:effectLst/>
        </p:spPr>
        <p:txBody>
          <a:bodyPr wrap="square" rtlCol="0">
            <a:spAutoFit/>
          </a:bodyPr>
          <a:lstStyle/>
          <a:p>
            <a:r>
              <a:rPr lang="zh-CN" altLang="en-US" sz="2000" b="1" dirty="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阿里巴巴普惠体 L" panose="00020600040101010101" pitchFamily="18" charset="-122"/>
                <a:sym typeface="思源黑体" panose="020B0500000000000000" pitchFamily="34" charset="-122"/>
              </a:rPr>
              <a:t>读出声</a:t>
            </a:r>
          </a:p>
        </p:txBody>
      </p:sp>
      <p:sp>
        <p:nvSpPr>
          <p:cNvPr id="14" name="Freeform 7"/>
          <p:cNvSpPr/>
          <p:nvPr/>
        </p:nvSpPr>
        <p:spPr bwMode="auto">
          <a:xfrm>
            <a:off x="5502592" y="2168494"/>
            <a:ext cx="445705" cy="388840"/>
          </a:xfrm>
          <a:prstGeom prst="homePlate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lstStyle/>
          <a:p>
            <a:pPr defTabSz="913130" fontAlgn="base">
              <a:spcBef>
                <a:spcPct val="0"/>
              </a:spcBef>
              <a:spcAft>
                <a:spcPct val="0"/>
              </a:spcAft>
              <a:defRPr/>
            </a:pPr>
            <a:endParaRPr lang="zh-CN" altLang="en-US" sz="1900" kern="0" dirty="0">
              <a:solidFill>
                <a:prstClr val="white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阿里巴巴普惠体 L" panose="00020600040101010101" pitchFamily="18" charset="-122"/>
              <a:sym typeface="思源黑体" panose="020B0500000000000000" pitchFamily="34" charset="-122"/>
            </a:endParaRPr>
          </a:p>
        </p:txBody>
      </p:sp>
      <p:sp>
        <p:nvSpPr>
          <p:cNvPr id="41" name="矩形 40"/>
          <p:cNvSpPr>
            <a:spLocks noChangeArrowheads="1"/>
          </p:cNvSpPr>
          <p:nvPr/>
        </p:nvSpPr>
        <p:spPr bwMode="auto">
          <a:xfrm>
            <a:off x="1340459" y="4197611"/>
            <a:ext cx="3361151" cy="1380306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wrap="square" lIns="91431" tIns="45716" rIns="91431" bIns="45716">
            <a:spAutoFit/>
          </a:bodyPr>
          <a:lstStyle/>
          <a:p>
            <a:pPr algn="ctr" defTabSz="913130" fontAlgn="base">
              <a:lnSpc>
                <a:spcPct val="150000"/>
              </a:lnSpc>
              <a:spcBef>
                <a:spcPct val="0"/>
              </a:spcBef>
              <a:spcAft>
                <a:spcPts val="500"/>
              </a:spcAft>
            </a:pPr>
            <a:r>
              <a:rPr lang="zh-CN" altLang="en-US" sz="2800" b="1" kern="0" spc="130" dirty="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阿里巴巴普惠体 L" panose="00020600040101010101" pitchFamily="18" charset="-122"/>
                <a:sym typeface="思源黑体" panose="020B0500000000000000" pitchFamily="34" charset="-122"/>
              </a:rPr>
              <a:t>读书破万卷</a:t>
            </a:r>
          </a:p>
          <a:p>
            <a:pPr algn="ctr" defTabSz="913130" fontAlgn="base">
              <a:lnSpc>
                <a:spcPct val="150000"/>
              </a:lnSpc>
              <a:spcBef>
                <a:spcPct val="0"/>
              </a:spcBef>
              <a:spcAft>
                <a:spcPts val="500"/>
              </a:spcAft>
            </a:pPr>
            <a:r>
              <a:rPr lang="zh-CN" altLang="en-US" sz="2800" b="1" kern="0" spc="130" dirty="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阿里巴巴普惠体 L" panose="00020600040101010101" pitchFamily="18" charset="-122"/>
                <a:sym typeface="思源黑体" panose="020B0500000000000000" pitchFamily="34" charset="-122"/>
              </a:rPr>
              <a:t>下笔如有神</a:t>
            </a:r>
          </a:p>
        </p:txBody>
      </p:sp>
      <p:sp>
        <p:nvSpPr>
          <p:cNvPr id="42" name="矩形 41"/>
          <p:cNvSpPr>
            <a:spLocks noChangeArrowheads="1"/>
          </p:cNvSpPr>
          <p:nvPr/>
        </p:nvSpPr>
        <p:spPr bwMode="auto">
          <a:xfrm>
            <a:off x="1292117" y="1676400"/>
            <a:ext cx="3361151" cy="2646870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wrap="square" lIns="91431" tIns="45716" rIns="91431" bIns="45716">
            <a:spAutoFit/>
          </a:bodyPr>
          <a:lstStyle/>
          <a:p>
            <a:pPr algn="ctr" defTabSz="913130" fontAlgn="base">
              <a:spcBef>
                <a:spcPct val="0"/>
              </a:spcBef>
              <a:spcAft>
                <a:spcPts val="500"/>
              </a:spcAft>
            </a:pPr>
            <a:r>
              <a:rPr lang="zh-CN" altLang="en-US" sz="16600" kern="0" spc="130" dirty="0">
                <a:solidFill>
                  <a:schemeClr val="accent1"/>
                </a:solidFill>
                <a:latin typeface="汉仪行楷简" panose="02010609000101010101" pitchFamily="49" charset="-122"/>
                <a:ea typeface="汉仪行楷简" panose="02010609000101010101" pitchFamily="49" charset="-122"/>
                <a:cs typeface="阿里巴巴普惠体 L" panose="00020600040101010101" pitchFamily="18" charset="-122"/>
                <a:sym typeface="思源黑体" panose="020B0500000000000000" pitchFamily="34" charset="-122"/>
              </a:rPr>
              <a:t>读</a:t>
            </a:r>
          </a:p>
        </p:txBody>
      </p:sp>
      <p:sp>
        <p:nvSpPr>
          <p:cNvPr id="2" name="矩形 1"/>
          <p:cNvSpPr>
            <a:spLocks noChangeArrowheads="1"/>
          </p:cNvSpPr>
          <p:nvPr/>
        </p:nvSpPr>
        <p:spPr bwMode="auto">
          <a:xfrm>
            <a:off x="6075967" y="2549990"/>
            <a:ext cx="4363433" cy="646323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wrap="square" lIns="91431" tIns="45716" rIns="91431" bIns="45716">
            <a:spAutoFit/>
          </a:bodyPr>
          <a:lstStyle/>
          <a:p>
            <a:pPr algn="just" defTabSz="913130" fontAlgn="base">
              <a:spcBef>
                <a:spcPct val="0"/>
              </a:spcBef>
              <a:spcAft>
                <a:spcPts val="500"/>
              </a:spcAft>
            </a:pPr>
            <a:r>
              <a:rPr lang="zh-CN" altLang="en-US" kern="0" spc="130" dirty="0">
                <a:solidFill>
                  <a:schemeClr val="bg2">
                    <a:lumMod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阿里巴巴普惠体 L" panose="00020600040101010101" pitchFamily="18" charset="-122"/>
                <a:sym typeface="思源黑体" panose="020B0500000000000000" pitchFamily="34" charset="-122"/>
              </a:rPr>
              <a:t>可以更好的体会文章情感；有利于理解和记忆；帮助你“出口成章”。</a:t>
            </a:r>
          </a:p>
        </p:txBody>
      </p:sp>
      <p:sp>
        <p:nvSpPr>
          <p:cNvPr id="7" name="TextBox 4"/>
          <p:cNvSpPr txBox="1"/>
          <p:nvPr/>
        </p:nvSpPr>
        <p:spPr>
          <a:xfrm>
            <a:off x="6025863" y="3767818"/>
            <a:ext cx="5061238" cy="400110"/>
          </a:xfrm>
          <a:prstGeom prst="rect">
            <a:avLst/>
          </a:prstGeom>
          <a:noFill/>
          <a:effectLst/>
        </p:spPr>
        <p:txBody>
          <a:bodyPr wrap="square" rtlCol="0">
            <a:spAutoFit/>
          </a:bodyPr>
          <a:lstStyle/>
          <a:p>
            <a:r>
              <a:rPr lang="zh-CN" altLang="en-US" sz="2000" b="1" dirty="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阿里巴巴普惠体 L" panose="00020600040101010101" pitchFamily="18" charset="-122"/>
                <a:sym typeface="思源黑体" panose="020B0500000000000000" pitchFamily="34" charset="-122"/>
              </a:rPr>
              <a:t>背书</a:t>
            </a:r>
          </a:p>
        </p:txBody>
      </p:sp>
      <p:sp>
        <p:nvSpPr>
          <p:cNvPr id="9" name="Freeform 7"/>
          <p:cNvSpPr/>
          <p:nvPr/>
        </p:nvSpPr>
        <p:spPr bwMode="auto">
          <a:xfrm>
            <a:off x="5502592" y="3773453"/>
            <a:ext cx="445705" cy="388840"/>
          </a:xfrm>
          <a:prstGeom prst="homePlate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lstStyle/>
          <a:p>
            <a:pPr defTabSz="913130" fontAlgn="base">
              <a:spcBef>
                <a:spcPct val="0"/>
              </a:spcBef>
              <a:spcAft>
                <a:spcPct val="0"/>
              </a:spcAft>
              <a:defRPr/>
            </a:pPr>
            <a:endParaRPr lang="zh-CN" altLang="en-US" sz="1900" kern="0" dirty="0">
              <a:solidFill>
                <a:prstClr val="white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阿里巴巴普惠体 L" panose="00020600040101010101" pitchFamily="18" charset="-122"/>
              <a:sym typeface="思源黑体" panose="020B0500000000000000" pitchFamily="34" charset="-122"/>
            </a:endParaRPr>
          </a:p>
        </p:txBody>
      </p:sp>
      <p:sp>
        <p:nvSpPr>
          <p:cNvPr id="11" name="矩形 10"/>
          <p:cNvSpPr>
            <a:spLocks noChangeArrowheads="1"/>
          </p:cNvSpPr>
          <p:nvPr/>
        </p:nvSpPr>
        <p:spPr bwMode="auto">
          <a:xfrm>
            <a:off x="6075967" y="4141577"/>
            <a:ext cx="5061933" cy="369324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wrap="square" lIns="91431" tIns="45716" rIns="91431" bIns="45716">
            <a:spAutoFit/>
          </a:bodyPr>
          <a:lstStyle/>
          <a:p>
            <a:pPr algn="just" defTabSz="913130" fontAlgn="base">
              <a:spcBef>
                <a:spcPct val="0"/>
              </a:spcBef>
              <a:spcAft>
                <a:spcPts val="500"/>
              </a:spcAft>
            </a:pPr>
            <a:r>
              <a:rPr lang="zh-CN" altLang="en-US" kern="0" spc="130" dirty="0">
                <a:solidFill>
                  <a:schemeClr val="bg2">
                    <a:lumMod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阿里巴巴普惠体 L" panose="00020600040101010101" pitchFamily="18" charset="-122"/>
                <a:sym typeface="思源黑体" panose="020B0500000000000000" pitchFamily="34" charset="-122"/>
              </a:rPr>
              <a:t>培养扎实的文学功底；使作文更加“出彩”。</a:t>
            </a:r>
          </a:p>
        </p:txBody>
      </p:sp>
      <p:sp>
        <p:nvSpPr>
          <p:cNvPr id="12" name="TextBox 4"/>
          <p:cNvSpPr txBox="1"/>
          <p:nvPr/>
        </p:nvSpPr>
        <p:spPr>
          <a:xfrm>
            <a:off x="6025863" y="5141982"/>
            <a:ext cx="5061238" cy="400110"/>
          </a:xfrm>
          <a:prstGeom prst="rect">
            <a:avLst/>
          </a:prstGeom>
          <a:noFill/>
          <a:effectLst/>
        </p:spPr>
        <p:txBody>
          <a:bodyPr wrap="square" rtlCol="0">
            <a:spAutoFit/>
          </a:bodyPr>
          <a:lstStyle/>
          <a:p>
            <a:r>
              <a:rPr lang="zh-CN" altLang="en-US" sz="2000" b="1" dirty="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阿里巴巴普惠体 L" panose="00020600040101010101" pitchFamily="18" charset="-122"/>
                <a:sym typeface="思源黑体" panose="020B0500000000000000" pitchFamily="34" charset="-122"/>
              </a:rPr>
              <a:t>读名著、读报、读新闻、读好文</a:t>
            </a:r>
          </a:p>
        </p:txBody>
      </p:sp>
      <p:sp>
        <p:nvSpPr>
          <p:cNvPr id="13" name="Freeform 7"/>
          <p:cNvSpPr/>
          <p:nvPr/>
        </p:nvSpPr>
        <p:spPr bwMode="auto">
          <a:xfrm>
            <a:off x="5502592" y="5178394"/>
            <a:ext cx="445705" cy="388840"/>
          </a:xfrm>
          <a:prstGeom prst="homePlate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lstStyle/>
          <a:p>
            <a:pPr defTabSz="913130" fontAlgn="base">
              <a:spcBef>
                <a:spcPct val="0"/>
              </a:spcBef>
              <a:spcAft>
                <a:spcPct val="0"/>
              </a:spcAft>
              <a:defRPr/>
            </a:pPr>
            <a:endParaRPr lang="zh-CN" altLang="en-US" sz="1900" kern="0" dirty="0">
              <a:solidFill>
                <a:prstClr val="white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阿里巴巴普惠体 L" panose="00020600040101010101" pitchFamily="18" charset="-122"/>
              <a:sym typeface="思源黑体" panose="020B0500000000000000" pitchFamily="34" charset="-122"/>
            </a:endParaRPr>
          </a:p>
        </p:txBody>
      </p:sp>
    </p:spTree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2000" advTm="3000">
        <p15:prstTrans prst="wind"/>
      </p:transition>
    </mc:Choice>
    <mc:Fallback xmlns="">
      <p:transition spd="slow" advTm="3000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" fill="hold">
                            <p:stCondLst>
                              <p:cond delay="1000"/>
                            </p:stCondLst>
                            <p:childTnLst>
                              <p:par>
                                <p:cTn id="11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10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2000"/>
                            </p:stCondLst>
                            <p:childTnLst>
                              <p:par>
                                <p:cTn id="17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9" dur="500" fill="hold"/>
                                        <p:tgtEl>
                                          <p:spTgt spid="4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" dur="500" fill="hold"/>
                                        <p:tgtEl>
                                          <p:spTgt spid="4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" fill="hold">
                            <p:stCondLst>
                              <p:cond delay="2500"/>
                            </p:stCondLst>
                            <p:childTnLst>
                              <p:par>
                                <p:cTn id="23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10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6" dur="1000" fill="hold"/>
                                        <p:tgtEl>
                                          <p:spTgt spid="4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7" dur="1000" fill="hold"/>
                                        <p:tgtEl>
                                          <p:spTgt spid="4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" fill="hold">
                            <p:stCondLst>
                              <p:cond delay="3500"/>
                            </p:stCondLst>
                            <p:childTnLst>
                              <p:par>
                                <p:cTn id="29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2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3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4" fill="hold">
                            <p:stCondLst>
                              <p:cond delay="4500"/>
                            </p:stCondLst>
                            <p:childTnLst>
                              <p:par>
                                <p:cTn id="35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10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8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9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0" fill="hold">
                            <p:stCondLst>
                              <p:cond delay="5500"/>
                            </p:stCondLst>
                            <p:childTnLst>
                              <p:par>
                                <p:cTn id="41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4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5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6" fill="hold">
                            <p:stCondLst>
                              <p:cond delay="6500"/>
                            </p:stCondLst>
                            <p:childTnLst>
                              <p:par>
                                <p:cTn id="47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10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0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1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2" fill="hold">
                            <p:stCondLst>
                              <p:cond delay="7500"/>
                            </p:stCondLst>
                            <p:childTnLst>
                              <p:par>
                                <p:cTn id="53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10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6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7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8" fill="hold">
                            <p:stCondLst>
                              <p:cond delay="8500"/>
                            </p:stCondLst>
                            <p:childTnLst>
                              <p:par>
                                <p:cTn id="59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1" dur="10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2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3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/>
      <p:bldP spid="14" grpId="0" animBg="1"/>
      <p:bldP spid="41" grpId="0"/>
      <p:bldP spid="42" grpId="0"/>
      <p:bldP spid="2" grpId="0"/>
      <p:bldP spid="7" grpId="0"/>
      <p:bldP spid="9" grpId="0" animBg="1"/>
      <p:bldP spid="11" grpId="0"/>
      <p:bldP spid="12" grpId="0"/>
      <p:bldP spid="13" grpId="0" animBg="1"/>
    </p:bld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（二）初中语文学习方法</a:t>
            </a:r>
          </a:p>
        </p:txBody>
      </p:sp>
      <p:sp>
        <p:nvSpPr>
          <p:cNvPr id="6" name="TextBox 4"/>
          <p:cNvSpPr txBox="1"/>
          <p:nvPr/>
        </p:nvSpPr>
        <p:spPr>
          <a:xfrm>
            <a:off x="1593563" y="1776006"/>
            <a:ext cx="5061238" cy="400110"/>
          </a:xfrm>
          <a:prstGeom prst="rect">
            <a:avLst/>
          </a:prstGeom>
          <a:noFill/>
          <a:effectLst/>
        </p:spPr>
        <p:txBody>
          <a:bodyPr wrap="square" rtlCol="0">
            <a:spAutoFit/>
          </a:bodyPr>
          <a:lstStyle/>
          <a:p>
            <a:r>
              <a:rPr lang="zh-CN" altLang="en-US" sz="2000" b="1" dirty="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阿里巴巴普惠体 L" panose="00020600040101010101" pitchFamily="18" charset="-122"/>
                <a:sym typeface="思源黑体" panose="020B0500000000000000" pitchFamily="34" charset="-122"/>
              </a:rPr>
              <a:t>写好每个字，注意卷面整洁。</a:t>
            </a:r>
          </a:p>
        </p:txBody>
      </p:sp>
      <p:sp>
        <p:nvSpPr>
          <p:cNvPr id="8" name="Freeform 7"/>
          <p:cNvSpPr/>
          <p:nvPr/>
        </p:nvSpPr>
        <p:spPr bwMode="auto">
          <a:xfrm>
            <a:off x="1070292" y="1812418"/>
            <a:ext cx="445705" cy="388840"/>
          </a:xfrm>
          <a:prstGeom prst="homePlate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lstStyle/>
          <a:p>
            <a:pPr defTabSz="913130" fontAlgn="base">
              <a:spcBef>
                <a:spcPct val="0"/>
              </a:spcBef>
              <a:spcAft>
                <a:spcPct val="0"/>
              </a:spcAft>
              <a:defRPr/>
            </a:pPr>
            <a:endParaRPr lang="zh-CN" altLang="en-US" sz="1900" kern="0" dirty="0">
              <a:solidFill>
                <a:prstClr val="white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阿里巴巴普惠体 L" panose="00020600040101010101" pitchFamily="18" charset="-122"/>
              <a:sym typeface="思源黑体" panose="020B0500000000000000" pitchFamily="34" charset="-122"/>
            </a:endParaRPr>
          </a:p>
        </p:txBody>
      </p:sp>
      <p:sp>
        <p:nvSpPr>
          <p:cNvPr id="10" name="TextBox 4"/>
          <p:cNvSpPr txBox="1"/>
          <p:nvPr/>
        </p:nvSpPr>
        <p:spPr>
          <a:xfrm>
            <a:off x="1593563" y="2551087"/>
            <a:ext cx="5061238" cy="707886"/>
          </a:xfrm>
          <a:prstGeom prst="rect">
            <a:avLst/>
          </a:prstGeom>
          <a:noFill/>
          <a:effectLst/>
        </p:spPr>
        <p:txBody>
          <a:bodyPr wrap="square" rtlCol="0">
            <a:spAutoFit/>
          </a:bodyPr>
          <a:lstStyle/>
          <a:p>
            <a:r>
              <a:rPr lang="zh-CN" altLang="en-US" sz="2000" b="1" dirty="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阿里巴巴普惠体 L" panose="00020600040101010101" pitchFamily="18" charset="-122"/>
                <a:sym typeface="思源黑体" panose="020B0500000000000000" pitchFamily="34" charset="-122"/>
              </a:rPr>
              <a:t>认真写作业，准备一个错题本，将做错或自己不懂的题目记下。</a:t>
            </a:r>
          </a:p>
        </p:txBody>
      </p:sp>
      <p:sp>
        <p:nvSpPr>
          <p:cNvPr id="14" name="Freeform 7"/>
          <p:cNvSpPr/>
          <p:nvPr/>
        </p:nvSpPr>
        <p:spPr bwMode="auto">
          <a:xfrm>
            <a:off x="1070292" y="2587499"/>
            <a:ext cx="445705" cy="388840"/>
          </a:xfrm>
          <a:prstGeom prst="homePlate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lstStyle/>
          <a:p>
            <a:pPr defTabSz="913130" fontAlgn="base">
              <a:spcBef>
                <a:spcPct val="0"/>
              </a:spcBef>
              <a:spcAft>
                <a:spcPct val="0"/>
              </a:spcAft>
              <a:defRPr/>
            </a:pPr>
            <a:endParaRPr lang="zh-CN" altLang="en-US" sz="1900" kern="0" dirty="0">
              <a:solidFill>
                <a:prstClr val="white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阿里巴巴普惠体 L" panose="00020600040101010101" pitchFamily="18" charset="-122"/>
              <a:sym typeface="思源黑体" panose="020B0500000000000000" pitchFamily="34" charset="-122"/>
            </a:endParaRPr>
          </a:p>
        </p:txBody>
      </p:sp>
      <p:sp>
        <p:nvSpPr>
          <p:cNvPr id="41" name="矩形 40"/>
          <p:cNvSpPr>
            <a:spLocks noChangeArrowheads="1"/>
          </p:cNvSpPr>
          <p:nvPr/>
        </p:nvSpPr>
        <p:spPr bwMode="auto">
          <a:xfrm>
            <a:off x="7814849" y="4020582"/>
            <a:ext cx="3361151" cy="1380306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wrap="square" lIns="91431" tIns="45716" rIns="91431" bIns="45716">
            <a:spAutoFit/>
          </a:bodyPr>
          <a:lstStyle/>
          <a:p>
            <a:pPr algn="ctr" defTabSz="913130" fontAlgn="base">
              <a:lnSpc>
                <a:spcPct val="150000"/>
              </a:lnSpc>
              <a:spcBef>
                <a:spcPct val="0"/>
              </a:spcBef>
              <a:spcAft>
                <a:spcPts val="500"/>
              </a:spcAft>
            </a:pPr>
            <a:r>
              <a:rPr lang="zh-CN" altLang="en-US" sz="2800" b="1" kern="0" spc="130" dirty="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阿里巴巴普惠体 L" panose="00020600040101010101" pitchFamily="18" charset="-122"/>
                <a:sym typeface="思源黑体" panose="020B0500000000000000" pitchFamily="34" charset="-122"/>
              </a:rPr>
              <a:t>纸上得来终觉浅</a:t>
            </a:r>
          </a:p>
          <a:p>
            <a:pPr algn="ctr" defTabSz="913130" fontAlgn="base">
              <a:lnSpc>
                <a:spcPct val="150000"/>
              </a:lnSpc>
              <a:spcBef>
                <a:spcPct val="0"/>
              </a:spcBef>
              <a:spcAft>
                <a:spcPts val="500"/>
              </a:spcAft>
            </a:pPr>
            <a:r>
              <a:rPr lang="zh-CN" altLang="en-US" sz="2800" b="1" kern="0" spc="130" dirty="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阿里巴巴普惠体 L" panose="00020600040101010101" pitchFamily="18" charset="-122"/>
                <a:sym typeface="思源黑体" panose="020B0500000000000000" pitchFamily="34" charset="-122"/>
              </a:rPr>
              <a:t>绝知此事要躬行</a:t>
            </a:r>
          </a:p>
        </p:txBody>
      </p:sp>
      <p:sp>
        <p:nvSpPr>
          <p:cNvPr id="42" name="矩形 41"/>
          <p:cNvSpPr>
            <a:spLocks noChangeArrowheads="1"/>
          </p:cNvSpPr>
          <p:nvPr/>
        </p:nvSpPr>
        <p:spPr bwMode="auto">
          <a:xfrm>
            <a:off x="7766507" y="838971"/>
            <a:ext cx="3361151" cy="3540898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wrap="square" lIns="91431" tIns="45716" rIns="91431" bIns="45716">
            <a:spAutoFit/>
          </a:bodyPr>
          <a:lstStyle/>
          <a:p>
            <a:pPr algn="ctr" defTabSz="913130" fontAlgn="base">
              <a:lnSpc>
                <a:spcPct val="150000"/>
              </a:lnSpc>
              <a:spcBef>
                <a:spcPct val="0"/>
              </a:spcBef>
              <a:spcAft>
                <a:spcPts val="500"/>
              </a:spcAft>
            </a:pPr>
            <a:r>
              <a:rPr lang="zh-CN" altLang="en-US" sz="16600" kern="0" spc="130" dirty="0">
                <a:solidFill>
                  <a:schemeClr val="accent1"/>
                </a:solidFill>
                <a:latin typeface="汉仪行楷简" panose="02010609000101010101" pitchFamily="49" charset="-122"/>
                <a:ea typeface="汉仪行楷简" panose="02010609000101010101" pitchFamily="49" charset="-122"/>
                <a:cs typeface="阿里巴巴普惠体 L" panose="00020600040101010101" pitchFamily="18" charset="-122"/>
                <a:sym typeface="思源黑体" panose="020B0500000000000000" pitchFamily="34" charset="-122"/>
              </a:rPr>
              <a:t>写</a:t>
            </a:r>
          </a:p>
        </p:txBody>
      </p:sp>
      <p:sp>
        <p:nvSpPr>
          <p:cNvPr id="2" name="TextBox 4"/>
          <p:cNvSpPr txBox="1"/>
          <p:nvPr/>
        </p:nvSpPr>
        <p:spPr>
          <a:xfrm>
            <a:off x="1593563" y="3608802"/>
            <a:ext cx="5861338" cy="400110"/>
          </a:xfrm>
          <a:prstGeom prst="rect">
            <a:avLst/>
          </a:prstGeom>
          <a:noFill/>
          <a:effectLst/>
        </p:spPr>
        <p:txBody>
          <a:bodyPr wrap="square" rtlCol="0">
            <a:spAutoFit/>
          </a:bodyPr>
          <a:lstStyle/>
          <a:p>
            <a:r>
              <a:rPr lang="zh-CN" altLang="en-US" sz="2000" b="1" dirty="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阿里巴巴普惠体 L" panose="00020600040101010101" pitchFamily="18" charset="-122"/>
                <a:sym typeface="思源黑体" panose="020B0500000000000000" pitchFamily="34" charset="-122"/>
              </a:rPr>
              <a:t>整理笔记，将所学的知识分门别类，日后好复习。</a:t>
            </a:r>
          </a:p>
        </p:txBody>
      </p:sp>
      <p:sp>
        <p:nvSpPr>
          <p:cNvPr id="7" name="Freeform 7"/>
          <p:cNvSpPr/>
          <p:nvPr/>
        </p:nvSpPr>
        <p:spPr bwMode="auto">
          <a:xfrm>
            <a:off x="1070292" y="3645214"/>
            <a:ext cx="445705" cy="388840"/>
          </a:xfrm>
          <a:prstGeom prst="homePlate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lstStyle/>
          <a:p>
            <a:pPr defTabSz="913130" fontAlgn="base">
              <a:spcBef>
                <a:spcPct val="0"/>
              </a:spcBef>
              <a:spcAft>
                <a:spcPct val="0"/>
              </a:spcAft>
              <a:defRPr/>
            </a:pPr>
            <a:endParaRPr lang="zh-CN" altLang="en-US" sz="1900" kern="0" dirty="0">
              <a:solidFill>
                <a:prstClr val="white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阿里巴巴普惠体 L" panose="00020600040101010101" pitchFamily="18" charset="-122"/>
              <a:sym typeface="思源黑体" panose="020B0500000000000000" pitchFamily="34" charset="-122"/>
            </a:endParaRPr>
          </a:p>
        </p:txBody>
      </p:sp>
      <p:sp>
        <p:nvSpPr>
          <p:cNvPr id="9" name="TextBox 4"/>
          <p:cNvSpPr txBox="1"/>
          <p:nvPr/>
        </p:nvSpPr>
        <p:spPr>
          <a:xfrm>
            <a:off x="1593563" y="4383883"/>
            <a:ext cx="5061238" cy="400110"/>
          </a:xfrm>
          <a:prstGeom prst="rect">
            <a:avLst/>
          </a:prstGeom>
          <a:noFill/>
          <a:effectLst/>
        </p:spPr>
        <p:txBody>
          <a:bodyPr wrap="square" rtlCol="0">
            <a:spAutoFit/>
          </a:bodyPr>
          <a:lstStyle/>
          <a:p>
            <a:r>
              <a:rPr lang="zh-CN" altLang="en-US" sz="2000" b="1" dirty="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阿里巴巴普惠体 L" panose="00020600040101010101" pitchFamily="18" charset="-122"/>
                <a:sym typeface="思源黑体" panose="020B0500000000000000" pitchFamily="34" charset="-122"/>
              </a:rPr>
              <a:t>准备摘抄本，记下精彩的文章段落字词句。</a:t>
            </a:r>
          </a:p>
        </p:txBody>
      </p:sp>
      <p:sp>
        <p:nvSpPr>
          <p:cNvPr id="11" name="Freeform 7"/>
          <p:cNvSpPr/>
          <p:nvPr/>
        </p:nvSpPr>
        <p:spPr bwMode="auto">
          <a:xfrm>
            <a:off x="1070292" y="4420295"/>
            <a:ext cx="445705" cy="388840"/>
          </a:xfrm>
          <a:prstGeom prst="homePlate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lstStyle/>
          <a:p>
            <a:pPr defTabSz="913130" fontAlgn="base">
              <a:spcBef>
                <a:spcPct val="0"/>
              </a:spcBef>
              <a:spcAft>
                <a:spcPct val="0"/>
              </a:spcAft>
              <a:defRPr/>
            </a:pPr>
            <a:endParaRPr lang="zh-CN" altLang="en-US" sz="1900" kern="0" dirty="0">
              <a:solidFill>
                <a:prstClr val="white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阿里巴巴普惠体 L" panose="00020600040101010101" pitchFamily="18" charset="-122"/>
              <a:sym typeface="思源黑体" panose="020B0500000000000000" pitchFamily="34" charset="-122"/>
            </a:endParaRPr>
          </a:p>
        </p:txBody>
      </p:sp>
      <p:sp>
        <p:nvSpPr>
          <p:cNvPr id="12" name="TextBox 4"/>
          <p:cNvSpPr txBox="1"/>
          <p:nvPr/>
        </p:nvSpPr>
        <p:spPr>
          <a:xfrm>
            <a:off x="1593563" y="5158964"/>
            <a:ext cx="5061238" cy="400110"/>
          </a:xfrm>
          <a:prstGeom prst="rect">
            <a:avLst/>
          </a:prstGeom>
          <a:noFill/>
          <a:effectLst/>
        </p:spPr>
        <p:txBody>
          <a:bodyPr wrap="square" rtlCol="0">
            <a:spAutoFit/>
          </a:bodyPr>
          <a:lstStyle/>
          <a:p>
            <a:r>
              <a:rPr lang="zh-CN" altLang="en-US" sz="2000" b="1" dirty="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阿里巴巴普惠体 L" panose="00020600040101010101" pitchFamily="18" charset="-122"/>
                <a:sym typeface="思源黑体" panose="020B0500000000000000" pitchFamily="34" charset="-122"/>
              </a:rPr>
              <a:t>写日记。</a:t>
            </a:r>
          </a:p>
        </p:txBody>
      </p:sp>
      <p:sp>
        <p:nvSpPr>
          <p:cNvPr id="13" name="Freeform 7"/>
          <p:cNvSpPr/>
          <p:nvPr/>
        </p:nvSpPr>
        <p:spPr bwMode="auto">
          <a:xfrm>
            <a:off x="1070292" y="5195376"/>
            <a:ext cx="445705" cy="388840"/>
          </a:xfrm>
          <a:prstGeom prst="homePlate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lstStyle/>
          <a:p>
            <a:pPr defTabSz="913130" fontAlgn="base">
              <a:spcBef>
                <a:spcPct val="0"/>
              </a:spcBef>
              <a:spcAft>
                <a:spcPct val="0"/>
              </a:spcAft>
              <a:defRPr/>
            </a:pPr>
            <a:endParaRPr lang="zh-CN" altLang="en-US" sz="1900" kern="0" dirty="0">
              <a:solidFill>
                <a:prstClr val="white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阿里巴巴普惠体 L" panose="00020600040101010101" pitchFamily="18" charset="-122"/>
              <a:sym typeface="思源黑体" panose="020B0500000000000000" pitchFamily="34" charset="-122"/>
            </a:endParaRPr>
          </a:p>
        </p:txBody>
      </p:sp>
      <p:sp>
        <p:nvSpPr>
          <p:cNvPr id="15" name="TextBox 4"/>
          <p:cNvSpPr txBox="1"/>
          <p:nvPr/>
        </p:nvSpPr>
        <p:spPr>
          <a:xfrm>
            <a:off x="1593563" y="5934045"/>
            <a:ext cx="5061238" cy="400110"/>
          </a:xfrm>
          <a:prstGeom prst="rect">
            <a:avLst/>
          </a:prstGeom>
          <a:noFill/>
          <a:effectLst/>
        </p:spPr>
        <p:txBody>
          <a:bodyPr wrap="square" rtlCol="0">
            <a:spAutoFit/>
          </a:bodyPr>
          <a:lstStyle/>
          <a:p>
            <a:r>
              <a:rPr lang="zh-CN" altLang="en-US" sz="2000" b="1" dirty="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阿里巴巴普惠体 L" panose="00020600040101010101" pitchFamily="18" charset="-122"/>
                <a:sym typeface="思源黑体" panose="020B0500000000000000" pitchFamily="34" charset="-122"/>
              </a:rPr>
              <a:t>写随笔。</a:t>
            </a:r>
          </a:p>
        </p:txBody>
      </p:sp>
      <p:sp>
        <p:nvSpPr>
          <p:cNvPr id="16" name="Freeform 7"/>
          <p:cNvSpPr/>
          <p:nvPr/>
        </p:nvSpPr>
        <p:spPr bwMode="auto">
          <a:xfrm>
            <a:off x="1070292" y="5970457"/>
            <a:ext cx="445705" cy="388840"/>
          </a:xfrm>
          <a:prstGeom prst="homePlate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lstStyle/>
          <a:p>
            <a:pPr defTabSz="913130" fontAlgn="base">
              <a:spcBef>
                <a:spcPct val="0"/>
              </a:spcBef>
              <a:spcAft>
                <a:spcPct val="0"/>
              </a:spcAft>
              <a:defRPr/>
            </a:pPr>
            <a:endParaRPr lang="zh-CN" altLang="en-US" sz="1900" kern="0" dirty="0">
              <a:solidFill>
                <a:prstClr val="white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阿里巴巴普惠体 L" panose="00020600040101010101" pitchFamily="18" charset="-122"/>
              <a:sym typeface="思源黑体" panose="020B0500000000000000" pitchFamily="34" charset="-122"/>
            </a:endParaRPr>
          </a:p>
        </p:txBody>
      </p:sp>
    </p:spTree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2000" advTm="3000">
        <p15:prstTrans prst="prestige"/>
      </p:transition>
    </mc:Choice>
    <mc:Fallback xmlns="">
      <p:transition spd="slow" advTm="3000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" fill="hold">
                            <p:stCondLst>
                              <p:cond delay="1000"/>
                            </p:stCondLst>
                            <p:childTnLst>
                              <p:par>
                                <p:cTn id="11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1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2000"/>
                            </p:stCondLst>
                            <p:childTnLst>
                              <p:par>
                                <p:cTn id="17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10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0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" fill="hold">
                            <p:stCondLst>
                              <p:cond delay="3000"/>
                            </p:stCondLst>
                            <p:childTnLst>
                              <p:par>
                                <p:cTn id="23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10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6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7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" fill="hold">
                            <p:stCondLst>
                              <p:cond delay="4000"/>
                            </p:stCondLst>
                            <p:childTnLst>
                              <p:par>
                                <p:cTn id="29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1" dur="500" fill="hold"/>
                                        <p:tgtEl>
                                          <p:spTgt spid="4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2" dur="500" fill="hold"/>
                                        <p:tgtEl>
                                          <p:spTgt spid="4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3" dur="5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4" fill="hold">
                            <p:stCondLst>
                              <p:cond delay="4500"/>
                            </p:stCondLst>
                            <p:childTnLst>
                              <p:par>
                                <p:cTn id="35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10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8" dur="1000" fill="hold"/>
                                        <p:tgtEl>
                                          <p:spTgt spid="4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9" dur="1000" fill="hold"/>
                                        <p:tgtEl>
                                          <p:spTgt spid="4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0" fill="hold">
                            <p:stCondLst>
                              <p:cond delay="5500"/>
                            </p:stCondLst>
                            <p:childTnLst>
                              <p:par>
                                <p:cTn id="41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4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5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6" fill="hold">
                            <p:stCondLst>
                              <p:cond delay="6500"/>
                            </p:stCondLst>
                            <p:childTnLst>
                              <p:par>
                                <p:cTn id="47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0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1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2" fill="hold">
                            <p:stCondLst>
                              <p:cond delay="7500"/>
                            </p:stCondLst>
                            <p:childTnLst>
                              <p:par>
                                <p:cTn id="53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10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6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7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8" fill="hold">
                            <p:stCondLst>
                              <p:cond delay="8500"/>
                            </p:stCondLst>
                            <p:childTnLst>
                              <p:par>
                                <p:cTn id="59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1" dur="10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2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3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4" fill="hold">
                            <p:stCondLst>
                              <p:cond delay="9500"/>
                            </p:stCondLst>
                            <p:childTnLst>
                              <p:par>
                                <p:cTn id="65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10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8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9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0" fill="hold">
                            <p:stCondLst>
                              <p:cond delay="10500"/>
                            </p:stCondLst>
                            <p:childTnLst>
                              <p:par>
                                <p:cTn id="71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3" dur="10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4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5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6" fill="hold">
                            <p:stCondLst>
                              <p:cond delay="11500"/>
                            </p:stCondLst>
                            <p:childTnLst>
                              <p:par>
                                <p:cTn id="77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9" dur="10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0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1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2" fill="hold">
                            <p:stCondLst>
                              <p:cond delay="12500"/>
                            </p:stCondLst>
                            <p:childTnLst>
                              <p:par>
                                <p:cTn id="83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5" dur="10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6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7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  <p:bldP spid="8" grpId="0" animBg="1"/>
      <p:bldP spid="10" grpId="0"/>
      <p:bldP spid="14" grpId="0" animBg="1"/>
      <p:bldP spid="41" grpId="0"/>
      <p:bldP spid="42" grpId="0"/>
      <p:bldP spid="2" grpId="0"/>
      <p:bldP spid="7" grpId="0" animBg="1"/>
      <p:bldP spid="9" grpId="0"/>
      <p:bldP spid="11" grpId="0" animBg="1"/>
      <p:bldP spid="12" grpId="0"/>
      <p:bldP spid="13" grpId="0" animBg="1"/>
      <p:bldP spid="15" grpId="0"/>
      <p:bldP spid="16" grpId="0" animBg="1"/>
    </p:bld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（三）七上语文基本框架</a:t>
            </a:r>
          </a:p>
        </p:txBody>
      </p:sp>
      <p:sp>
        <p:nvSpPr>
          <p:cNvPr id="3" name="TextBox 39"/>
          <p:cNvSpPr txBox="1"/>
          <p:nvPr>
            <p:custDataLst>
              <p:tags r:id="rId1"/>
            </p:custDataLst>
          </p:nvPr>
        </p:nvSpPr>
        <p:spPr>
          <a:xfrm>
            <a:off x="1345649" y="1687017"/>
            <a:ext cx="2550908" cy="369332"/>
          </a:xfrm>
          <a:prstGeom prst="rect">
            <a:avLst/>
          </a:prstGeom>
          <a:solidFill>
            <a:schemeClr val="accent1"/>
          </a:solidFill>
        </p:spPr>
        <p:txBody>
          <a:bodyPr wrap="square" lIns="0" tIns="0" rIns="0" bIns="0" rtlCol="0" anchor="t">
            <a:spAutoFit/>
          </a:bodyPr>
          <a:lstStyle>
            <a:defPPr>
              <a:defRPr lang="zh-CN"/>
            </a:defPPr>
            <a:lvl1pPr algn="ctr">
              <a:lnSpc>
                <a:spcPts val="3920"/>
              </a:lnSpc>
              <a:defRPr sz="2400">
                <a:solidFill>
                  <a:srgbClr val="AD4B3D"/>
                </a:solidFill>
                <a:latin typeface="演示秋鸿楷" panose="00000500000000000000" pitchFamily="2" charset="-122"/>
                <a:ea typeface="演示秋鸿楷" panose="00000500000000000000" pitchFamily="2" charset="-122"/>
              </a:defRPr>
            </a:lvl1pPr>
          </a:lstStyle>
          <a:p>
            <a:pPr>
              <a:lnSpc>
                <a:spcPct val="100000"/>
              </a:lnSpc>
            </a:pPr>
            <a:r>
              <a:rPr lang="zh-CN" altLang="en-US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阅读</a:t>
            </a:r>
          </a:p>
        </p:txBody>
      </p:sp>
      <p:sp>
        <p:nvSpPr>
          <p:cNvPr id="5" name="文本框 4"/>
          <p:cNvSpPr txBox="1"/>
          <p:nvPr/>
        </p:nvSpPr>
        <p:spPr>
          <a:xfrm>
            <a:off x="1356867" y="2161921"/>
            <a:ext cx="2550841" cy="96654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50000"/>
              </a:lnSpc>
            </a:pPr>
            <a:r>
              <a:rPr lang="en-US" altLang="zh-CN" sz="2000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汉仪颜楷简" panose="00020600040101010101" charset="-122"/>
                <a:sym typeface="+mn-ea"/>
              </a:rPr>
              <a:t>22</a:t>
            </a:r>
            <a:r>
              <a:rPr lang="zh-CN" altLang="en-US" sz="2000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汉仪颜楷简" panose="00020600040101010101" charset="-122"/>
                <a:sym typeface="+mn-ea"/>
              </a:rPr>
              <a:t>课，星号自读课文</a:t>
            </a:r>
            <a:r>
              <a:rPr lang="en-US" altLang="zh-CN" sz="2000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汉仪颜楷简" panose="00020600040101010101" charset="-122"/>
                <a:sym typeface="+mn-ea"/>
              </a:rPr>
              <a:t>6</a:t>
            </a:r>
            <a:r>
              <a:rPr lang="zh-CN" altLang="en-US" sz="2000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汉仪颜楷简" panose="00020600040101010101" charset="-122"/>
                <a:sym typeface="+mn-ea"/>
              </a:rPr>
              <a:t>课</a:t>
            </a:r>
            <a:endParaRPr lang="zh-CN" altLang="en-US" sz="2000" dirty="0">
              <a:solidFill>
                <a:schemeClr val="tx1">
                  <a:lumMod val="85000"/>
                  <a:lumOff val="1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汉仪颜楷简" panose="00020600040101010101" charset="-122"/>
            </a:endParaRPr>
          </a:p>
        </p:txBody>
      </p:sp>
      <p:sp>
        <p:nvSpPr>
          <p:cNvPr id="8" name="TextBox 39"/>
          <p:cNvSpPr txBox="1"/>
          <p:nvPr>
            <p:custDataLst>
              <p:tags r:id="rId2"/>
            </p:custDataLst>
          </p:nvPr>
        </p:nvSpPr>
        <p:spPr>
          <a:xfrm>
            <a:off x="4820546" y="1687017"/>
            <a:ext cx="2550908" cy="369332"/>
          </a:xfrm>
          <a:prstGeom prst="rect">
            <a:avLst/>
          </a:prstGeom>
          <a:solidFill>
            <a:schemeClr val="accent1"/>
          </a:solidFill>
        </p:spPr>
        <p:txBody>
          <a:bodyPr wrap="square" lIns="0" tIns="0" rIns="0" bIns="0" rtlCol="0" anchor="t">
            <a:spAutoFit/>
          </a:bodyPr>
          <a:lstStyle>
            <a:defPPr>
              <a:defRPr lang="zh-CN"/>
            </a:defPPr>
            <a:lvl1pPr algn="ctr">
              <a:lnSpc>
                <a:spcPts val="3920"/>
              </a:lnSpc>
              <a:defRPr sz="2400">
                <a:solidFill>
                  <a:srgbClr val="AD4B3D"/>
                </a:solidFill>
                <a:latin typeface="演示秋鸿楷" panose="00000500000000000000" pitchFamily="2" charset="-122"/>
                <a:ea typeface="演示秋鸿楷" panose="00000500000000000000" pitchFamily="2" charset="-122"/>
              </a:defRPr>
            </a:lvl1pPr>
          </a:lstStyle>
          <a:p>
            <a:pPr>
              <a:lnSpc>
                <a:spcPct val="100000"/>
              </a:lnSpc>
            </a:pPr>
            <a:r>
              <a:rPr lang="zh-CN" altLang="en-US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古诗</a:t>
            </a:r>
          </a:p>
        </p:txBody>
      </p:sp>
      <p:sp>
        <p:nvSpPr>
          <p:cNvPr id="15" name="文本框 14"/>
          <p:cNvSpPr txBox="1"/>
          <p:nvPr/>
        </p:nvSpPr>
        <p:spPr>
          <a:xfrm>
            <a:off x="4820613" y="2161921"/>
            <a:ext cx="2550841" cy="51001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50000"/>
              </a:lnSpc>
            </a:pPr>
            <a:r>
              <a:rPr lang="en-US" altLang="zh-CN" sz="2000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汉仪颜楷简" panose="00020600040101010101" charset="-122"/>
                <a:sym typeface="+mn-ea"/>
              </a:rPr>
              <a:t>4</a:t>
            </a:r>
            <a:r>
              <a:rPr lang="zh-CN" altLang="en-US" sz="2000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汉仪颜楷简" panose="00020600040101010101" charset="-122"/>
                <a:sym typeface="+mn-ea"/>
              </a:rPr>
              <a:t>首 </a:t>
            </a:r>
            <a:endParaRPr lang="zh-CN" altLang="en-US" sz="2000" dirty="0">
              <a:solidFill>
                <a:schemeClr val="tx1">
                  <a:lumMod val="85000"/>
                  <a:lumOff val="1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汉仪颜楷简" panose="00020600040101010101" charset="-122"/>
            </a:endParaRPr>
          </a:p>
        </p:txBody>
      </p:sp>
      <p:sp>
        <p:nvSpPr>
          <p:cNvPr id="17" name="TextBox 39"/>
          <p:cNvSpPr txBox="1"/>
          <p:nvPr>
            <p:custDataLst>
              <p:tags r:id="rId3"/>
            </p:custDataLst>
          </p:nvPr>
        </p:nvSpPr>
        <p:spPr>
          <a:xfrm>
            <a:off x="4764426" y="5071856"/>
            <a:ext cx="2550908" cy="369332"/>
          </a:xfrm>
          <a:prstGeom prst="rect">
            <a:avLst/>
          </a:prstGeom>
          <a:solidFill>
            <a:schemeClr val="accent1"/>
          </a:solidFill>
        </p:spPr>
        <p:txBody>
          <a:bodyPr wrap="square" lIns="0" tIns="0" rIns="0" bIns="0" rtlCol="0" anchor="t">
            <a:spAutoFit/>
          </a:bodyPr>
          <a:lstStyle>
            <a:defPPr>
              <a:defRPr lang="zh-CN"/>
            </a:defPPr>
            <a:lvl1pPr algn="ctr">
              <a:lnSpc>
                <a:spcPts val="3920"/>
              </a:lnSpc>
              <a:defRPr sz="2400">
                <a:solidFill>
                  <a:srgbClr val="AD4B3D"/>
                </a:solidFill>
                <a:latin typeface="演示秋鸿楷" panose="00000500000000000000" pitchFamily="2" charset="-122"/>
                <a:ea typeface="演示秋鸿楷" panose="00000500000000000000" pitchFamily="2" charset="-122"/>
              </a:defRPr>
            </a:lvl1pPr>
          </a:lstStyle>
          <a:p>
            <a:pPr>
              <a:lnSpc>
                <a:spcPct val="100000"/>
              </a:lnSpc>
            </a:pPr>
            <a:r>
              <a:rPr lang="zh-CN" altLang="en-US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文言文</a:t>
            </a:r>
          </a:p>
        </p:txBody>
      </p:sp>
      <p:sp>
        <p:nvSpPr>
          <p:cNvPr id="18" name="文本框 17"/>
          <p:cNvSpPr txBox="1"/>
          <p:nvPr/>
        </p:nvSpPr>
        <p:spPr>
          <a:xfrm>
            <a:off x="4764493" y="5546760"/>
            <a:ext cx="2550841" cy="51001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50000"/>
              </a:lnSpc>
            </a:pPr>
            <a:r>
              <a:rPr lang="en-US" altLang="zh-CN" sz="2000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汉仪颜楷简" panose="00020600040101010101" charset="-122"/>
                <a:sym typeface="+mn-ea"/>
              </a:rPr>
              <a:t>7</a:t>
            </a:r>
            <a:r>
              <a:rPr lang="zh-CN" altLang="en-US" sz="2000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汉仪颜楷简" panose="00020600040101010101" charset="-122"/>
                <a:sym typeface="+mn-ea"/>
              </a:rPr>
              <a:t>篇</a:t>
            </a:r>
            <a:endParaRPr lang="zh-CN" altLang="en-US" sz="2000" dirty="0">
              <a:solidFill>
                <a:schemeClr val="tx1">
                  <a:lumMod val="85000"/>
                  <a:lumOff val="1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汉仪颜楷简" panose="00020600040101010101" charset="-122"/>
            </a:endParaRPr>
          </a:p>
        </p:txBody>
      </p:sp>
      <p:sp>
        <p:nvSpPr>
          <p:cNvPr id="19" name="TextBox 39"/>
          <p:cNvSpPr txBox="1"/>
          <p:nvPr>
            <p:custDataLst>
              <p:tags r:id="rId4"/>
            </p:custDataLst>
          </p:nvPr>
        </p:nvSpPr>
        <p:spPr>
          <a:xfrm>
            <a:off x="1345649" y="3520349"/>
            <a:ext cx="2550908" cy="369332"/>
          </a:xfrm>
          <a:prstGeom prst="rect">
            <a:avLst/>
          </a:prstGeom>
          <a:solidFill>
            <a:schemeClr val="accent1"/>
          </a:solidFill>
        </p:spPr>
        <p:txBody>
          <a:bodyPr wrap="square" lIns="0" tIns="0" rIns="0" bIns="0" rtlCol="0" anchor="t">
            <a:spAutoFit/>
          </a:bodyPr>
          <a:lstStyle>
            <a:defPPr>
              <a:defRPr lang="zh-CN"/>
            </a:defPPr>
            <a:lvl1pPr algn="ctr">
              <a:lnSpc>
                <a:spcPts val="3920"/>
              </a:lnSpc>
              <a:defRPr sz="2400">
                <a:solidFill>
                  <a:srgbClr val="AD4B3D"/>
                </a:solidFill>
                <a:latin typeface="演示秋鸿楷" panose="00000500000000000000" pitchFamily="2" charset="-122"/>
                <a:ea typeface="演示秋鸿楷" panose="00000500000000000000" pitchFamily="2" charset="-122"/>
              </a:defRPr>
            </a:lvl1pPr>
          </a:lstStyle>
          <a:p>
            <a:pPr>
              <a:lnSpc>
                <a:spcPct val="100000"/>
              </a:lnSpc>
            </a:pPr>
            <a:r>
              <a:rPr lang="zh-CN" altLang="en-US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名著导读</a:t>
            </a:r>
          </a:p>
        </p:txBody>
      </p:sp>
      <p:sp>
        <p:nvSpPr>
          <p:cNvPr id="20" name="文本框 19"/>
          <p:cNvSpPr txBox="1"/>
          <p:nvPr/>
        </p:nvSpPr>
        <p:spPr>
          <a:xfrm>
            <a:off x="1345716" y="3995253"/>
            <a:ext cx="2550841" cy="51001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50000"/>
              </a:lnSpc>
            </a:pPr>
            <a:r>
              <a:rPr lang="zh-CN" altLang="en-US" sz="2000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汉仪颜楷简" panose="00020600040101010101" charset="-122"/>
                <a:sym typeface="+mn-ea"/>
              </a:rPr>
              <a:t>两本</a:t>
            </a:r>
            <a:endParaRPr lang="zh-CN" altLang="en-US" sz="2000" dirty="0">
              <a:solidFill>
                <a:schemeClr val="tx1">
                  <a:lumMod val="85000"/>
                  <a:lumOff val="1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汉仪颜楷简" panose="00020600040101010101" charset="-122"/>
            </a:endParaRPr>
          </a:p>
        </p:txBody>
      </p:sp>
      <p:sp>
        <p:nvSpPr>
          <p:cNvPr id="22" name="TextBox 39"/>
          <p:cNvSpPr txBox="1"/>
          <p:nvPr>
            <p:custDataLst>
              <p:tags r:id="rId5"/>
            </p:custDataLst>
          </p:nvPr>
        </p:nvSpPr>
        <p:spPr>
          <a:xfrm>
            <a:off x="4820546" y="3572423"/>
            <a:ext cx="2550908" cy="369332"/>
          </a:xfrm>
          <a:prstGeom prst="rect">
            <a:avLst/>
          </a:prstGeom>
          <a:solidFill>
            <a:schemeClr val="accent1"/>
          </a:solidFill>
        </p:spPr>
        <p:txBody>
          <a:bodyPr wrap="square" lIns="0" tIns="0" rIns="0" bIns="0" rtlCol="0" anchor="t">
            <a:spAutoFit/>
          </a:bodyPr>
          <a:lstStyle>
            <a:defPPr>
              <a:defRPr lang="zh-CN"/>
            </a:defPPr>
            <a:lvl1pPr algn="ctr">
              <a:lnSpc>
                <a:spcPts val="3920"/>
              </a:lnSpc>
              <a:defRPr sz="2400">
                <a:solidFill>
                  <a:srgbClr val="AD4B3D"/>
                </a:solidFill>
                <a:latin typeface="演示秋鸿楷" panose="00000500000000000000" pitchFamily="2" charset="-122"/>
                <a:ea typeface="演示秋鸿楷" panose="00000500000000000000" pitchFamily="2" charset="-122"/>
              </a:defRPr>
            </a:lvl1pPr>
          </a:lstStyle>
          <a:p>
            <a:pPr>
              <a:lnSpc>
                <a:spcPct val="100000"/>
              </a:lnSpc>
            </a:pPr>
            <a:r>
              <a:rPr lang="zh-CN" altLang="en-US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综合性学习</a:t>
            </a:r>
          </a:p>
        </p:txBody>
      </p:sp>
      <p:sp>
        <p:nvSpPr>
          <p:cNvPr id="23" name="文本框 22"/>
          <p:cNvSpPr txBox="1"/>
          <p:nvPr/>
        </p:nvSpPr>
        <p:spPr>
          <a:xfrm>
            <a:off x="4820613" y="4047327"/>
            <a:ext cx="2550841" cy="51001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50000"/>
              </a:lnSpc>
            </a:pPr>
            <a:r>
              <a:rPr lang="zh-CN" altLang="en-US" sz="2000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汉仪颜楷简" panose="00020600040101010101" charset="-122"/>
                <a:sym typeface="+mn-ea"/>
              </a:rPr>
              <a:t>三个</a:t>
            </a:r>
            <a:endParaRPr lang="zh-CN" altLang="en-US" sz="2000" dirty="0">
              <a:solidFill>
                <a:schemeClr val="tx1">
                  <a:lumMod val="85000"/>
                  <a:lumOff val="1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汉仪颜楷简" panose="00020600040101010101" charset="-122"/>
            </a:endParaRPr>
          </a:p>
        </p:txBody>
      </p:sp>
      <p:sp>
        <p:nvSpPr>
          <p:cNvPr id="25" name="TextBox 39"/>
          <p:cNvSpPr txBox="1"/>
          <p:nvPr>
            <p:custDataLst>
              <p:tags r:id="rId6"/>
            </p:custDataLst>
          </p:nvPr>
        </p:nvSpPr>
        <p:spPr>
          <a:xfrm>
            <a:off x="8193844" y="5071856"/>
            <a:ext cx="2550908" cy="369332"/>
          </a:xfrm>
          <a:prstGeom prst="rect">
            <a:avLst/>
          </a:prstGeom>
          <a:solidFill>
            <a:schemeClr val="accent1"/>
          </a:solidFill>
        </p:spPr>
        <p:txBody>
          <a:bodyPr wrap="square" lIns="0" tIns="0" rIns="0" bIns="0" rtlCol="0" anchor="t">
            <a:spAutoFit/>
          </a:bodyPr>
          <a:lstStyle>
            <a:defPPr>
              <a:defRPr lang="zh-CN"/>
            </a:defPPr>
            <a:lvl1pPr algn="ctr">
              <a:lnSpc>
                <a:spcPts val="3920"/>
              </a:lnSpc>
              <a:defRPr sz="2400">
                <a:solidFill>
                  <a:srgbClr val="AD4B3D"/>
                </a:solidFill>
                <a:latin typeface="演示秋鸿楷" panose="00000500000000000000" pitchFamily="2" charset="-122"/>
                <a:ea typeface="演示秋鸿楷" panose="00000500000000000000" pitchFamily="2" charset="-122"/>
              </a:defRPr>
            </a:lvl1pPr>
          </a:lstStyle>
          <a:p>
            <a:pPr>
              <a:lnSpc>
                <a:spcPct val="100000"/>
              </a:lnSpc>
            </a:pPr>
            <a:r>
              <a:rPr lang="zh-CN" altLang="en-US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单元写作</a:t>
            </a:r>
          </a:p>
        </p:txBody>
      </p:sp>
      <p:sp>
        <p:nvSpPr>
          <p:cNvPr id="26" name="文本框 25"/>
          <p:cNvSpPr txBox="1"/>
          <p:nvPr/>
        </p:nvSpPr>
        <p:spPr>
          <a:xfrm>
            <a:off x="8193911" y="5546760"/>
            <a:ext cx="2550841" cy="51001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50000"/>
              </a:lnSpc>
            </a:pPr>
            <a:r>
              <a:rPr lang="zh-CN" altLang="en-US" sz="2000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汉仪颜楷简" panose="00020600040101010101" charset="-122"/>
                <a:sym typeface="+mn-ea"/>
              </a:rPr>
              <a:t>六个</a:t>
            </a:r>
            <a:endParaRPr lang="zh-CN" altLang="en-US" sz="2000" dirty="0">
              <a:solidFill>
                <a:schemeClr val="tx1">
                  <a:lumMod val="85000"/>
                  <a:lumOff val="1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汉仪颜楷简" panose="00020600040101010101" charset="-122"/>
            </a:endParaRPr>
          </a:p>
        </p:txBody>
      </p:sp>
      <p:sp>
        <p:nvSpPr>
          <p:cNvPr id="28" name="TextBox 39"/>
          <p:cNvSpPr txBox="1"/>
          <p:nvPr>
            <p:custDataLst>
              <p:tags r:id="rId7"/>
            </p:custDataLst>
          </p:nvPr>
        </p:nvSpPr>
        <p:spPr>
          <a:xfrm>
            <a:off x="1335008" y="5071856"/>
            <a:ext cx="2550908" cy="369332"/>
          </a:xfrm>
          <a:prstGeom prst="rect">
            <a:avLst/>
          </a:prstGeom>
          <a:solidFill>
            <a:schemeClr val="accent1"/>
          </a:solidFill>
        </p:spPr>
        <p:txBody>
          <a:bodyPr wrap="square" lIns="0" tIns="0" rIns="0" bIns="0" rtlCol="0" anchor="t">
            <a:spAutoFit/>
          </a:bodyPr>
          <a:lstStyle>
            <a:defPPr>
              <a:defRPr lang="zh-CN"/>
            </a:defPPr>
            <a:lvl1pPr algn="ctr">
              <a:lnSpc>
                <a:spcPts val="3920"/>
              </a:lnSpc>
              <a:defRPr sz="2400">
                <a:solidFill>
                  <a:srgbClr val="AD4B3D"/>
                </a:solidFill>
                <a:latin typeface="演示秋鸿楷" panose="00000500000000000000" pitchFamily="2" charset="-122"/>
                <a:ea typeface="演示秋鸿楷" panose="00000500000000000000" pitchFamily="2" charset="-122"/>
              </a:defRPr>
            </a:lvl1pPr>
          </a:lstStyle>
          <a:p>
            <a:pPr>
              <a:lnSpc>
                <a:spcPct val="100000"/>
              </a:lnSpc>
            </a:pPr>
            <a:r>
              <a:rPr lang="zh-CN" altLang="en-US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课外古诗词</a:t>
            </a:r>
          </a:p>
        </p:txBody>
      </p:sp>
      <p:sp>
        <p:nvSpPr>
          <p:cNvPr id="29" name="文本框 28"/>
          <p:cNvSpPr txBox="1"/>
          <p:nvPr/>
        </p:nvSpPr>
        <p:spPr>
          <a:xfrm>
            <a:off x="1335075" y="5546760"/>
            <a:ext cx="2550841" cy="51001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50000"/>
              </a:lnSpc>
            </a:pPr>
            <a:r>
              <a:rPr lang="zh-CN" altLang="en-US" sz="2000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汉仪颜楷简" panose="00020600040101010101" charset="-122"/>
                <a:sym typeface="+mn-ea"/>
              </a:rPr>
              <a:t>八首</a:t>
            </a:r>
            <a:endParaRPr lang="zh-CN" altLang="en-US" sz="2000" dirty="0">
              <a:solidFill>
                <a:schemeClr val="tx1">
                  <a:lumMod val="85000"/>
                  <a:lumOff val="1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汉仪颜楷简" panose="00020600040101010101" charset="-122"/>
            </a:endParaRPr>
          </a:p>
        </p:txBody>
      </p:sp>
      <p:pic>
        <p:nvPicPr>
          <p:cNvPr id="6" name="图片 5"/>
          <p:cNvPicPr>
            <a:picLocks noChangeAspect="1"/>
          </p:cNvPicPr>
          <p:nvPr/>
        </p:nvPicPr>
        <p:blipFill>
          <a:blip r:embed="rId9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8216900" y="1636487"/>
            <a:ext cx="2451099" cy="3151413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2000" advTm="3000">
        <p15:prstTrans prst="wind"/>
      </p:transition>
    </mc:Choice>
    <mc:Fallback xmlns="">
      <p:transition spd="slow" advTm="3000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8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0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10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10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8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0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10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3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4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5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10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8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9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0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10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3" dur="10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4" dur="10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5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10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8" dur="10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9" dur="10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0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10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3" dur="1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4" dur="1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5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10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8" dur="10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9" dur="10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0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10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3" dur="10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4" dur="10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5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10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8" dur="10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9" dur="10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0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2" dur="10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3" dur="10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4" dur="10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5" fill="hold">
                            <p:stCondLst>
                              <p:cond delay="1000"/>
                            </p:stCondLst>
                            <p:childTnLst>
                              <p:par>
                                <p:cTn id="76" presetID="2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8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5" grpId="0"/>
      <p:bldP spid="8" grpId="0" animBg="1"/>
      <p:bldP spid="15" grpId="0"/>
      <p:bldP spid="17" grpId="0" animBg="1"/>
      <p:bldP spid="18" grpId="0"/>
      <p:bldP spid="19" grpId="0" animBg="1"/>
      <p:bldP spid="20" grpId="0"/>
      <p:bldP spid="22" grpId="0" animBg="1"/>
      <p:bldP spid="23" grpId="0"/>
      <p:bldP spid="25" grpId="0" animBg="1"/>
      <p:bldP spid="26" grpId="0"/>
      <p:bldP spid="28" grpId="0" animBg="1"/>
      <p:bldP spid="29" grpId="0"/>
    </p:bld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（四）语文课堂基本要求</a:t>
            </a:r>
          </a:p>
        </p:txBody>
      </p:sp>
      <p:sp>
        <p:nvSpPr>
          <p:cNvPr id="2" name="TextBox 4"/>
          <p:cNvSpPr txBox="1"/>
          <p:nvPr/>
        </p:nvSpPr>
        <p:spPr>
          <a:xfrm>
            <a:off x="1573906" y="1574817"/>
            <a:ext cx="3754988" cy="480131"/>
          </a:xfrm>
          <a:prstGeom prst="rect">
            <a:avLst/>
          </a:prstGeom>
          <a:noFill/>
          <a:effectLst/>
        </p:spPr>
        <p:txBody>
          <a:bodyPr wrap="square" rtlCol="0">
            <a:spAutoFit/>
          </a:bodyPr>
          <a:lstStyle/>
          <a:p>
            <a:r>
              <a:rPr lang="zh-CN" altLang="en-US" sz="2520" b="1" dirty="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阿里巴巴普惠体 L" panose="00020600040101010101" pitchFamily="18" charset="-122"/>
                <a:sym typeface="思源黑体" panose="020B0500000000000000" pitchFamily="34" charset="-122"/>
              </a:rPr>
              <a:t>打好基本功</a:t>
            </a:r>
          </a:p>
        </p:txBody>
      </p:sp>
      <p:sp>
        <p:nvSpPr>
          <p:cNvPr id="6" name="Freeform 7"/>
          <p:cNvSpPr/>
          <p:nvPr/>
        </p:nvSpPr>
        <p:spPr bwMode="auto">
          <a:xfrm>
            <a:off x="1102963" y="1635288"/>
            <a:ext cx="401134" cy="349956"/>
          </a:xfrm>
          <a:prstGeom prst="homePlate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lstStyle/>
          <a:p>
            <a:pPr defTabSz="913130" fontAlgn="base">
              <a:spcBef>
                <a:spcPct val="0"/>
              </a:spcBef>
              <a:spcAft>
                <a:spcPct val="0"/>
              </a:spcAft>
              <a:defRPr/>
            </a:pPr>
            <a:endParaRPr lang="zh-CN" altLang="en-US" sz="1710" kern="0" dirty="0">
              <a:solidFill>
                <a:prstClr val="white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阿里巴巴普惠体 L" panose="00020600040101010101" pitchFamily="18" charset="-122"/>
              <a:sym typeface="思源黑体" panose="020B0500000000000000" pitchFamily="34" charset="-122"/>
            </a:endParaRPr>
          </a:p>
        </p:txBody>
      </p:sp>
      <p:sp>
        <p:nvSpPr>
          <p:cNvPr id="7" name="Rectangle 6"/>
          <p:cNvSpPr>
            <a:spLocks noChangeArrowheads="1"/>
          </p:cNvSpPr>
          <p:nvPr/>
        </p:nvSpPr>
        <p:spPr bwMode="auto">
          <a:xfrm>
            <a:off x="1010495" y="2158291"/>
            <a:ext cx="4992794" cy="830989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wrap="square" lIns="91431" tIns="45716" rIns="91431" bIns="45716">
            <a:spAutoFit/>
          </a:bodyPr>
          <a:lstStyle/>
          <a:p>
            <a:pPr algn="just" defTabSz="913130" fontAlgn="base">
              <a:spcBef>
                <a:spcPct val="0"/>
              </a:spcBef>
              <a:spcAft>
                <a:spcPts val="500"/>
              </a:spcAft>
            </a:pPr>
            <a:r>
              <a:rPr lang="zh-CN" altLang="en-US" sz="1600" kern="0" spc="130" dirty="0">
                <a:solidFill>
                  <a:schemeClr val="bg2">
                    <a:lumMod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阿里巴巴普惠体 L" panose="00020600040101010101" pitchFamily="18" charset="-122"/>
                <a:sym typeface="思源黑体" panose="020B0500000000000000" pitchFamily="34" charset="-122"/>
              </a:rPr>
              <a:t>字要规规矩矩地写，话要清清楚楚地说，书要仔仔细细地读，作业要踏踏实实地做。基础不牢，地动山摇。</a:t>
            </a:r>
          </a:p>
        </p:txBody>
      </p:sp>
      <p:sp>
        <p:nvSpPr>
          <p:cNvPr id="9" name="TextBox 4"/>
          <p:cNvSpPr txBox="1"/>
          <p:nvPr/>
        </p:nvSpPr>
        <p:spPr>
          <a:xfrm>
            <a:off x="1573906" y="3171935"/>
            <a:ext cx="3754988" cy="480131"/>
          </a:xfrm>
          <a:prstGeom prst="rect">
            <a:avLst/>
          </a:prstGeom>
          <a:noFill/>
          <a:effectLst/>
        </p:spPr>
        <p:txBody>
          <a:bodyPr wrap="square" rtlCol="0">
            <a:spAutoFit/>
          </a:bodyPr>
          <a:lstStyle/>
          <a:p>
            <a:r>
              <a:rPr lang="zh-CN" altLang="en-US" sz="2520" b="1" dirty="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阿里巴巴普惠体 L" panose="00020600040101010101" pitchFamily="18" charset="-122"/>
                <a:sym typeface="思源黑体" panose="020B0500000000000000" pitchFamily="34" charset="-122"/>
              </a:rPr>
              <a:t>课前准备</a:t>
            </a:r>
          </a:p>
        </p:txBody>
      </p:sp>
      <p:sp>
        <p:nvSpPr>
          <p:cNvPr id="10" name="Freeform 7"/>
          <p:cNvSpPr/>
          <p:nvPr/>
        </p:nvSpPr>
        <p:spPr bwMode="auto">
          <a:xfrm>
            <a:off x="1102963" y="3232407"/>
            <a:ext cx="401134" cy="349956"/>
          </a:xfrm>
          <a:prstGeom prst="homePlate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lstStyle/>
          <a:p>
            <a:pPr defTabSz="913130" fontAlgn="base">
              <a:spcBef>
                <a:spcPct val="0"/>
              </a:spcBef>
              <a:spcAft>
                <a:spcPct val="0"/>
              </a:spcAft>
              <a:defRPr/>
            </a:pPr>
            <a:endParaRPr lang="zh-CN" altLang="en-US" sz="1710" kern="0" dirty="0">
              <a:solidFill>
                <a:prstClr val="white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阿里巴巴普惠体 L" panose="00020600040101010101" pitchFamily="18" charset="-122"/>
              <a:sym typeface="思源黑体" panose="020B0500000000000000" pitchFamily="34" charset="-122"/>
            </a:endParaRPr>
          </a:p>
        </p:txBody>
      </p:sp>
      <p:sp>
        <p:nvSpPr>
          <p:cNvPr id="11" name="Rectangle 10"/>
          <p:cNvSpPr>
            <a:spLocks noChangeArrowheads="1"/>
          </p:cNvSpPr>
          <p:nvPr/>
        </p:nvSpPr>
        <p:spPr bwMode="auto">
          <a:xfrm>
            <a:off x="1010494" y="3736915"/>
            <a:ext cx="4992794" cy="1077210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wrap="square" lIns="91431" tIns="45716" rIns="91431" bIns="45716">
            <a:spAutoFit/>
          </a:bodyPr>
          <a:lstStyle/>
          <a:p>
            <a:pPr algn="just" defTabSz="913130" fontAlgn="base">
              <a:spcBef>
                <a:spcPct val="0"/>
              </a:spcBef>
              <a:spcAft>
                <a:spcPts val="500"/>
              </a:spcAft>
            </a:pPr>
            <a:r>
              <a:rPr lang="zh-CN" altLang="en-US" sz="1600" kern="0" spc="130" dirty="0">
                <a:solidFill>
                  <a:schemeClr val="bg2">
                    <a:lumMod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阿里巴巴普惠体 L" panose="00020600040101010101" pitchFamily="18" charset="-122"/>
                <a:sym typeface="思源黑体" panose="020B0500000000000000" pitchFamily="34" charset="-122"/>
              </a:rPr>
              <a:t>课前准备好学具、教材、笔记本、红黑笔、荧光笔等；坐好安静上课，课前预习了解背景作者、朗读解决字音、标注段落、勾画字词、优美句子品析、思考行文思路、尝试解决课后习题</a:t>
            </a:r>
          </a:p>
        </p:txBody>
      </p:sp>
      <p:sp>
        <p:nvSpPr>
          <p:cNvPr id="12" name="TextBox 4"/>
          <p:cNvSpPr txBox="1"/>
          <p:nvPr/>
        </p:nvSpPr>
        <p:spPr>
          <a:xfrm>
            <a:off x="6873615" y="1574817"/>
            <a:ext cx="3754988" cy="480131"/>
          </a:xfrm>
          <a:prstGeom prst="rect">
            <a:avLst/>
          </a:prstGeom>
          <a:noFill/>
          <a:effectLst/>
        </p:spPr>
        <p:txBody>
          <a:bodyPr wrap="square" rtlCol="0">
            <a:spAutoFit/>
          </a:bodyPr>
          <a:lstStyle/>
          <a:p>
            <a:r>
              <a:rPr lang="zh-CN" altLang="en-US" sz="2520" b="1" dirty="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阿里巴巴普惠体 L" panose="00020600040101010101" pitchFamily="18" charset="-122"/>
                <a:sym typeface="思源黑体" panose="020B0500000000000000" pitchFamily="34" charset="-122"/>
              </a:rPr>
              <a:t>课堂纪律</a:t>
            </a:r>
          </a:p>
        </p:txBody>
      </p:sp>
      <p:sp>
        <p:nvSpPr>
          <p:cNvPr id="13" name="Freeform 7"/>
          <p:cNvSpPr/>
          <p:nvPr/>
        </p:nvSpPr>
        <p:spPr bwMode="auto">
          <a:xfrm>
            <a:off x="6402674" y="1635288"/>
            <a:ext cx="401134" cy="349956"/>
          </a:xfrm>
          <a:prstGeom prst="homePlate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lstStyle/>
          <a:p>
            <a:pPr defTabSz="913130" fontAlgn="base">
              <a:spcBef>
                <a:spcPct val="0"/>
              </a:spcBef>
              <a:spcAft>
                <a:spcPct val="0"/>
              </a:spcAft>
              <a:defRPr/>
            </a:pPr>
            <a:endParaRPr lang="zh-CN" altLang="en-US" sz="1710" kern="0" dirty="0">
              <a:solidFill>
                <a:prstClr val="white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阿里巴巴普惠体 L" panose="00020600040101010101" pitchFamily="18" charset="-122"/>
              <a:sym typeface="思源黑体" panose="020B0500000000000000" pitchFamily="34" charset="-122"/>
            </a:endParaRPr>
          </a:p>
        </p:txBody>
      </p:sp>
      <p:sp>
        <p:nvSpPr>
          <p:cNvPr id="14" name="Rectangle 13"/>
          <p:cNvSpPr>
            <a:spLocks noChangeArrowheads="1"/>
          </p:cNvSpPr>
          <p:nvPr/>
        </p:nvSpPr>
        <p:spPr bwMode="auto">
          <a:xfrm>
            <a:off x="6310206" y="2158291"/>
            <a:ext cx="4992794" cy="584767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wrap="square" lIns="91431" tIns="45716" rIns="91431" bIns="45716">
            <a:spAutoFit/>
          </a:bodyPr>
          <a:lstStyle/>
          <a:p>
            <a:pPr algn="just" defTabSz="913130" fontAlgn="base">
              <a:spcBef>
                <a:spcPct val="0"/>
              </a:spcBef>
              <a:spcAft>
                <a:spcPts val="500"/>
              </a:spcAft>
            </a:pPr>
            <a:r>
              <a:rPr lang="zh-CN" altLang="en-US" sz="1600" kern="0" spc="130" dirty="0">
                <a:solidFill>
                  <a:schemeClr val="bg2">
                    <a:lumMod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阿里巴巴普惠体 L" panose="00020600040101010101" pitchFamily="18" charset="-122"/>
                <a:sym typeface="思源黑体" panose="020B0500000000000000" pitchFamily="34" charset="-122"/>
              </a:rPr>
              <a:t>专心听讲，边听边记，勤于思考，仔细观察；积极思考主动回答问题；大胆猜想，敢于质疑。</a:t>
            </a:r>
          </a:p>
        </p:txBody>
      </p:sp>
      <p:sp>
        <p:nvSpPr>
          <p:cNvPr id="16" name="TextBox 4"/>
          <p:cNvSpPr txBox="1"/>
          <p:nvPr/>
        </p:nvSpPr>
        <p:spPr>
          <a:xfrm>
            <a:off x="6873615" y="3206225"/>
            <a:ext cx="3754988" cy="480131"/>
          </a:xfrm>
          <a:prstGeom prst="rect">
            <a:avLst/>
          </a:prstGeom>
          <a:noFill/>
          <a:effectLst/>
        </p:spPr>
        <p:txBody>
          <a:bodyPr wrap="square" rtlCol="0">
            <a:spAutoFit/>
          </a:bodyPr>
          <a:lstStyle/>
          <a:p>
            <a:r>
              <a:rPr lang="zh-CN" altLang="en-US" sz="2520" b="1" dirty="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阿里巴巴普惠体 L" panose="00020600040101010101" pitchFamily="18" charset="-122"/>
                <a:sym typeface="思源黑体" panose="020B0500000000000000" pitchFamily="34" charset="-122"/>
              </a:rPr>
              <a:t>课后要求</a:t>
            </a:r>
          </a:p>
        </p:txBody>
      </p:sp>
      <p:sp>
        <p:nvSpPr>
          <p:cNvPr id="21" name="Freeform 7"/>
          <p:cNvSpPr/>
          <p:nvPr/>
        </p:nvSpPr>
        <p:spPr bwMode="auto">
          <a:xfrm>
            <a:off x="6402674" y="3266697"/>
            <a:ext cx="401134" cy="349956"/>
          </a:xfrm>
          <a:prstGeom prst="homePlate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lstStyle/>
          <a:p>
            <a:pPr defTabSz="913130" fontAlgn="base">
              <a:spcBef>
                <a:spcPct val="0"/>
              </a:spcBef>
              <a:spcAft>
                <a:spcPct val="0"/>
              </a:spcAft>
              <a:defRPr/>
            </a:pPr>
            <a:endParaRPr lang="zh-CN" altLang="en-US" sz="1710" kern="0" dirty="0">
              <a:solidFill>
                <a:prstClr val="white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阿里巴巴普惠体 L" panose="00020600040101010101" pitchFamily="18" charset="-122"/>
              <a:sym typeface="思源黑体" panose="020B0500000000000000" pitchFamily="34" charset="-122"/>
            </a:endParaRPr>
          </a:p>
        </p:txBody>
      </p:sp>
      <p:sp>
        <p:nvSpPr>
          <p:cNvPr id="24" name="Rectangle 23"/>
          <p:cNvSpPr>
            <a:spLocks noChangeArrowheads="1"/>
          </p:cNvSpPr>
          <p:nvPr/>
        </p:nvSpPr>
        <p:spPr bwMode="auto">
          <a:xfrm>
            <a:off x="6310203" y="3771206"/>
            <a:ext cx="4992794" cy="1141330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wrap="square" lIns="91431" tIns="45716" rIns="91431" bIns="45716">
            <a:spAutoFit/>
          </a:bodyPr>
          <a:lstStyle/>
          <a:p>
            <a:pPr algn="just" defTabSz="913130" fontAlgn="base">
              <a:spcBef>
                <a:spcPct val="0"/>
              </a:spcBef>
              <a:spcAft>
                <a:spcPts val="500"/>
              </a:spcAft>
            </a:pPr>
            <a:r>
              <a:rPr lang="zh-CN" altLang="en-US" sz="1600" kern="0" spc="130" dirty="0">
                <a:solidFill>
                  <a:schemeClr val="bg2">
                    <a:lumMod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阿里巴巴普惠体 L" panose="00020600040101010101" pitchFamily="18" charset="-122"/>
                <a:sym typeface="思源黑体" panose="020B0500000000000000" pitchFamily="34" charset="-122"/>
              </a:rPr>
              <a:t>及时复习上课老师所讲的笔记，随时积累好词好句。</a:t>
            </a:r>
          </a:p>
          <a:p>
            <a:pPr algn="just" defTabSz="913130" fontAlgn="base">
              <a:spcBef>
                <a:spcPct val="0"/>
              </a:spcBef>
              <a:spcAft>
                <a:spcPts val="500"/>
              </a:spcAft>
            </a:pPr>
            <a:r>
              <a:rPr lang="zh-CN" altLang="en-US" sz="1600" kern="0" spc="130" dirty="0">
                <a:solidFill>
                  <a:schemeClr val="bg2">
                    <a:lumMod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阿里巴巴普惠体 L" panose="00020600040101010101" pitchFamily="18" charset="-122"/>
                <a:sym typeface="思源黑体" panose="020B0500000000000000" pitchFamily="34" charset="-122"/>
              </a:rPr>
              <a:t>完成作业，积极背书，广泛涉猎，积累素材，勤做摘抄，勤写日记，读名著写读书笔记。</a:t>
            </a:r>
          </a:p>
        </p:txBody>
      </p:sp>
      <p:sp>
        <p:nvSpPr>
          <p:cNvPr id="27" name="TextBox 4"/>
          <p:cNvSpPr txBox="1"/>
          <p:nvPr/>
        </p:nvSpPr>
        <p:spPr>
          <a:xfrm>
            <a:off x="1585336" y="4984353"/>
            <a:ext cx="3754988" cy="480131"/>
          </a:xfrm>
          <a:prstGeom prst="rect">
            <a:avLst/>
          </a:prstGeom>
          <a:noFill/>
          <a:effectLst/>
        </p:spPr>
        <p:txBody>
          <a:bodyPr wrap="square" rtlCol="0">
            <a:spAutoFit/>
          </a:bodyPr>
          <a:lstStyle/>
          <a:p>
            <a:r>
              <a:rPr lang="zh-CN" altLang="en-US" sz="2520" b="1" dirty="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阿里巴巴普惠体 L" panose="00020600040101010101" pitchFamily="18" charset="-122"/>
                <a:sym typeface="思源黑体" panose="020B0500000000000000" pitchFamily="34" charset="-122"/>
              </a:rPr>
              <a:t>课后要求</a:t>
            </a:r>
          </a:p>
        </p:txBody>
      </p:sp>
      <p:sp>
        <p:nvSpPr>
          <p:cNvPr id="30" name="Freeform 7"/>
          <p:cNvSpPr/>
          <p:nvPr/>
        </p:nvSpPr>
        <p:spPr bwMode="auto">
          <a:xfrm>
            <a:off x="1114393" y="5044823"/>
            <a:ext cx="401134" cy="349956"/>
          </a:xfrm>
          <a:prstGeom prst="homePlate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lstStyle/>
          <a:p>
            <a:pPr defTabSz="913130" fontAlgn="base">
              <a:spcBef>
                <a:spcPct val="0"/>
              </a:spcBef>
              <a:spcAft>
                <a:spcPct val="0"/>
              </a:spcAft>
              <a:defRPr/>
            </a:pPr>
            <a:endParaRPr lang="zh-CN" altLang="en-US" sz="1710" kern="0" dirty="0">
              <a:solidFill>
                <a:prstClr val="white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阿里巴巴普惠体 L" panose="00020600040101010101" pitchFamily="18" charset="-122"/>
              <a:sym typeface="思源黑体" panose="020B0500000000000000" pitchFamily="34" charset="-122"/>
            </a:endParaRPr>
          </a:p>
        </p:txBody>
      </p:sp>
      <p:sp>
        <p:nvSpPr>
          <p:cNvPr id="31" name="Rectangle 30"/>
          <p:cNvSpPr>
            <a:spLocks noChangeArrowheads="1"/>
          </p:cNvSpPr>
          <p:nvPr/>
        </p:nvSpPr>
        <p:spPr bwMode="auto">
          <a:xfrm>
            <a:off x="1021924" y="5549333"/>
            <a:ext cx="10184717" cy="584767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wrap="square" lIns="91431" tIns="45716" rIns="91431" bIns="45716">
            <a:spAutoFit/>
          </a:bodyPr>
          <a:lstStyle/>
          <a:p>
            <a:pPr algn="just" defTabSz="913130" fontAlgn="base">
              <a:spcBef>
                <a:spcPct val="0"/>
              </a:spcBef>
              <a:spcAft>
                <a:spcPts val="500"/>
              </a:spcAft>
            </a:pPr>
            <a:r>
              <a:rPr lang="zh-CN" altLang="en-US" sz="1600" kern="0" spc="130" dirty="0">
                <a:solidFill>
                  <a:schemeClr val="bg2">
                    <a:lumMod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阿里巴巴普惠体 L" panose="00020600040101010101" pitchFamily="18" charset="-122"/>
                <a:sym typeface="思源黑体" panose="020B0500000000000000" pitchFamily="34" charset="-122"/>
              </a:rPr>
              <a:t>规范用笔，作业要工整，每天坚持练</a:t>
            </a:r>
            <a:r>
              <a:rPr lang="en-US" altLang="zh-CN" sz="1600" kern="0" spc="130" dirty="0">
                <a:solidFill>
                  <a:schemeClr val="bg2">
                    <a:lumMod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阿里巴巴普惠体 L" panose="00020600040101010101" pitchFamily="18" charset="-122"/>
                <a:sym typeface="思源黑体" panose="020B0500000000000000" pitchFamily="34" charset="-122"/>
              </a:rPr>
              <a:t>10</a:t>
            </a:r>
            <a:r>
              <a:rPr lang="zh-CN" altLang="en-US" sz="1600" kern="0" spc="130" dirty="0">
                <a:solidFill>
                  <a:schemeClr val="bg2">
                    <a:lumMod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阿里巴巴普惠体 L" panose="00020600040101010101" pitchFamily="18" charset="-122"/>
                <a:sym typeface="思源黑体" panose="020B0500000000000000" pitchFamily="34" charset="-122"/>
              </a:rPr>
              <a:t>分钟字；整理课后笔记，按时交作业（要准备作业本、日记本、摘抄本、作文本、默写本。）；学会反复，认知对待重复性作业</a:t>
            </a:r>
          </a:p>
        </p:txBody>
      </p:sp>
      <p:sp>
        <p:nvSpPr>
          <p:cNvPr id="8" name="TextBox 4"/>
          <p:cNvSpPr txBox="1"/>
          <p:nvPr/>
        </p:nvSpPr>
        <p:spPr>
          <a:xfrm>
            <a:off x="0" y="5"/>
            <a:ext cx="604867" cy="13324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200000"/>
              </a:lnSpc>
            </a:pPr>
            <a:r>
              <a:rPr lang="zh-CN" altLang="en-US" sz="135">
                <a:solidFill>
                  <a:schemeClr val="tx1">
                    <a:alpha val="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行业</a:t>
            </a:r>
            <a:r>
              <a:rPr lang="en-US" altLang="zh-CN" sz="135">
                <a:solidFill>
                  <a:schemeClr val="tx1">
                    <a:alpha val="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PPT</a:t>
            </a:r>
            <a:r>
              <a:rPr lang="zh-CN" altLang="en-US" sz="135">
                <a:solidFill>
                  <a:schemeClr val="tx1">
                    <a:alpha val="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模板</a:t>
            </a:r>
            <a:r>
              <a:rPr lang="en-US" altLang="zh-CN" sz="135">
                <a:solidFill>
                  <a:schemeClr val="tx1">
                    <a:alpha val="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http://www.1ppt.com/hangye/</a:t>
            </a:r>
          </a:p>
        </p:txBody>
      </p:sp>
    </p:spTree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 advTm="3000">
        <p15:prstTrans prst="peelOff"/>
      </p:transition>
    </mc:Choice>
    <mc:Fallback xmlns="">
      <p:transition spd="slow" advTm="3000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" fill="hold">
                            <p:stCondLst>
                              <p:cond delay="1000"/>
                            </p:stCondLst>
                            <p:childTnLst>
                              <p:par>
                                <p:cTn id="11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10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2000"/>
                            </p:stCondLst>
                            <p:childTnLst>
                              <p:par>
                                <p:cTn id="17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10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0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" fill="hold">
                            <p:stCondLst>
                              <p:cond delay="3000"/>
                            </p:stCondLst>
                            <p:childTnLst>
                              <p:par>
                                <p:cTn id="23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10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6" dur="10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7" dur="10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" fill="hold">
                            <p:stCondLst>
                              <p:cond delay="4000"/>
                            </p:stCondLst>
                            <p:childTnLst>
                              <p:par>
                                <p:cTn id="29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10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2" dur="10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3" dur="10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  <p:bldP spid="11" grpId="0"/>
      <p:bldP spid="14" grpId="0"/>
      <p:bldP spid="24" grpId="0"/>
      <p:bldP spid="31" grpId="0"/>
    </p:bld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组合 1"/>
          <p:cNvGrpSpPr/>
          <p:nvPr/>
        </p:nvGrpSpPr>
        <p:grpSpPr>
          <a:xfrm>
            <a:off x="1032134" y="887272"/>
            <a:ext cx="10089633" cy="4893743"/>
            <a:chOff x="4027350" y="1602462"/>
            <a:chExt cx="10649116" cy="5164375"/>
          </a:xfrm>
        </p:grpSpPr>
        <p:sp>
          <p:nvSpPr>
            <p:cNvPr id="6" name="矩形: 圆角 4"/>
            <p:cNvSpPr/>
            <p:nvPr/>
          </p:nvSpPr>
          <p:spPr>
            <a:xfrm>
              <a:off x="4027350" y="1602462"/>
              <a:ext cx="10649116" cy="5164375"/>
            </a:xfrm>
            <a:prstGeom prst="plaque">
              <a:avLst>
                <a:gd name="adj" fmla="val 12774"/>
              </a:avLst>
            </a:prstGeom>
            <a:solidFill>
              <a:schemeClr val="bg1">
                <a:alpha val="93000"/>
              </a:schemeClr>
            </a:solidFill>
            <a:ln w="57150">
              <a:noFill/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4" name="矩形: 圆角 3"/>
            <p:cNvSpPr/>
            <p:nvPr/>
          </p:nvSpPr>
          <p:spPr>
            <a:xfrm>
              <a:off x="4192533" y="1766498"/>
              <a:ext cx="10318750" cy="4842529"/>
            </a:xfrm>
            <a:prstGeom prst="plaque">
              <a:avLst>
                <a:gd name="adj" fmla="val 14453"/>
              </a:avLst>
            </a:prstGeom>
            <a:noFill/>
            <a:ln w="19050">
              <a:solidFill>
                <a:srgbClr val="0A477A"/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5" name="矩形: 圆角 4"/>
            <p:cNvSpPr/>
            <p:nvPr/>
          </p:nvSpPr>
          <p:spPr>
            <a:xfrm>
              <a:off x="4373507" y="1915827"/>
              <a:ext cx="9956800" cy="4537647"/>
            </a:xfrm>
            <a:prstGeom prst="plaque">
              <a:avLst>
                <a:gd name="adj" fmla="val 15190"/>
              </a:avLst>
            </a:prstGeom>
            <a:solidFill>
              <a:schemeClr val="bg1">
                <a:alpha val="89000"/>
              </a:schemeClr>
            </a:solidFill>
            <a:ln w="57150">
              <a:noFill/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  <p:sp>
        <p:nvSpPr>
          <p:cNvPr id="11" name="文本框 10"/>
          <p:cNvSpPr txBox="1"/>
          <p:nvPr/>
        </p:nvSpPr>
        <p:spPr>
          <a:xfrm>
            <a:off x="2651125" y="3937001"/>
            <a:ext cx="6642099" cy="492443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lvl="0" algn="ctr">
              <a:defRPr/>
            </a:pPr>
            <a:r>
              <a:rPr lang="en-US" altLang="zh-CN" sz="1600" spc="300" dirty="0">
                <a:ln w="0"/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SWALLOWING MOUNTAINS AND RIVERS IN LANGUAGE, WRITING FOR THOUSANDS OF YEARS</a:t>
            </a:r>
          </a:p>
        </p:txBody>
      </p:sp>
      <p:grpSp>
        <p:nvGrpSpPr>
          <p:cNvPr id="22" name="组合 21"/>
          <p:cNvGrpSpPr/>
          <p:nvPr/>
        </p:nvGrpSpPr>
        <p:grpSpPr>
          <a:xfrm>
            <a:off x="3698229" y="1771363"/>
            <a:ext cx="4547891" cy="432792"/>
            <a:chOff x="3910310" y="1682463"/>
            <a:chExt cx="4547891" cy="432792"/>
          </a:xfrm>
        </p:grpSpPr>
        <p:sp>
          <p:nvSpPr>
            <p:cNvPr id="13" name="文本框 12"/>
            <p:cNvSpPr txBox="1"/>
            <p:nvPr/>
          </p:nvSpPr>
          <p:spPr>
            <a:xfrm>
              <a:off x="3910310" y="1682463"/>
              <a:ext cx="453728" cy="432792"/>
            </a:xfrm>
            <a:prstGeom prst="ellipse">
              <a:avLst/>
            </a:prstGeom>
            <a:solidFill>
              <a:srgbClr val="0A477A"/>
            </a:solidFill>
          </p:spPr>
          <p:txBody>
            <a:bodyPr wrap="square" lIns="0" tIns="0" rIns="0" bIns="0" rtlCol="0">
              <a:spAutoFit/>
            </a:bodyPr>
            <a:lstStyle/>
            <a:p>
              <a:pPr lvl="0" algn="dist">
                <a:defRPr/>
              </a:pPr>
              <a:r>
                <a:rPr lang="zh-CN" altLang="en-US" sz="2000" b="1" dirty="0">
                  <a:ln w="0"/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+mn-ea"/>
                  <a:sym typeface="+mn-lt"/>
                </a:rPr>
                <a:t>初</a:t>
              </a:r>
            </a:p>
          </p:txBody>
        </p:sp>
        <p:sp>
          <p:nvSpPr>
            <p:cNvPr id="14" name="文本框 13"/>
            <p:cNvSpPr txBox="1"/>
            <p:nvPr/>
          </p:nvSpPr>
          <p:spPr>
            <a:xfrm>
              <a:off x="4422080" y="1682463"/>
              <a:ext cx="453728" cy="432792"/>
            </a:xfrm>
            <a:prstGeom prst="ellipse">
              <a:avLst/>
            </a:prstGeom>
            <a:solidFill>
              <a:srgbClr val="0A477A"/>
            </a:solidFill>
          </p:spPr>
          <p:txBody>
            <a:bodyPr wrap="square" lIns="0" tIns="0" rIns="0" bIns="0" rtlCol="0">
              <a:spAutoFit/>
            </a:bodyPr>
            <a:lstStyle/>
            <a:p>
              <a:pPr lvl="0" algn="dist">
                <a:defRPr/>
              </a:pPr>
              <a:r>
                <a:rPr lang="zh-CN" altLang="en-US" sz="2000" b="1" dirty="0">
                  <a:ln w="0"/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+mn-ea"/>
                  <a:sym typeface="+mn-lt"/>
                </a:rPr>
                <a:t>中</a:t>
              </a:r>
            </a:p>
          </p:txBody>
        </p:sp>
        <p:sp>
          <p:nvSpPr>
            <p:cNvPr id="15" name="文本框 14"/>
            <p:cNvSpPr txBox="1"/>
            <p:nvPr/>
          </p:nvSpPr>
          <p:spPr>
            <a:xfrm>
              <a:off x="4933850" y="1682463"/>
              <a:ext cx="453728" cy="432792"/>
            </a:xfrm>
            <a:prstGeom prst="ellipse">
              <a:avLst/>
            </a:prstGeom>
            <a:solidFill>
              <a:srgbClr val="0A477A"/>
            </a:solidFill>
          </p:spPr>
          <p:txBody>
            <a:bodyPr wrap="square" lIns="0" tIns="0" rIns="0" bIns="0" rtlCol="0">
              <a:spAutoFit/>
            </a:bodyPr>
            <a:lstStyle/>
            <a:p>
              <a:pPr lvl="0" algn="dist">
                <a:defRPr/>
              </a:pPr>
              <a:r>
                <a:rPr lang="zh-CN" altLang="en-US" sz="2000" b="1" dirty="0">
                  <a:ln w="0"/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+mn-ea"/>
                  <a:sym typeface="+mn-lt"/>
                </a:rPr>
                <a:t>语</a:t>
              </a:r>
            </a:p>
          </p:txBody>
        </p:sp>
        <p:sp>
          <p:nvSpPr>
            <p:cNvPr id="16" name="文本框 15"/>
            <p:cNvSpPr txBox="1"/>
            <p:nvPr/>
          </p:nvSpPr>
          <p:spPr>
            <a:xfrm>
              <a:off x="5445620" y="1682463"/>
              <a:ext cx="453728" cy="432792"/>
            </a:xfrm>
            <a:prstGeom prst="ellipse">
              <a:avLst/>
            </a:prstGeom>
            <a:solidFill>
              <a:srgbClr val="0A477A"/>
            </a:solidFill>
          </p:spPr>
          <p:txBody>
            <a:bodyPr wrap="square" lIns="0" tIns="0" rIns="0" bIns="0" rtlCol="0">
              <a:spAutoFit/>
            </a:bodyPr>
            <a:lstStyle/>
            <a:p>
              <a:pPr lvl="0" algn="dist">
                <a:defRPr/>
              </a:pPr>
              <a:r>
                <a:rPr lang="zh-CN" altLang="en-US" sz="2000" b="1" dirty="0">
                  <a:ln w="0"/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+mn-ea"/>
                  <a:sym typeface="+mn-lt"/>
                </a:rPr>
                <a:t>文</a:t>
              </a:r>
            </a:p>
          </p:txBody>
        </p:sp>
        <p:sp>
          <p:nvSpPr>
            <p:cNvPr id="17" name="文本框 16"/>
            <p:cNvSpPr txBox="1"/>
            <p:nvPr/>
          </p:nvSpPr>
          <p:spPr>
            <a:xfrm>
              <a:off x="5957390" y="1682463"/>
              <a:ext cx="453728" cy="432792"/>
            </a:xfrm>
            <a:prstGeom prst="ellipse">
              <a:avLst/>
            </a:prstGeom>
            <a:solidFill>
              <a:srgbClr val="0A477A"/>
            </a:solidFill>
          </p:spPr>
          <p:txBody>
            <a:bodyPr wrap="square" lIns="0" tIns="0" rIns="0" bIns="0" rtlCol="0">
              <a:spAutoFit/>
            </a:bodyPr>
            <a:lstStyle/>
            <a:p>
              <a:pPr lvl="0" algn="dist">
                <a:defRPr/>
              </a:pPr>
              <a:r>
                <a:rPr lang="zh-CN" altLang="en-US" sz="2000" b="1" dirty="0">
                  <a:ln w="0"/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+mn-ea"/>
                  <a:sym typeface="+mn-lt"/>
                </a:rPr>
                <a:t>开</a:t>
              </a:r>
            </a:p>
          </p:txBody>
        </p:sp>
        <p:sp>
          <p:nvSpPr>
            <p:cNvPr id="18" name="文本框 17"/>
            <p:cNvSpPr txBox="1"/>
            <p:nvPr/>
          </p:nvSpPr>
          <p:spPr>
            <a:xfrm>
              <a:off x="6469160" y="1682463"/>
              <a:ext cx="453728" cy="432792"/>
            </a:xfrm>
            <a:prstGeom prst="ellipse">
              <a:avLst/>
            </a:prstGeom>
            <a:solidFill>
              <a:srgbClr val="0A477A"/>
            </a:solidFill>
          </p:spPr>
          <p:txBody>
            <a:bodyPr wrap="square" lIns="0" tIns="0" rIns="0" bIns="0" rtlCol="0">
              <a:spAutoFit/>
            </a:bodyPr>
            <a:lstStyle/>
            <a:p>
              <a:pPr lvl="0" algn="dist">
                <a:defRPr/>
              </a:pPr>
              <a:r>
                <a:rPr lang="zh-CN" altLang="en-US" sz="2000" b="1" dirty="0">
                  <a:ln w="0"/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+mn-ea"/>
                  <a:sym typeface="+mn-lt"/>
                </a:rPr>
                <a:t>学</a:t>
              </a:r>
            </a:p>
          </p:txBody>
        </p:sp>
        <p:sp>
          <p:nvSpPr>
            <p:cNvPr id="19" name="文本框 18"/>
            <p:cNvSpPr txBox="1"/>
            <p:nvPr/>
          </p:nvSpPr>
          <p:spPr>
            <a:xfrm>
              <a:off x="6980930" y="1682463"/>
              <a:ext cx="453728" cy="432792"/>
            </a:xfrm>
            <a:prstGeom prst="ellipse">
              <a:avLst/>
            </a:prstGeom>
            <a:solidFill>
              <a:srgbClr val="0A477A"/>
            </a:solidFill>
          </p:spPr>
          <p:txBody>
            <a:bodyPr wrap="square" lIns="0" tIns="0" rIns="0" bIns="0" rtlCol="0">
              <a:spAutoFit/>
            </a:bodyPr>
            <a:lstStyle/>
            <a:p>
              <a:pPr lvl="0" algn="dist">
                <a:defRPr/>
              </a:pPr>
              <a:r>
                <a:rPr lang="zh-CN" altLang="en-US" sz="2000" b="1" dirty="0">
                  <a:ln w="0"/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+mn-ea"/>
                  <a:sym typeface="+mn-lt"/>
                </a:rPr>
                <a:t>第</a:t>
              </a:r>
            </a:p>
          </p:txBody>
        </p:sp>
        <p:sp>
          <p:nvSpPr>
            <p:cNvPr id="20" name="文本框 19"/>
            <p:cNvSpPr txBox="1"/>
            <p:nvPr/>
          </p:nvSpPr>
          <p:spPr>
            <a:xfrm>
              <a:off x="7492700" y="1682463"/>
              <a:ext cx="453728" cy="432792"/>
            </a:xfrm>
            <a:prstGeom prst="ellipse">
              <a:avLst/>
            </a:prstGeom>
            <a:solidFill>
              <a:srgbClr val="0A477A"/>
            </a:solidFill>
          </p:spPr>
          <p:txBody>
            <a:bodyPr wrap="square" lIns="0" tIns="0" rIns="0" bIns="0" rtlCol="0">
              <a:spAutoFit/>
            </a:bodyPr>
            <a:lstStyle/>
            <a:p>
              <a:pPr lvl="0" algn="dist">
                <a:defRPr/>
              </a:pPr>
              <a:r>
                <a:rPr lang="zh-CN" altLang="en-US" sz="2000" b="1" dirty="0">
                  <a:ln w="0"/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+mn-ea"/>
                  <a:sym typeface="+mn-lt"/>
                </a:rPr>
                <a:t>一</a:t>
              </a:r>
            </a:p>
          </p:txBody>
        </p:sp>
        <p:sp>
          <p:nvSpPr>
            <p:cNvPr id="21" name="文本框 20"/>
            <p:cNvSpPr txBox="1"/>
            <p:nvPr/>
          </p:nvSpPr>
          <p:spPr>
            <a:xfrm>
              <a:off x="8004473" y="1682463"/>
              <a:ext cx="453728" cy="432792"/>
            </a:xfrm>
            <a:prstGeom prst="ellipse">
              <a:avLst/>
            </a:prstGeom>
            <a:solidFill>
              <a:srgbClr val="0A477A"/>
            </a:solidFill>
          </p:spPr>
          <p:txBody>
            <a:bodyPr wrap="square" lIns="0" tIns="0" rIns="0" bIns="0" rtlCol="0">
              <a:spAutoFit/>
            </a:bodyPr>
            <a:lstStyle/>
            <a:p>
              <a:pPr lvl="0" algn="dist">
                <a:defRPr/>
              </a:pPr>
              <a:r>
                <a:rPr lang="zh-CN" altLang="en-US" sz="2000" b="1" dirty="0">
                  <a:ln w="0"/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+mn-ea"/>
                  <a:sym typeface="+mn-lt"/>
                </a:rPr>
                <a:t>课</a:t>
              </a:r>
            </a:p>
          </p:txBody>
        </p:sp>
      </p:grpSp>
      <p:pic>
        <p:nvPicPr>
          <p:cNvPr id="31" name="图片 30"/>
          <p:cNvPicPr>
            <a:picLocks noChangeAspect="1"/>
          </p:cNvPicPr>
          <p:nvPr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l="-3825" t="71597" r="55567" b="-10407"/>
          <a:stretch>
            <a:fillRect/>
          </a:stretch>
        </p:blipFill>
        <p:spPr>
          <a:xfrm>
            <a:off x="9232900" y="3594100"/>
            <a:ext cx="1439478" cy="889000"/>
          </a:xfrm>
          <a:prstGeom prst="rect">
            <a:avLst/>
          </a:prstGeom>
        </p:spPr>
      </p:pic>
      <p:pic>
        <p:nvPicPr>
          <p:cNvPr id="33" name="图片 32"/>
          <p:cNvPicPr>
            <a:picLocks noChangeAspect="1"/>
          </p:cNvPicPr>
          <p:nvPr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 flipH="1">
            <a:off x="8407401" y="1244600"/>
            <a:ext cx="2273299" cy="1136650"/>
          </a:xfrm>
          <a:prstGeom prst="rect">
            <a:avLst/>
          </a:prstGeom>
        </p:spPr>
      </p:pic>
      <p:pic>
        <p:nvPicPr>
          <p:cNvPr id="36" name="图片 35"/>
          <p:cNvPicPr>
            <a:picLocks noChangeAspect="1"/>
          </p:cNvPicPr>
          <p:nvPr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l="-3825" t="71597" r="55567" b="-10407"/>
          <a:stretch>
            <a:fillRect/>
          </a:stretch>
        </p:blipFill>
        <p:spPr>
          <a:xfrm flipH="1">
            <a:off x="1701799" y="1828800"/>
            <a:ext cx="1352919" cy="835542"/>
          </a:xfrm>
          <a:prstGeom prst="rect">
            <a:avLst/>
          </a:prstGeom>
        </p:spPr>
      </p:pic>
      <p:grpSp>
        <p:nvGrpSpPr>
          <p:cNvPr id="43" name="组合 42"/>
          <p:cNvGrpSpPr/>
          <p:nvPr/>
        </p:nvGrpSpPr>
        <p:grpSpPr>
          <a:xfrm>
            <a:off x="1581149" y="2311400"/>
            <a:ext cx="8502651" cy="1569660"/>
            <a:chOff x="1581149" y="2311400"/>
            <a:chExt cx="8502651" cy="1569660"/>
          </a:xfrm>
        </p:grpSpPr>
        <p:sp>
          <p:nvSpPr>
            <p:cNvPr id="9" name="文本框 8"/>
            <p:cNvSpPr txBox="1"/>
            <p:nvPr/>
          </p:nvSpPr>
          <p:spPr>
            <a:xfrm>
              <a:off x="1581149" y="2311400"/>
              <a:ext cx="8502651" cy="1569660"/>
            </a:xfrm>
            <a:prstGeom prst="rect">
              <a:avLst/>
            </a:prstGeom>
            <a:noFill/>
          </p:spPr>
          <p:txBody>
            <a:bodyPr wrap="square" rtlCol="0">
              <a:spAutoFit/>
              <a:scene3d>
                <a:camera prst="orthographicFront"/>
                <a:lightRig rig="threePt" dir="t"/>
              </a:scene3d>
              <a:sp3d contourW="12700"/>
            </a:bodyPr>
            <a:lstStyle/>
            <a:p>
              <a:pPr algn="dist">
                <a:defRPr/>
              </a:pPr>
              <a:r>
                <a:rPr lang="zh-CN" altLang="en-US" sz="8000" spc="-1000" dirty="0">
                  <a:solidFill>
                    <a:srgbClr val="0A477A"/>
                  </a:solidFill>
                  <a:latin typeface="汉仪行楷简" panose="02010609000101010101" pitchFamily="49" charset="-122"/>
                  <a:ea typeface="汉仪行楷简" panose="02010609000101010101" pitchFamily="49" charset="-122"/>
                  <a:cs typeface="+mn-ea"/>
                  <a:sym typeface="+mn-lt"/>
                </a:rPr>
                <a:t>语吞</a:t>
              </a:r>
              <a:r>
                <a:rPr lang="zh-CN" altLang="en-US" sz="9600" spc="-1000" dirty="0">
                  <a:solidFill>
                    <a:srgbClr val="0A477A"/>
                  </a:solidFill>
                  <a:latin typeface="汉仪行楷简" panose="02010609000101010101" pitchFamily="49" charset="-122"/>
                  <a:ea typeface="汉仪行楷简" panose="02010609000101010101" pitchFamily="49" charset="-122"/>
                  <a:cs typeface="+mn-ea"/>
                  <a:sym typeface="+mn-lt"/>
                </a:rPr>
                <a:t>山河</a:t>
              </a:r>
              <a:r>
                <a:rPr lang="zh-CN" altLang="en-US" sz="3600" spc="-1000" dirty="0">
                  <a:solidFill>
                    <a:srgbClr val="0A477A"/>
                  </a:solidFill>
                  <a:latin typeface="汉仪行楷简" panose="02010609000101010101" pitchFamily="49" charset="-122"/>
                  <a:ea typeface="汉仪行楷简" panose="02010609000101010101" pitchFamily="49" charset="-122"/>
                  <a:cs typeface="+mn-ea"/>
                  <a:sym typeface="+mn-lt"/>
                </a:rPr>
                <a:t> </a:t>
              </a:r>
              <a:r>
                <a:rPr kumimoji="0" lang="zh-CN" altLang="en-US" sz="8000" i="0" u="none" strike="noStrike" kern="1200" cap="none" spc="-1000" normalizeH="0" noProof="0" dirty="0">
                  <a:ln>
                    <a:noFill/>
                  </a:ln>
                  <a:solidFill>
                    <a:srgbClr val="0A477A"/>
                  </a:solidFill>
                  <a:effectLst/>
                  <a:uLnTx/>
                  <a:uFillTx/>
                  <a:latin typeface="汉仪行楷简" panose="02010609000101010101" pitchFamily="49" charset="-122"/>
                  <a:ea typeface="汉仪行楷简" panose="02010609000101010101" pitchFamily="49" charset="-122"/>
                  <a:cs typeface="+mn-ea"/>
                  <a:sym typeface="+mn-lt"/>
                </a:rPr>
                <a:t>文载</a:t>
              </a:r>
              <a:r>
                <a:rPr kumimoji="0" lang="zh-CN" altLang="en-US" sz="9600" i="0" u="none" strike="noStrike" kern="1200" cap="none" spc="-1000" normalizeH="0" noProof="0" dirty="0">
                  <a:ln>
                    <a:noFill/>
                  </a:ln>
                  <a:solidFill>
                    <a:srgbClr val="0A477A"/>
                  </a:solidFill>
                  <a:effectLst/>
                  <a:uLnTx/>
                  <a:uFillTx/>
                  <a:latin typeface="汉仪行楷简" panose="02010609000101010101" pitchFamily="49" charset="-122"/>
                  <a:ea typeface="汉仪行楷简" panose="02010609000101010101" pitchFamily="49" charset="-122"/>
                  <a:cs typeface="+mn-ea"/>
                  <a:sym typeface="+mn-lt"/>
                </a:rPr>
                <a:t>千秋</a:t>
              </a:r>
              <a:endParaRPr kumimoji="0" lang="zh-CN" altLang="en-US" sz="8000" i="0" u="none" strike="noStrike" kern="1200" cap="none" spc="-1000" normalizeH="0" noProof="0" dirty="0">
                <a:ln>
                  <a:noFill/>
                </a:ln>
                <a:solidFill>
                  <a:srgbClr val="0A477A"/>
                </a:solidFill>
                <a:effectLst/>
                <a:uLnTx/>
                <a:uFillTx/>
                <a:latin typeface="汉仪行楷简" panose="02010609000101010101" pitchFamily="49" charset="-122"/>
                <a:ea typeface="汉仪行楷简" panose="02010609000101010101" pitchFamily="49" charset="-122"/>
                <a:cs typeface="+mn-ea"/>
                <a:sym typeface="+mn-lt"/>
              </a:endParaRPr>
            </a:p>
          </p:txBody>
        </p:sp>
        <p:pic>
          <p:nvPicPr>
            <p:cNvPr id="42" name="图片 41"/>
            <p:cNvPicPr>
              <a:picLocks noChangeAspect="1"/>
            </p:cNvPicPr>
            <p:nvPr/>
          </p:nvPicPr>
          <p:blipFill>
            <a:blip r:embed="rId4" cstate="email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>
            <a:xfrm>
              <a:off x="5537200" y="3098800"/>
              <a:ext cx="547460" cy="401985"/>
            </a:xfrm>
            <a:prstGeom prst="rect">
              <a:avLst/>
            </a:prstGeom>
          </p:spPr>
        </p:pic>
      </p:grpSp>
      <p:pic>
        <p:nvPicPr>
          <p:cNvPr id="49" name="图片 48"/>
          <p:cNvPicPr>
            <a:picLocks noChangeAspect="1"/>
          </p:cNvPicPr>
          <p:nvPr/>
        </p:nvPicPr>
        <p:blipFill>
          <a:blip r:embed="rId5" cstate="email">
            <a:extLst>
              <a:ext uri="{BEBA8EAE-BF5A-486C-A8C5-ECC9F3942E4B}">
                <a14:imgProps xmlns:a14="http://schemas.microsoft.com/office/drawing/2010/main">
                  <a14:imgLayer r:embed="rId6">
                    <a14:imgEffect>
                      <a14:brightnessContrast bright="20000" contrast="4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-342906" y="3378200"/>
            <a:ext cx="4013206" cy="4013206"/>
          </a:xfrm>
          <a:prstGeom prst="rect">
            <a:avLst/>
          </a:prstGeom>
        </p:spPr>
      </p:pic>
      <p:grpSp>
        <p:nvGrpSpPr>
          <p:cNvPr id="3" name="Group 15">
            <a:extLst>
              <a:ext uri="{FF2B5EF4-FFF2-40B4-BE49-F238E27FC236}">
                <a16:creationId xmlns:a16="http://schemas.microsoft.com/office/drawing/2014/main" id="{C44A2AEB-6C1F-1880-D684-5B3A632D11C2}"/>
              </a:ext>
            </a:extLst>
          </p:cNvPr>
          <p:cNvGrpSpPr/>
          <p:nvPr/>
        </p:nvGrpSpPr>
        <p:grpSpPr>
          <a:xfrm>
            <a:off x="4120004" y="4819164"/>
            <a:ext cx="1897594" cy="333417"/>
            <a:chOff x="2610969" y="6242275"/>
            <a:chExt cx="2667653" cy="468720"/>
          </a:xfrm>
        </p:grpSpPr>
        <p:sp>
          <p:nvSpPr>
            <p:cNvPr id="7" name="矩形 6">
              <a:extLst>
                <a:ext uri="{FF2B5EF4-FFF2-40B4-BE49-F238E27FC236}">
                  <a16:creationId xmlns:a16="http://schemas.microsoft.com/office/drawing/2014/main" id="{713986F9-2C1D-71C6-A6D8-F7ECBBFC50EF}"/>
                </a:ext>
              </a:extLst>
            </p:cNvPr>
            <p:cNvSpPr/>
            <p:nvPr/>
          </p:nvSpPr>
          <p:spPr>
            <a:xfrm>
              <a:off x="3049447" y="6278320"/>
              <a:ext cx="2229175" cy="432675"/>
            </a:xfrm>
            <a:prstGeom prst="rect">
              <a:avLst/>
            </a:prstGeom>
          </p:spPr>
          <p:txBody>
            <a:bodyPr wrap="none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r>
                <a:rPr kumimoji="0" lang="zh-CN" altLang="en-US" sz="1400" i="0" u="none" strike="noStrike" kern="1200" cap="none" spc="0" normalizeH="0" baseline="0" noProof="0" dirty="0">
                  <a:ln>
                    <a:noFill/>
                  </a:ln>
                  <a:solidFill>
                    <a:schemeClr val="tx1">
                      <a:lumMod val="75000"/>
                      <a:lumOff val="25000"/>
                    </a:schemeClr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cs typeface="+mn-ea"/>
                  <a:sym typeface="+mn-lt"/>
                </a:rPr>
                <a:t>演讲人：第一</a:t>
              </a:r>
              <a:r>
                <a:rPr kumimoji="0" lang="en-US" altLang="zh-CN" sz="1400" i="0" u="none" strike="noStrike" kern="1200" cap="none" spc="0" normalizeH="0" baseline="0" noProof="0" dirty="0">
                  <a:ln>
                    <a:noFill/>
                  </a:ln>
                  <a:solidFill>
                    <a:schemeClr val="tx1">
                      <a:lumMod val="75000"/>
                      <a:lumOff val="25000"/>
                    </a:schemeClr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cs typeface="+mn-ea"/>
                  <a:sym typeface="+mn-lt"/>
                </a:rPr>
                <a:t>PPT</a:t>
              </a:r>
              <a:endParaRPr kumimoji="0" lang="zh-CN" altLang="en-US" sz="1400" i="0" u="none" strike="noStrike" kern="1200" cap="none" spc="0" normalizeH="0" baseline="0" noProof="0" dirty="0">
                <a:ln>
                  <a:noFill/>
                </a:ln>
                <a:solidFill>
                  <a:schemeClr val="tx1">
                    <a:lumMod val="75000"/>
                    <a:lumOff val="25000"/>
                  </a:schemeClr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endParaRPr>
            </a:p>
          </p:txBody>
        </p:sp>
        <p:sp>
          <p:nvSpPr>
            <p:cNvPr id="8" name="delivery-package_45936">
              <a:extLst>
                <a:ext uri="{FF2B5EF4-FFF2-40B4-BE49-F238E27FC236}">
                  <a16:creationId xmlns:a16="http://schemas.microsoft.com/office/drawing/2014/main" id="{81BE6193-F86F-FCCB-3208-3532ABEB8524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2610969" y="6242275"/>
              <a:ext cx="346893" cy="404697"/>
            </a:xfrm>
            <a:custGeom>
              <a:avLst/>
              <a:gdLst>
                <a:gd name="T0" fmla="*/ 9600 w 9600"/>
                <a:gd name="T1" fmla="*/ 10400 h 11200"/>
                <a:gd name="T2" fmla="*/ 8800 w 9600"/>
                <a:gd name="T3" fmla="*/ 11200 h 11200"/>
                <a:gd name="T4" fmla="*/ 800 w 9600"/>
                <a:gd name="T5" fmla="*/ 11200 h 11200"/>
                <a:gd name="T6" fmla="*/ 0 w 9600"/>
                <a:gd name="T7" fmla="*/ 10400 h 11200"/>
                <a:gd name="T8" fmla="*/ 3127 w 9600"/>
                <a:gd name="T9" fmla="*/ 6717 h 11200"/>
                <a:gd name="T10" fmla="*/ 1600 w 9600"/>
                <a:gd name="T11" fmla="*/ 4000 h 11200"/>
                <a:gd name="T12" fmla="*/ 1600 w 9600"/>
                <a:gd name="T13" fmla="*/ 3200 h 11200"/>
                <a:gd name="T14" fmla="*/ 4800 w 9600"/>
                <a:gd name="T15" fmla="*/ 0 h 11200"/>
                <a:gd name="T16" fmla="*/ 8000 w 9600"/>
                <a:gd name="T17" fmla="*/ 3200 h 11200"/>
                <a:gd name="T18" fmla="*/ 8000 w 9600"/>
                <a:gd name="T19" fmla="*/ 4000 h 11200"/>
                <a:gd name="T20" fmla="*/ 6474 w 9600"/>
                <a:gd name="T21" fmla="*/ 6717 h 11200"/>
                <a:gd name="T22" fmla="*/ 9600 w 9600"/>
                <a:gd name="T23" fmla="*/ 10400 h 1120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</a:cxnLst>
              <a:rect l="0" t="0" r="r" b="b"/>
              <a:pathLst>
                <a:path w="9600" h="11200">
                  <a:moveTo>
                    <a:pt x="9600" y="10400"/>
                  </a:moveTo>
                  <a:cubicBezTo>
                    <a:pt x="9600" y="10842"/>
                    <a:pt x="9242" y="11200"/>
                    <a:pt x="8800" y="11200"/>
                  </a:cubicBezTo>
                  <a:lnTo>
                    <a:pt x="800" y="11200"/>
                  </a:lnTo>
                  <a:cubicBezTo>
                    <a:pt x="358" y="11200"/>
                    <a:pt x="0" y="10842"/>
                    <a:pt x="0" y="10400"/>
                  </a:cubicBezTo>
                  <a:cubicBezTo>
                    <a:pt x="0" y="8800"/>
                    <a:pt x="1546" y="7307"/>
                    <a:pt x="3127" y="6717"/>
                  </a:cubicBezTo>
                  <a:cubicBezTo>
                    <a:pt x="2214" y="6153"/>
                    <a:pt x="1600" y="5151"/>
                    <a:pt x="1600" y="4000"/>
                  </a:cubicBezTo>
                  <a:lnTo>
                    <a:pt x="1600" y="3200"/>
                  </a:lnTo>
                  <a:cubicBezTo>
                    <a:pt x="1600" y="1433"/>
                    <a:pt x="3033" y="0"/>
                    <a:pt x="4800" y="0"/>
                  </a:cubicBezTo>
                  <a:cubicBezTo>
                    <a:pt x="6567" y="0"/>
                    <a:pt x="8000" y="1433"/>
                    <a:pt x="8000" y="3200"/>
                  </a:cubicBezTo>
                  <a:lnTo>
                    <a:pt x="8000" y="4000"/>
                  </a:lnTo>
                  <a:cubicBezTo>
                    <a:pt x="8000" y="5151"/>
                    <a:pt x="7386" y="6153"/>
                    <a:pt x="6474" y="6717"/>
                  </a:cubicBezTo>
                  <a:cubicBezTo>
                    <a:pt x="8054" y="7307"/>
                    <a:pt x="9600" y="8800"/>
                    <a:pt x="9600" y="10400"/>
                  </a:cubicBezTo>
                  <a:close/>
                </a:path>
              </a:pathLst>
            </a:custGeom>
            <a:solidFill>
              <a:srgbClr val="0A477A"/>
            </a:solidFill>
            <a:ln>
              <a:noFill/>
            </a:ln>
          </p:spPr>
          <p:txBody>
            <a:bodyPr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200" i="0" u="none" strike="noStrike" kern="1200" cap="none" spc="0" normalizeH="0" baseline="0" noProof="0" dirty="0">
                <a:ln>
                  <a:noFill/>
                </a:ln>
                <a:solidFill>
                  <a:schemeClr val="tx1">
                    <a:lumMod val="75000"/>
                    <a:lumOff val="25000"/>
                  </a:schemeClr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endParaRPr>
            </a:p>
          </p:txBody>
        </p:sp>
      </p:grpSp>
      <p:grpSp>
        <p:nvGrpSpPr>
          <p:cNvPr id="10" name="Group 18">
            <a:extLst>
              <a:ext uri="{FF2B5EF4-FFF2-40B4-BE49-F238E27FC236}">
                <a16:creationId xmlns:a16="http://schemas.microsoft.com/office/drawing/2014/main" id="{2BE2A9B2-AAA3-A3E9-CCB0-871F1FE96956}"/>
              </a:ext>
            </a:extLst>
          </p:cNvPr>
          <p:cNvGrpSpPr/>
          <p:nvPr/>
        </p:nvGrpSpPr>
        <p:grpSpPr>
          <a:xfrm>
            <a:off x="6113494" y="4842111"/>
            <a:ext cx="1837058" cy="313374"/>
            <a:chOff x="5524132" y="6256588"/>
            <a:chExt cx="2582547" cy="440543"/>
          </a:xfrm>
        </p:grpSpPr>
        <p:sp>
          <p:nvSpPr>
            <p:cNvPr id="12" name="矩形 11">
              <a:extLst>
                <a:ext uri="{FF2B5EF4-FFF2-40B4-BE49-F238E27FC236}">
                  <a16:creationId xmlns:a16="http://schemas.microsoft.com/office/drawing/2014/main" id="{2045A58B-D186-DC44-BD74-39833301C09B}"/>
                </a:ext>
              </a:extLst>
            </p:cNvPr>
            <p:cNvSpPr/>
            <p:nvPr/>
          </p:nvSpPr>
          <p:spPr>
            <a:xfrm>
              <a:off x="6008210" y="6264456"/>
              <a:ext cx="2098469" cy="432675"/>
            </a:xfrm>
            <a:prstGeom prst="rect">
              <a:avLst/>
            </a:prstGeom>
          </p:spPr>
          <p:txBody>
            <a:bodyPr wrap="none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r>
                <a:rPr kumimoji="0" lang="zh-CN" altLang="en-US" sz="1400" i="0" u="none" strike="noStrike" kern="1200" cap="none" spc="0" normalizeH="0" baseline="0" noProof="0" dirty="0">
                  <a:ln>
                    <a:noFill/>
                  </a:ln>
                  <a:solidFill>
                    <a:schemeClr val="tx1">
                      <a:lumMod val="75000"/>
                      <a:lumOff val="25000"/>
                    </a:schemeClr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cs typeface="+mn-ea"/>
                  <a:sym typeface="+mn-lt"/>
                </a:rPr>
                <a:t>时间：</a:t>
              </a:r>
              <a:r>
                <a:rPr kumimoji="0" lang="en-US" altLang="zh-CN" sz="1400" i="0" u="none" strike="noStrike" kern="1200" cap="none" spc="0" normalizeH="0" baseline="0" noProof="0" dirty="0">
                  <a:ln>
                    <a:noFill/>
                  </a:ln>
                  <a:solidFill>
                    <a:schemeClr val="tx1">
                      <a:lumMod val="75000"/>
                      <a:lumOff val="25000"/>
                    </a:schemeClr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cs typeface="+mn-ea"/>
                  <a:sym typeface="+mn-lt"/>
                </a:rPr>
                <a:t>202X.X.X</a:t>
              </a:r>
              <a:endParaRPr kumimoji="0" lang="zh-CN" altLang="en-US" sz="1400" i="0" u="none" strike="noStrike" kern="1200" cap="none" spc="0" normalizeH="0" baseline="0" noProof="0" dirty="0">
                <a:ln>
                  <a:noFill/>
                </a:ln>
                <a:solidFill>
                  <a:schemeClr val="tx1">
                    <a:lumMod val="75000"/>
                    <a:lumOff val="25000"/>
                  </a:schemeClr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endParaRPr>
            </a:p>
          </p:txBody>
        </p:sp>
        <p:sp>
          <p:nvSpPr>
            <p:cNvPr id="29" name="24-hours-phone-service_45765">
              <a:extLst>
                <a:ext uri="{FF2B5EF4-FFF2-40B4-BE49-F238E27FC236}">
                  <a16:creationId xmlns:a16="http://schemas.microsoft.com/office/drawing/2014/main" id="{2DF9F947-27BF-9D53-A1C0-C823CDD37C9D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5524132" y="6256588"/>
              <a:ext cx="415779" cy="415849"/>
            </a:xfrm>
            <a:custGeom>
              <a:avLst/>
              <a:gdLst>
                <a:gd name="T0" fmla="*/ 6602 w 12428"/>
                <a:gd name="T1" fmla="*/ 5826 h 12428"/>
                <a:gd name="T2" fmla="*/ 6602 w 12428"/>
                <a:gd name="T3" fmla="*/ 3105 h 12428"/>
                <a:gd name="T4" fmla="*/ 6214 w 12428"/>
                <a:gd name="T5" fmla="*/ 2719 h 12428"/>
                <a:gd name="T6" fmla="*/ 5826 w 12428"/>
                <a:gd name="T7" fmla="*/ 3105 h 12428"/>
                <a:gd name="T8" fmla="*/ 5826 w 12428"/>
                <a:gd name="T9" fmla="*/ 6216 h 12428"/>
                <a:gd name="T10" fmla="*/ 5939 w 12428"/>
                <a:gd name="T11" fmla="*/ 6488 h 12428"/>
                <a:gd name="T12" fmla="*/ 6212 w 12428"/>
                <a:gd name="T13" fmla="*/ 6602 h 12428"/>
                <a:gd name="T14" fmla="*/ 9323 w 12428"/>
                <a:gd name="T15" fmla="*/ 6602 h 12428"/>
                <a:gd name="T16" fmla="*/ 9709 w 12428"/>
                <a:gd name="T17" fmla="*/ 6214 h 12428"/>
                <a:gd name="T18" fmla="*/ 9323 w 12428"/>
                <a:gd name="T19" fmla="*/ 5826 h 12428"/>
                <a:gd name="T20" fmla="*/ 6602 w 12428"/>
                <a:gd name="T21" fmla="*/ 5826 h 12428"/>
                <a:gd name="T22" fmla="*/ 6214 w 12428"/>
                <a:gd name="T23" fmla="*/ 12428 h 12428"/>
                <a:gd name="T24" fmla="*/ 0 w 12428"/>
                <a:gd name="T25" fmla="*/ 6214 h 12428"/>
                <a:gd name="T26" fmla="*/ 6214 w 12428"/>
                <a:gd name="T27" fmla="*/ 0 h 12428"/>
                <a:gd name="T28" fmla="*/ 12428 w 12428"/>
                <a:gd name="T29" fmla="*/ 6214 h 12428"/>
                <a:gd name="T30" fmla="*/ 6214 w 12428"/>
                <a:gd name="T31" fmla="*/ 12428 h 1242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</a:cxnLst>
              <a:rect l="0" t="0" r="r" b="b"/>
              <a:pathLst>
                <a:path w="12428" h="12428">
                  <a:moveTo>
                    <a:pt x="6602" y="5826"/>
                  </a:moveTo>
                  <a:lnTo>
                    <a:pt x="6602" y="3105"/>
                  </a:lnTo>
                  <a:cubicBezTo>
                    <a:pt x="6601" y="2891"/>
                    <a:pt x="6428" y="2719"/>
                    <a:pt x="6214" y="2719"/>
                  </a:cubicBezTo>
                  <a:cubicBezTo>
                    <a:pt x="5998" y="2719"/>
                    <a:pt x="5826" y="2892"/>
                    <a:pt x="5826" y="3105"/>
                  </a:cubicBezTo>
                  <a:lnTo>
                    <a:pt x="5826" y="6216"/>
                  </a:lnTo>
                  <a:cubicBezTo>
                    <a:pt x="5826" y="6322"/>
                    <a:pt x="5869" y="6418"/>
                    <a:pt x="5939" y="6488"/>
                  </a:cubicBezTo>
                  <a:cubicBezTo>
                    <a:pt x="6009" y="6559"/>
                    <a:pt x="6106" y="6602"/>
                    <a:pt x="6212" y="6602"/>
                  </a:cubicBezTo>
                  <a:lnTo>
                    <a:pt x="9323" y="6602"/>
                  </a:lnTo>
                  <a:cubicBezTo>
                    <a:pt x="9536" y="6601"/>
                    <a:pt x="9709" y="6428"/>
                    <a:pt x="9709" y="6214"/>
                  </a:cubicBezTo>
                  <a:cubicBezTo>
                    <a:pt x="9709" y="5998"/>
                    <a:pt x="9536" y="5826"/>
                    <a:pt x="9323" y="5826"/>
                  </a:cubicBezTo>
                  <a:lnTo>
                    <a:pt x="6602" y="5826"/>
                  </a:lnTo>
                  <a:close/>
                  <a:moveTo>
                    <a:pt x="6214" y="12428"/>
                  </a:moveTo>
                  <a:cubicBezTo>
                    <a:pt x="2782" y="12428"/>
                    <a:pt x="0" y="9646"/>
                    <a:pt x="0" y="6214"/>
                  </a:cubicBezTo>
                  <a:cubicBezTo>
                    <a:pt x="0" y="2782"/>
                    <a:pt x="2782" y="0"/>
                    <a:pt x="6214" y="0"/>
                  </a:cubicBezTo>
                  <a:cubicBezTo>
                    <a:pt x="9646" y="0"/>
                    <a:pt x="12428" y="2782"/>
                    <a:pt x="12428" y="6214"/>
                  </a:cubicBezTo>
                  <a:cubicBezTo>
                    <a:pt x="12428" y="9646"/>
                    <a:pt x="9646" y="12428"/>
                    <a:pt x="6214" y="12428"/>
                  </a:cubicBezTo>
                  <a:close/>
                </a:path>
              </a:pathLst>
            </a:custGeom>
            <a:solidFill>
              <a:srgbClr val="0A477A"/>
            </a:solidFill>
            <a:ln>
              <a:noFill/>
            </a:ln>
          </p:spPr>
          <p:txBody>
            <a:bodyPr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200" i="0" u="none" strike="noStrike" kern="1200" cap="none" spc="0" normalizeH="0" baseline="0" noProof="0" dirty="0">
                <a:ln>
                  <a:noFill/>
                </a:ln>
                <a:solidFill>
                  <a:schemeClr val="tx1">
                    <a:lumMod val="75000"/>
                    <a:lumOff val="25000"/>
                  </a:schemeClr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endParaRPr>
            </a:p>
          </p:txBody>
        </p:sp>
      </p:grpSp>
    </p:spTree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6000" advTm="9000">
        <p15:prstTrans prst="curtains"/>
      </p:transition>
    </mc:Choice>
    <mc:Fallback xmlns="">
      <p:transition spd="slow" advTm="9000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16" presetClass="entr" presetSubtype="2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1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000"/>
                            </p:stCondLst>
                            <p:childTnLst>
                              <p:par>
                                <p:cTn id="13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5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1500"/>
                            </p:stCondLst>
                            <p:childTnLst>
                              <p:par>
                                <p:cTn id="17" presetID="5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Scale>
                                      <p:cBhvr>
                                        <p:cTn id="19" dur="10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  <p:from x="250000" y="250000"/>
                                      <p:to x="100000" y="100000"/>
                                    </p:animScale>
                                    <p:animMotion origin="layout" path="M -0.46736 0.92887 C -0.37517 0.88508 -0.02552 0.75279 0.0908 0.66613 C 0.20747 0.57948 0.21649 0.50394 0.23177 0.40825 C 0.24705 0.31256 0.22118 0.15964 0.18264 0.09152 C 0.1441 0.02341 0.03802 0 0 0" pathEditMode="relative" ptsTypes="">
                                      <p:cBhvr>
                                        <p:cTn id="20" dur="10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" fill="hold">
                            <p:stCondLst>
                              <p:cond delay="2500"/>
                            </p:stCondLst>
                            <p:childTnLst>
                              <p:par>
                                <p:cTn id="23" presetID="42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10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6" dur="10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7" dur="10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" fill="hold">
                            <p:stCondLst>
                              <p:cond delay="3500"/>
                            </p:stCondLst>
                            <p:childTnLst>
                              <p:par>
                                <p:cTn id="29" presetID="42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10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2" dur="1000" fill="hold"/>
                                        <p:tgtEl>
                                          <p:spTgt spid="3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3" dur="1000" fill="hold"/>
                                        <p:tgtEl>
                                          <p:spTgt spid="3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4" fill="hold">
                            <p:stCondLst>
                              <p:cond delay="4500"/>
                            </p:stCondLst>
                            <p:childTnLst>
                              <p:par>
                                <p:cTn id="35" presetID="2" presetClass="entr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9" fill="hold">
                            <p:stCondLst>
                              <p:cond delay="5000"/>
                            </p:stCondLst>
                            <p:childTnLst>
                              <p:par>
                                <p:cTn id="40" presetID="2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2" dur="500"/>
                                        <p:tgtEl>
                                          <p:spTgt spid="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3" fill="hold">
                            <p:stCondLst>
                              <p:cond delay="5500"/>
                            </p:stCondLst>
                            <p:childTnLst>
                              <p:par>
                                <p:cTn id="44" presetID="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6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7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8" fill="hold">
                            <p:stCondLst>
                              <p:cond delay="6000"/>
                            </p:stCondLst>
                            <p:childTnLst>
                              <p:par>
                                <p:cTn id="49" presetID="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1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2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 build="allAtOnce"/>
    </p:bld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矩形 4"/>
          <p:cNvSpPr/>
          <p:nvPr/>
        </p:nvSpPr>
        <p:spPr>
          <a:xfrm>
            <a:off x="2063552" y="4437112"/>
            <a:ext cx="9025003" cy="216024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rgbClr val="FFFFFF"/>
                </a:solidFill>
                <a:latin typeface="Calibri" panose="020F0502020204030204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rgbClr val="FFFFFF"/>
                </a:solidFill>
                <a:latin typeface="Calibri" panose="020F0502020204030204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rgbClr val="FFFFFF"/>
                </a:solidFill>
                <a:latin typeface="Calibri" panose="020F0502020204030204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rgbClr val="FFFFFF"/>
                </a:solidFill>
                <a:latin typeface="Calibri" panose="020F0502020204030204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rgbClr val="FFFFFF"/>
                </a:solidFill>
                <a:latin typeface="Calibri" panose="020F0502020204030204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rgbClr val="FFFFFF"/>
                </a:solidFill>
                <a:latin typeface="Calibri" panose="020F0502020204030204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rgbClr val="FFFFFF"/>
                </a:solidFill>
                <a:latin typeface="Calibri" panose="020F0502020204030204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rgbClr val="FFFFFF"/>
                </a:solidFill>
                <a:latin typeface="Calibri" panose="020F0502020204030204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rgbClr val="FFFFFF"/>
                </a:solidFill>
                <a:latin typeface="Calibri" panose="020F0502020204030204"/>
                <a:ea typeface="+mn-ea"/>
                <a:cs typeface="+mn-cs"/>
              </a:defRPr>
            </a:lvl9pPr>
          </a:lstStyle>
          <a:p>
            <a:r>
              <a:rPr lang="en-US" altLang="zh-CN" sz="1465" dirty="0">
                <a:solidFill>
                  <a:srgbClr val="EEECE1">
                    <a:lumMod val="25000"/>
                  </a:srgb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PPT</a:t>
            </a:r>
            <a:r>
              <a:rPr lang="zh-CN" altLang="en-US" sz="1465" dirty="0">
                <a:solidFill>
                  <a:srgbClr val="EEECE1">
                    <a:lumMod val="25000"/>
                  </a:srgb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模板：       </a:t>
            </a:r>
            <a:r>
              <a:rPr lang="en-US" altLang="zh-CN" sz="1465" dirty="0">
                <a:solidFill>
                  <a:srgbClr val="EEECE1">
                    <a:lumMod val="25000"/>
                  </a:srgbClr>
                </a:solidFill>
                <a:latin typeface="微软雅黑" panose="020B0503020204020204" pitchFamily="34" charset="-122"/>
                <a:ea typeface="微软雅黑" panose="020B0503020204020204" pitchFamily="34" charset="-122"/>
                <a:hlinkClick r:id="rId2"/>
              </a:rPr>
              <a:t>www.1ppt.com/moban/</a:t>
            </a:r>
            <a:r>
              <a:rPr lang="en-US" altLang="zh-CN" sz="1465" dirty="0">
                <a:solidFill>
                  <a:srgbClr val="EEECE1">
                    <a:lumMod val="25000"/>
                  </a:srgb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                   </a:t>
            </a:r>
            <a:r>
              <a:rPr lang="zh-CN" altLang="en-US" sz="1465" dirty="0">
                <a:solidFill>
                  <a:srgbClr val="EEECE1">
                    <a:lumMod val="25000"/>
                  </a:srgb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行业</a:t>
            </a:r>
            <a:r>
              <a:rPr lang="en-US" altLang="zh-CN" sz="1465" dirty="0">
                <a:solidFill>
                  <a:srgbClr val="EEECE1">
                    <a:lumMod val="25000"/>
                  </a:srgb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PPT</a:t>
            </a:r>
            <a:r>
              <a:rPr lang="zh-CN" altLang="en-US" sz="1465" dirty="0">
                <a:solidFill>
                  <a:srgbClr val="EEECE1">
                    <a:lumMod val="25000"/>
                  </a:srgb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模板：</a:t>
            </a:r>
            <a:r>
              <a:rPr lang="en-US" altLang="zh-CN" sz="1465" dirty="0">
                <a:solidFill>
                  <a:srgbClr val="EEECE1">
                    <a:lumMod val="25000"/>
                  </a:srgbClr>
                </a:solidFill>
                <a:latin typeface="微软雅黑" panose="020B0503020204020204" pitchFamily="34" charset="-122"/>
                <a:ea typeface="微软雅黑" panose="020B0503020204020204" pitchFamily="34" charset="-122"/>
                <a:hlinkClick r:id="rId3"/>
              </a:rPr>
              <a:t>www.1ppt.com/hangye/</a:t>
            </a:r>
            <a:r>
              <a:rPr lang="en-US" altLang="zh-CN" sz="1465" dirty="0">
                <a:solidFill>
                  <a:srgbClr val="EEECE1">
                    <a:lumMod val="25000"/>
                  </a:srgb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</a:p>
          <a:p>
            <a:r>
              <a:rPr lang="zh-CN" altLang="en-US" sz="1465" dirty="0">
                <a:solidFill>
                  <a:srgbClr val="EEECE1">
                    <a:lumMod val="25000"/>
                  </a:srgb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节日</a:t>
            </a:r>
            <a:r>
              <a:rPr lang="en-US" altLang="zh-CN" sz="1465" dirty="0">
                <a:solidFill>
                  <a:srgbClr val="EEECE1">
                    <a:lumMod val="25000"/>
                  </a:srgb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PPT</a:t>
            </a:r>
            <a:r>
              <a:rPr lang="zh-CN" altLang="en-US" sz="1465" dirty="0">
                <a:solidFill>
                  <a:srgbClr val="EEECE1">
                    <a:lumMod val="25000"/>
                  </a:srgb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模板：</a:t>
            </a:r>
            <a:r>
              <a:rPr lang="en-US" altLang="zh-CN" sz="1465" dirty="0">
                <a:solidFill>
                  <a:srgbClr val="EEECE1">
                    <a:lumMod val="25000"/>
                  </a:srgbClr>
                </a:solidFill>
                <a:latin typeface="微软雅黑" panose="020B0503020204020204" pitchFamily="34" charset="-122"/>
                <a:ea typeface="微软雅黑" panose="020B0503020204020204" pitchFamily="34" charset="-122"/>
                <a:hlinkClick r:id="rId4"/>
              </a:rPr>
              <a:t>www.1ppt.com/jieri/</a:t>
            </a:r>
            <a:r>
              <a:rPr lang="en-US" altLang="zh-CN" sz="1465" dirty="0">
                <a:solidFill>
                  <a:srgbClr val="EEECE1">
                    <a:lumMod val="25000"/>
                  </a:srgb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                         PPT</a:t>
            </a:r>
            <a:r>
              <a:rPr lang="zh-CN" altLang="en-US" sz="1465" dirty="0">
                <a:solidFill>
                  <a:srgbClr val="EEECE1">
                    <a:lumMod val="25000"/>
                  </a:srgb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素材：       </a:t>
            </a:r>
            <a:r>
              <a:rPr lang="en-US" altLang="zh-CN" sz="1465" dirty="0">
                <a:solidFill>
                  <a:srgbClr val="EEECE1">
                    <a:lumMod val="25000"/>
                  </a:srgbClr>
                </a:solidFill>
                <a:latin typeface="微软雅黑" panose="020B0503020204020204" pitchFamily="34" charset="-122"/>
                <a:ea typeface="微软雅黑" panose="020B0503020204020204" pitchFamily="34" charset="-122"/>
                <a:hlinkClick r:id="rId5"/>
              </a:rPr>
              <a:t>www.1ppt.com/sucai/</a:t>
            </a:r>
            <a:endParaRPr lang="en-US" altLang="zh-CN" sz="1465" dirty="0">
              <a:solidFill>
                <a:srgbClr val="EEECE1">
                  <a:lumMod val="25000"/>
                </a:srgb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r>
              <a:rPr lang="en-US" altLang="zh-CN" sz="1465" dirty="0">
                <a:solidFill>
                  <a:srgbClr val="EEECE1">
                    <a:lumMod val="25000"/>
                  </a:srgb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PPT</a:t>
            </a:r>
            <a:r>
              <a:rPr lang="zh-CN" altLang="en-US" sz="1465" dirty="0">
                <a:solidFill>
                  <a:srgbClr val="EEECE1">
                    <a:lumMod val="25000"/>
                  </a:srgb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背景图片：</a:t>
            </a:r>
            <a:r>
              <a:rPr lang="en-US" altLang="zh-CN" sz="1465" dirty="0">
                <a:solidFill>
                  <a:srgbClr val="EEECE1">
                    <a:lumMod val="25000"/>
                  </a:srgbClr>
                </a:solidFill>
                <a:latin typeface="微软雅黑" panose="020B0503020204020204" pitchFamily="34" charset="-122"/>
                <a:ea typeface="微软雅黑" panose="020B0503020204020204" pitchFamily="34" charset="-122"/>
                <a:hlinkClick r:id="rId6"/>
              </a:rPr>
              <a:t>www.1ppt.com/beijing/</a:t>
            </a:r>
            <a:r>
              <a:rPr lang="en-US" altLang="zh-CN" sz="1465" dirty="0">
                <a:solidFill>
                  <a:srgbClr val="EEECE1">
                    <a:lumMod val="25000"/>
                  </a:srgb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                    PPT</a:t>
            </a:r>
            <a:r>
              <a:rPr lang="zh-CN" altLang="en-US" sz="1465" dirty="0">
                <a:solidFill>
                  <a:srgbClr val="EEECE1">
                    <a:lumMod val="25000"/>
                  </a:srgb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图表：       </a:t>
            </a:r>
            <a:r>
              <a:rPr lang="en-US" altLang="zh-CN" sz="1465" dirty="0">
                <a:solidFill>
                  <a:srgbClr val="EEECE1">
                    <a:lumMod val="25000"/>
                  </a:srgbClr>
                </a:solidFill>
                <a:latin typeface="微软雅黑" panose="020B0503020204020204" pitchFamily="34" charset="-122"/>
                <a:ea typeface="微软雅黑" panose="020B0503020204020204" pitchFamily="34" charset="-122"/>
                <a:hlinkClick r:id="rId7"/>
              </a:rPr>
              <a:t>www.1ppt.com/tubiao/</a:t>
            </a:r>
            <a:r>
              <a:rPr lang="en-US" altLang="zh-CN" sz="1465" dirty="0">
                <a:solidFill>
                  <a:srgbClr val="EEECE1">
                    <a:lumMod val="25000"/>
                  </a:srgb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     </a:t>
            </a:r>
          </a:p>
          <a:p>
            <a:r>
              <a:rPr lang="zh-CN" altLang="en-US" sz="1465" dirty="0">
                <a:solidFill>
                  <a:srgbClr val="EEECE1">
                    <a:lumMod val="25000"/>
                  </a:srgb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优秀</a:t>
            </a:r>
            <a:r>
              <a:rPr lang="en-US" altLang="zh-CN" sz="1465" dirty="0">
                <a:solidFill>
                  <a:srgbClr val="EEECE1">
                    <a:lumMod val="25000"/>
                  </a:srgb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PPT</a:t>
            </a:r>
            <a:r>
              <a:rPr lang="zh-CN" altLang="en-US" sz="1465" dirty="0">
                <a:solidFill>
                  <a:srgbClr val="EEECE1">
                    <a:lumMod val="25000"/>
                  </a:srgb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下载：</a:t>
            </a:r>
            <a:r>
              <a:rPr lang="en-US" altLang="zh-CN" sz="1465" dirty="0">
                <a:solidFill>
                  <a:srgbClr val="EEECE1">
                    <a:lumMod val="25000"/>
                  </a:srgbClr>
                </a:solidFill>
                <a:latin typeface="微软雅黑" panose="020B0503020204020204" pitchFamily="34" charset="-122"/>
                <a:ea typeface="微软雅黑" panose="020B0503020204020204" pitchFamily="34" charset="-122"/>
                <a:hlinkClick r:id="rId8"/>
              </a:rPr>
              <a:t>www.1ppt.com/xiazai/</a:t>
            </a:r>
            <a:r>
              <a:rPr lang="en-US" altLang="zh-CN" sz="1465" dirty="0">
                <a:solidFill>
                  <a:srgbClr val="EEECE1">
                    <a:lumMod val="25000"/>
                  </a:srgb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                      PPT</a:t>
            </a:r>
            <a:r>
              <a:rPr lang="zh-CN" altLang="en-US" sz="1465" dirty="0">
                <a:solidFill>
                  <a:srgbClr val="EEECE1">
                    <a:lumMod val="25000"/>
                  </a:srgb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教程：       </a:t>
            </a:r>
            <a:r>
              <a:rPr lang="en-US" altLang="zh-CN" sz="1465" dirty="0">
                <a:solidFill>
                  <a:srgbClr val="EEECE1">
                    <a:lumMod val="25000"/>
                  </a:srgbClr>
                </a:solidFill>
                <a:latin typeface="微软雅黑" panose="020B0503020204020204" pitchFamily="34" charset="-122"/>
                <a:ea typeface="微软雅黑" panose="020B0503020204020204" pitchFamily="34" charset="-122"/>
                <a:hlinkClick r:id="rId9"/>
              </a:rPr>
              <a:t>www.1ppt.com/powerpoint/</a:t>
            </a:r>
            <a:r>
              <a:rPr lang="en-US" altLang="zh-CN" sz="1465" dirty="0">
                <a:solidFill>
                  <a:srgbClr val="EEECE1">
                    <a:lumMod val="25000"/>
                  </a:srgb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     </a:t>
            </a:r>
          </a:p>
          <a:p>
            <a:r>
              <a:rPr lang="en-US" altLang="zh-CN" sz="1465" dirty="0">
                <a:solidFill>
                  <a:srgbClr val="EEECE1">
                    <a:lumMod val="25000"/>
                  </a:srgb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Word</a:t>
            </a:r>
            <a:r>
              <a:rPr lang="zh-CN" altLang="en-US" sz="1465" dirty="0">
                <a:solidFill>
                  <a:srgbClr val="EEECE1">
                    <a:lumMod val="25000"/>
                  </a:srgb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模板：    </a:t>
            </a:r>
            <a:r>
              <a:rPr lang="en-US" altLang="zh-CN" sz="1465" dirty="0">
                <a:solidFill>
                  <a:srgbClr val="EEECE1">
                    <a:lumMod val="25000"/>
                  </a:srgbClr>
                </a:solidFill>
                <a:latin typeface="微软雅黑" panose="020B0503020204020204" pitchFamily="34" charset="-122"/>
                <a:ea typeface="微软雅黑" panose="020B0503020204020204" pitchFamily="34" charset="-122"/>
                <a:hlinkClick r:id="rId10"/>
              </a:rPr>
              <a:t>www.1ppt.com/word/</a:t>
            </a:r>
            <a:r>
              <a:rPr lang="en-US" altLang="zh-CN" sz="1465" dirty="0">
                <a:solidFill>
                  <a:srgbClr val="EEECE1">
                    <a:lumMod val="25000"/>
                  </a:srgb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                       Excel</a:t>
            </a:r>
            <a:r>
              <a:rPr lang="zh-CN" altLang="en-US" sz="1465" dirty="0">
                <a:solidFill>
                  <a:srgbClr val="EEECE1">
                    <a:lumMod val="25000"/>
                  </a:srgb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模板：     </a:t>
            </a:r>
            <a:r>
              <a:rPr lang="en-US" altLang="zh-CN" sz="1465" dirty="0">
                <a:solidFill>
                  <a:srgbClr val="EEECE1">
                    <a:lumMod val="25000"/>
                  </a:srgbClr>
                </a:solidFill>
                <a:latin typeface="微软雅黑" panose="020B0503020204020204" pitchFamily="34" charset="-122"/>
                <a:ea typeface="微软雅黑" panose="020B0503020204020204" pitchFamily="34" charset="-122"/>
                <a:hlinkClick r:id="rId11"/>
              </a:rPr>
              <a:t>www.1ppt.com/excel/</a:t>
            </a:r>
            <a:r>
              <a:rPr lang="en-US" altLang="zh-CN" sz="1465" dirty="0">
                <a:solidFill>
                  <a:srgbClr val="EEECE1">
                    <a:lumMod val="25000"/>
                  </a:srgb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 </a:t>
            </a:r>
          </a:p>
          <a:p>
            <a:r>
              <a:rPr lang="zh-CN" altLang="en-US" sz="1465" dirty="0">
                <a:solidFill>
                  <a:srgbClr val="EEECE1">
                    <a:lumMod val="25000"/>
                  </a:srgb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个人简历：      </a:t>
            </a:r>
            <a:r>
              <a:rPr lang="en-US" altLang="zh-CN" sz="1465" dirty="0">
                <a:solidFill>
                  <a:srgbClr val="EEECE1">
                    <a:lumMod val="25000"/>
                  </a:srgbClr>
                </a:solidFill>
                <a:latin typeface="微软雅黑" panose="020B0503020204020204" pitchFamily="34" charset="-122"/>
                <a:ea typeface="微软雅黑" panose="020B0503020204020204" pitchFamily="34" charset="-122"/>
                <a:hlinkClick r:id="rId12"/>
              </a:rPr>
              <a:t>www.1ppt.com/jianli/</a:t>
            </a:r>
            <a:r>
              <a:rPr lang="en-US" altLang="zh-CN" sz="1465" dirty="0">
                <a:solidFill>
                  <a:srgbClr val="EEECE1">
                    <a:lumMod val="25000"/>
                  </a:srgb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                        PPT</a:t>
            </a:r>
            <a:r>
              <a:rPr lang="zh-CN" altLang="en-US" sz="1465" dirty="0">
                <a:solidFill>
                  <a:srgbClr val="EEECE1">
                    <a:lumMod val="25000"/>
                  </a:srgb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课件：       </a:t>
            </a:r>
            <a:r>
              <a:rPr lang="en-US" altLang="zh-CN" sz="1465" dirty="0">
                <a:solidFill>
                  <a:srgbClr val="EEECE1">
                    <a:lumMod val="25000"/>
                  </a:srgbClr>
                </a:solidFill>
                <a:latin typeface="微软雅黑" panose="020B0503020204020204" pitchFamily="34" charset="-122"/>
                <a:ea typeface="微软雅黑" panose="020B0503020204020204" pitchFamily="34" charset="-122"/>
                <a:hlinkClick r:id="rId13"/>
              </a:rPr>
              <a:t>www.1ppt.com/kejian/</a:t>
            </a:r>
            <a:r>
              <a:rPr lang="en-US" altLang="zh-CN" sz="1465" dirty="0">
                <a:solidFill>
                  <a:srgbClr val="EEECE1">
                    <a:lumMod val="25000"/>
                  </a:srgb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</a:p>
          <a:p>
            <a:r>
              <a:rPr lang="zh-CN" altLang="en-US" sz="1465" dirty="0">
                <a:solidFill>
                  <a:srgbClr val="EEECE1">
                    <a:lumMod val="25000"/>
                  </a:srgb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手抄报：          </a:t>
            </a:r>
            <a:r>
              <a:rPr lang="en-US" altLang="zh-CN" sz="1465" dirty="0">
                <a:solidFill>
                  <a:srgbClr val="EEECE1">
                    <a:lumMod val="25000"/>
                  </a:srgbClr>
                </a:solidFill>
                <a:latin typeface="微软雅黑" panose="020B0503020204020204" pitchFamily="34" charset="-122"/>
                <a:ea typeface="微软雅黑" panose="020B0503020204020204" pitchFamily="34" charset="-122"/>
                <a:hlinkClick r:id="rId14"/>
              </a:rPr>
              <a:t>www.1ppt.com/shouchaobao/</a:t>
            </a:r>
            <a:r>
              <a:rPr lang="en-US" altLang="zh-CN" sz="1465" dirty="0">
                <a:solidFill>
                  <a:srgbClr val="EEECE1">
                    <a:lumMod val="25000"/>
                  </a:srgb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         </a:t>
            </a:r>
            <a:r>
              <a:rPr lang="zh-CN" altLang="en-US" sz="1465" dirty="0">
                <a:solidFill>
                  <a:srgbClr val="EEECE1">
                    <a:lumMod val="25000"/>
                  </a:srgb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试题下载：      </a:t>
            </a:r>
            <a:r>
              <a:rPr lang="en-US" altLang="zh-CN" sz="1465" dirty="0">
                <a:solidFill>
                  <a:srgbClr val="EEECE1">
                    <a:lumMod val="25000"/>
                  </a:srgbClr>
                </a:solidFill>
                <a:latin typeface="微软雅黑" panose="020B0503020204020204" pitchFamily="34" charset="-122"/>
                <a:ea typeface="微软雅黑" panose="020B0503020204020204" pitchFamily="34" charset="-122"/>
                <a:hlinkClick r:id="rId15"/>
              </a:rPr>
              <a:t>www.1ppt.com/shiti/</a:t>
            </a:r>
            <a:r>
              <a:rPr lang="en-US" altLang="zh-CN" sz="1465" dirty="0">
                <a:solidFill>
                  <a:srgbClr val="EEECE1">
                    <a:lumMod val="25000"/>
                  </a:srgb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 </a:t>
            </a:r>
          </a:p>
          <a:p>
            <a:r>
              <a:rPr lang="zh-CN" altLang="en-US" sz="1465" dirty="0">
                <a:solidFill>
                  <a:srgbClr val="EEECE1">
                    <a:lumMod val="25000"/>
                  </a:srgb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教案下载：      </a:t>
            </a:r>
            <a:r>
              <a:rPr lang="en-US" altLang="zh-CN" sz="1465" dirty="0">
                <a:solidFill>
                  <a:srgbClr val="EEECE1">
                    <a:lumMod val="25000"/>
                  </a:srgbClr>
                </a:solidFill>
                <a:latin typeface="微软雅黑" panose="020B0503020204020204" pitchFamily="34" charset="-122"/>
                <a:ea typeface="微软雅黑" panose="020B0503020204020204" pitchFamily="34" charset="-122"/>
                <a:hlinkClick r:id="rId16"/>
              </a:rPr>
              <a:t>www.1ppt.com/jiaoan/</a:t>
            </a:r>
            <a:r>
              <a:rPr lang="en-US" altLang="zh-CN" sz="1465" dirty="0">
                <a:solidFill>
                  <a:srgbClr val="EEECE1">
                    <a:lumMod val="25000"/>
                  </a:srgb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                      </a:t>
            </a:r>
            <a:r>
              <a:rPr lang="zh-CN" altLang="en-US" sz="1465" dirty="0">
                <a:solidFill>
                  <a:srgbClr val="EEECE1">
                    <a:lumMod val="25000"/>
                  </a:srgb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字体下载：      </a:t>
            </a:r>
            <a:r>
              <a:rPr lang="en-US" altLang="zh-CN" sz="1465" dirty="0">
                <a:solidFill>
                  <a:srgbClr val="EEECE1">
                    <a:lumMod val="25000"/>
                  </a:srgbClr>
                </a:solidFill>
                <a:latin typeface="微软雅黑" panose="020B0503020204020204" pitchFamily="34" charset="-122"/>
                <a:ea typeface="微软雅黑" panose="020B0503020204020204" pitchFamily="34" charset="-122"/>
                <a:hlinkClick r:id="rId17"/>
              </a:rPr>
              <a:t>www.1ppt.com/ziti/</a:t>
            </a:r>
            <a:r>
              <a:rPr lang="en-US" altLang="zh-CN" sz="1465" dirty="0">
                <a:solidFill>
                  <a:srgbClr val="EEECE1">
                    <a:lumMod val="25000"/>
                  </a:srgb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             </a:t>
            </a:r>
            <a:endParaRPr lang="zh-CN" altLang="en-US" sz="1465" dirty="0">
              <a:solidFill>
                <a:srgbClr val="EEECE1">
                  <a:lumMod val="25000"/>
                </a:srgb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" name="Rectangle 17"/>
          <p:cNvSpPr>
            <a:spLocks noChangeArrowheads="1"/>
          </p:cNvSpPr>
          <p:nvPr/>
        </p:nvSpPr>
        <p:spPr bwMode="gray">
          <a:xfrm>
            <a:off x="0" y="2998276"/>
            <a:ext cx="12192000" cy="1366829"/>
          </a:xfrm>
          <a:prstGeom prst="rect">
            <a:avLst/>
          </a:prstGeom>
          <a:solidFill>
            <a:schemeClr val="tx2">
              <a:lumMod val="75000"/>
            </a:schemeClr>
          </a:solidFill>
          <a:ln w="9525">
            <a:noFill/>
            <a:miter lim="800000"/>
          </a:ln>
        </p:spPr>
        <p:txBody>
          <a:bodyPr wrap="none" anchor="ctr"/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defRPr/>
            </a:pPr>
            <a:endParaRPr lang="zh-CN" altLang="en-US" sz="2400" kern="0">
              <a:solidFill>
                <a:srgbClr val="005397"/>
              </a:solidFill>
              <a:latin typeface="Arial" panose="020B0604020202020204"/>
              <a:ea typeface="微软雅黑" panose="020B0503020204020204" pitchFamily="34" charset="-122"/>
            </a:endParaRPr>
          </a:p>
        </p:txBody>
      </p:sp>
      <p:sp>
        <p:nvSpPr>
          <p:cNvPr id="15" name="Rectangle 3"/>
          <p:cNvSpPr>
            <a:spLocks noChangeArrowheads="1"/>
          </p:cNvSpPr>
          <p:nvPr/>
        </p:nvSpPr>
        <p:spPr bwMode="auto">
          <a:xfrm>
            <a:off x="540251" y="3097353"/>
            <a:ext cx="5471583" cy="1195751"/>
          </a:xfrm>
          <a:prstGeom prst="rect">
            <a:avLst/>
          </a:prstGeom>
          <a:noFill/>
          <a:ln w="3175" algn="ctr">
            <a:noFill/>
            <a:prstDash val="dash"/>
            <a:miter lim="800000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/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spcBef>
                <a:spcPct val="20000"/>
              </a:spcBef>
              <a:buClr>
                <a:srgbClr val="5B8CC1"/>
              </a:buClr>
              <a:buFont typeface="Wingdings" panose="05000000000000000000" pitchFamily="2" charset="2"/>
              <a:buNone/>
              <a:defRPr/>
            </a:pPr>
            <a:r>
              <a:rPr lang="zh-CN" altLang="en-US" sz="2400" b="1" kern="0">
                <a:solidFill>
                  <a:prstClr val="white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可以在下列情况使用</a:t>
            </a:r>
            <a:endParaRPr lang="zh-CN" altLang="en-US" sz="1465" kern="0">
              <a:solidFill>
                <a:prstClr val="white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150000"/>
              </a:lnSpc>
              <a:buClr>
                <a:srgbClr val="5B8CC1"/>
              </a:buClr>
              <a:buFont typeface="Wingdings" panose="05000000000000000000" pitchFamily="2" charset="2"/>
              <a:buChar char="n"/>
              <a:defRPr/>
            </a:pPr>
            <a:r>
              <a:rPr lang="zh-CN" altLang="en-US" sz="1465" kern="0">
                <a:solidFill>
                  <a:prstClr val="white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个人学习、研究。</a:t>
            </a:r>
          </a:p>
          <a:p>
            <a:pPr>
              <a:lnSpc>
                <a:spcPct val="150000"/>
              </a:lnSpc>
              <a:buClr>
                <a:srgbClr val="5B8CC1"/>
              </a:buClr>
              <a:buFont typeface="Wingdings" panose="05000000000000000000" pitchFamily="2" charset="2"/>
              <a:buChar char="n"/>
              <a:defRPr/>
            </a:pPr>
            <a:r>
              <a:rPr lang="zh-CN" altLang="en-US" sz="1465" kern="0">
                <a:solidFill>
                  <a:prstClr val="white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拷贝模板中的内容用于其它幻灯片母版中使用。</a:t>
            </a:r>
          </a:p>
        </p:txBody>
      </p:sp>
      <p:sp>
        <p:nvSpPr>
          <p:cNvPr id="16" name="Rectangle 4"/>
          <p:cNvSpPr>
            <a:spLocks noChangeArrowheads="1"/>
          </p:cNvSpPr>
          <p:nvPr/>
        </p:nvSpPr>
        <p:spPr bwMode="auto">
          <a:xfrm>
            <a:off x="6107840" y="3097353"/>
            <a:ext cx="5471584" cy="1195751"/>
          </a:xfrm>
          <a:prstGeom prst="rect">
            <a:avLst/>
          </a:prstGeom>
          <a:noFill/>
          <a:ln w="3175" algn="ctr">
            <a:noFill/>
            <a:prstDash val="dash"/>
            <a:miter lim="800000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/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spcBef>
                <a:spcPct val="20000"/>
              </a:spcBef>
              <a:buClr>
                <a:srgbClr val="5B8CC1"/>
              </a:buClr>
              <a:buFont typeface="Wingdings" panose="05000000000000000000" pitchFamily="2" charset="2"/>
              <a:buNone/>
              <a:defRPr/>
            </a:pPr>
            <a:r>
              <a:rPr lang="zh-CN" altLang="en-US" sz="2400" b="1" kern="0">
                <a:solidFill>
                  <a:prstClr val="white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不可以在以下情况使用</a:t>
            </a:r>
            <a:endParaRPr lang="zh-CN" altLang="en-US" sz="1335" b="1" kern="0">
              <a:solidFill>
                <a:prstClr val="white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150000"/>
              </a:lnSpc>
              <a:buClr>
                <a:srgbClr val="5B8CC1"/>
              </a:buClr>
              <a:buFont typeface="Wingdings" panose="05000000000000000000" pitchFamily="2" charset="2"/>
              <a:buChar char="n"/>
              <a:defRPr/>
            </a:pPr>
            <a:r>
              <a:rPr lang="zh-CN" altLang="en-US" sz="1465" kern="0">
                <a:solidFill>
                  <a:prstClr val="white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任何形式的在线付费下载。</a:t>
            </a:r>
          </a:p>
          <a:p>
            <a:pPr>
              <a:lnSpc>
                <a:spcPct val="150000"/>
              </a:lnSpc>
              <a:buClr>
                <a:srgbClr val="5B8CC1"/>
              </a:buClr>
              <a:buFont typeface="Wingdings" panose="05000000000000000000" pitchFamily="2" charset="2"/>
              <a:buChar char="n"/>
              <a:defRPr/>
            </a:pPr>
            <a:r>
              <a:rPr lang="zh-CN" altLang="en-US" sz="1465" kern="0">
                <a:solidFill>
                  <a:prstClr val="white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网络转载、线上线下传播。</a:t>
            </a:r>
            <a:endParaRPr lang="zh-CN" altLang="en-GB" sz="1465" kern="0">
              <a:solidFill>
                <a:prstClr val="white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1027" name="Picture 3"/>
          <p:cNvPicPr>
            <a:picLocks noChangeAspect="1" noChangeArrowheads="1"/>
          </p:cNvPicPr>
          <p:nvPr/>
        </p:nvPicPr>
        <p:blipFill>
          <a:blip r:embed="rId18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 bwMode="auto">
          <a:xfrm>
            <a:off x="1947382" y="-404505"/>
            <a:ext cx="7893049" cy="340278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7" name="墨迹 6"/>
          <p:cNvPicPr/>
          <p:nvPr/>
        </p:nvPicPr>
        <p:blipFill>
          <a:blip r:embed="rId19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-1715569" y="629060"/>
            <a:ext cx="48000" cy="216000"/>
          </a:xfrm>
          <a:prstGeom prst="rect">
            <a:avLst/>
          </a:prstGeom>
        </p:spPr>
      </p:pic>
    </p:spTree>
  </p:cSld>
  <p:clrMapOvr>
    <a:masterClrMapping/>
  </p:clrMapOvr>
  <p:transition/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NET" val="4.0.30319.42000"/>
  <p:tag name="AS_OS" val="Microsoft Windows NT 6.2.9200.0"/>
  <p:tag name="AS_RELEASE_DATE" val="2022.11.14"/>
  <p:tag name="AS_TITLE" val="Aspose.Slides for .NET 4.0 Client Profile"/>
  <p:tag name="AS_VERSION" val="22.11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Z_FONTBOLD" val="msoTrue"/>
  <p:tag name="Z_FONTCOLOR" val="System.__ComObject"/>
  <p:tag name="Z_FONTITALIC" val="msoFalse"/>
  <p:tag name="Z_FONTNAME" val="思源黑体 CN"/>
  <p:tag name="Z_FONTNAMEASCII" val="思源黑体 CN"/>
  <p:tag name="Z_FONTSIZE" val="32"/>
  <p:tag name="Z_FONTSPACING" val="0"/>
  <p:tag name="Z_FONTUNDERLINE" val="msoFalse"/>
  <p:tag name="Z_HASTEXT" val="1"/>
  <p:tag name="Z_HEIGHT" val="78.72953"/>
  <p:tag name="Z_LEFT" val="153.0754"/>
  <p:tag name="Z_LINERULEBEFORE" val="msoTrue"/>
  <p:tag name="Z_LINEWEIGHT" val="-2.147484E+09"/>
  <p:tag name="Z_MARGINBOTTOM" val="3.6"/>
  <p:tag name="Z_MARGINLEFT" val="7.2"/>
  <p:tag name="Z_MARGINRIGHT" val="7.2"/>
  <p:tag name="Z_MARGINTOP" val="3.6"/>
  <p:tag name="Z_NAMECOMPLEXSCRIPT" val="思源黑体 CN"/>
  <p:tag name="Z_NAMEFAREAST" val="思源黑体 CN"/>
  <p:tag name="Z_SPACEAFTER" val="0"/>
  <p:tag name="Z_SPACEBEFORE" val="0"/>
  <p:tag name="Z_SPACEWITHIN" val="1"/>
  <p:tag name="Z_TEXT" val="03"/>
  <p:tag name="Z_TEXTALIGNMENT" val="ppAlignCenter"/>
  <p:tag name="Z_TEXTGLOW" val="0"/>
  <p:tag name="Z_TEXTLINEDASHSTYLE" val="msoLineDashStyleMixed"/>
  <p:tag name="Z_TEXTLINEFILLBACKCOLOR" val="System.__ComObject"/>
  <p:tag name="Z_TEXTLINEFILLTRANSPARENCY" val="0"/>
  <p:tag name="Z_TEXTLINEFORECOLOR" val="System.__ComObject"/>
  <p:tag name="Z_TEXTLINEWEIGHT" val="-2.147484E+09"/>
  <p:tag name="Z_TEXTREFLECTION" val="0"/>
  <p:tag name="Z_TOP" val="359.1884"/>
  <p:tag name="Z_WIDTH" val="62.73906"/>
  <p:tag name="Z_ZOOM_20" val="1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Z_FONTBOLD" val="msoTrue"/>
  <p:tag name="Z_FONTCOLOR" val="System.__ComObject"/>
  <p:tag name="Z_FONTITALIC" val="msoFalse"/>
  <p:tag name="Z_FONTNAME" val="思源黑体 CN"/>
  <p:tag name="Z_FONTNAMEASCII" val="思源黑体 CN"/>
  <p:tag name="Z_FONTSIZE" val="32"/>
  <p:tag name="Z_FONTSPACING" val="0"/>
  <p:tag name="Z_FONTUNDERLINE" val="msoFalse"/>
  <p:tag name="Z_HASTEXT" val="1"/>
  <p:tag name="Z_HEIGHT" val="78.72953"/>
  <p:tag name="Z_LEFT" val="153.0754"/>
  <p:tag name="Z_LINERULEBEFORE" val="msoTrue"/>
  <p:tag name="Z_LINEWEIGHT" val="-2.147484E+09"/>
  <p:tag name="Z_MARGINBOTTOM" val="3.6"/>
  <p:tag name="Z_MARGINLEFT" val="7.2"/>
  <p:tag name="Z_MARGINRIGHT" val="7.2"/>
  <p:tag name="Z_MARGINTOP" val="3.6"/>
  <p:tag name="Z_NAMECOMPLEXSCRIPT" val="思源黑体 CN"/>
  <p:tag name="Z_NAMEFAREAST" val="思源黑体 CN"/>
  <p:tag name="Z_SPACEAFTER" val="0"/>
  <p:tag name="Z_SPACEBEFORE" val="0"/>
  <p:tag name="Z_SPACEWITHIN" val="1"/>
  <p:tag name="Z_TEXT" val="02"/>
  <p:tag name="Z_TEXTALIGNMENT" val="ppAlignCenter"/>
  <p:tag name="Z_TEXTGLOW" val="0"/>
  <p:tag name="Z_TEXTLINEDASHSTYLE" val="msoLineDashStyleMixed"/>
  <p:tag name="Z_TEXTLINEFILLBACKCOLOR" val="System.__ComObject"/>
  <p:tag name="Z_TEXTLINEFILLTRANSPARENCY" val="0"/>
  <p:tag name="Z_TEXTLINEFORECOLOR" val="System.__ComObject"/>
  <p:tag name="Z_TEXTLINEWEIGHT" val="-2.147484E+09"/>
  <p:tag name="Z_TEXTREFLECTION" val="0"/>
  <p:tag name="Z_TOP" val="247.7364"/>
  <p:tag name="Z_WIDTH" val="62.73906"/>
  <p:tag name="Z_ZOOM_17" val="1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Z_FONTBOLD" val="msoTrue"/>
  <p:tag name="Z_FONTCOLOR" val="System.__ComObject"/>
  <p:tag name="Z_FONTITALIC" val="msoFalse"/>
  <p:tag name="Z_FONTNAME" val="思源黑体 CN"/>
  <p:tag name="Z_FONTNAMEASCII" val="思源黑体 CN"/>
  <p:tag name="Z_FONTSIZE" val="32"/>
  <p:tag name="Z_FONTSPACING" val="0"/>
  <p:tag name="Z_FONTUNDERLINE" val="msoFalse"/>
  <p:tag name="Z_HASTEXT" val="1"/>
  <p:tag name="Z_HEIGHT" val="78.72953"/>
  <p:tag name="Z_LEFT" val="153.0753"/>
  <p:tag name="Z_LINERULEBEFORE" val="msoTrue"/>
  <p:tag name="Z_LINEWEIGHT" val="-2.147484E+09"/>
  <p:tag name="Z_MARGINBOTTOM" val="3.6"/>
  <p:tag name="Z_MARGINLEFT" val="7.2"/>
  <p:tag name="Z_MARGINRIGHT" val="7.2"/>
  <p:tag name="Z_MARGINTOP" val="3.6"/>
  <p:tag name="Z_NAMECOMPLEXSCRIPT" val="思源黑体 CN"/>
  <p:tag name="Z_NAMEFAREAST" val="思源黑体 CN"/>
  <p:tag name="Z_SPACEAFTER" val="0"/>
  <p:tag name="Z_SPACEBEFORE" val="0"/>
  <p:tag name="Z_SPACEWITHIN" val="1"/>
  <p:tag name="Z_TEXT" val="01"/>
  <p:tag name="Z_TEXTALIGNMENT" val="ppAlignCenter"/>
  <p:tag name="Z_TEXTGLOW" val="0"/>
  <p:tag name="Z_TEXTLINEDASHSTYLE" val="msoLineDashStyleMixed"/>
  <p:tag name="Z_TEXTLINEFILLBACKCOLOR" val="System.__ComObject"/>
  <p:tag name="Z_TEXTLINEFILLTRANSPARENCY" val="0"/>
  <p:tag name="Z_TEXTLINEFORECOLOR" val="System.__ComObject"/>
  <p:tag name="Z_TEXTLINEWEIGHT" val="-2.147484E+09"/>
  <p:tag name="Z_TEXTREFLECTION" val="0"/>
  <p:tag name="Z_TOP" val="138.0823"/>
  <p:tag name="Z_WIDTH" val="62.73906"/>
  <p:tag name="Z_ZOOM_7" val="1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Z_FONTBOLD" val="msoFalse"/>
  <p:tag name="Z_FONTCOLOR" val="System.__ComObject"/>
  <p:tag name="Z_FONTITALIC" val="msoFalse"/>
  <p:tag name="Z_FONTNAME" val="思源黑体 CN"/>
  <p:tag name="Z_FONTNAMEASCII" val="思源黑体 CN"/>
  <p:tag name="Z_FONTSIZE" val="18"/>
  <p:tag name="Z_FONTSPACING" val="0"/>
  <p:tag name="Z_FONTUNDERLINE" val="msoFalse"/>
  <p:tag name="Z_HASTEXT" val="1"/>
  <p:tag name="Z_HEIGHT" val="108.83"/>
  <p:tag name="Z_LEFT" val="536.8719"/>
  <p:tag name="Z_LINERULEBEFORE" val="msoTrue"/>
  <p:tag name="Z_LINEWEIGHT" val="-2.147484E+09"/>
  <p:tag name="Z_MARGINBOTTOM" val="3.6"/>
  <p:tag name="Z_MARGINLEFT" val="7.2"/>
  <p:tag name="Z_MARGINRIGHT" val="7.2"/>
  <p:tag name="Z_MARGINTOP" val="3.6"/>
  <p:tag name="Z_NAMECOMPLEXSCRIPT" val="思源黑体 CN"/>
  <p:tag name="Z_NAMEFAREAST" val="思源黑体 CN"/>
  <p:tag name="Z_SPACEAFTER" val="0"/>
  <p:tag name="Z_SPACEBEFORE" val="0"/>
  <p:tag name="Z_SPACEWITHIN" val="1.5"/>
  <p:tag name="Z_TEXT" val="这句话好理解：马骥见到这罗刹国里黑白颠倒、是非不分，好的被说成不好的，不好的被说成好的，一片乌烟瘴气。"/>
  <p:tag name="Z_TEXTALIGNMENT" val="ppAlignLeft"/>
  <p:tag name="Z_TEXTBEVELBOTTOMDEPTH" val="0"/>
  <p:tag name="Z_TEXTBEVELTOPDEPTH" val="0"/>
  <p:tag name="Z_TEXTBEVELTOPINSET" val="0"/>
  <p:tag name="Z_TEXTCONTOURWIDTH" val="1"/>
  <p:tag name="Z_TEXTDEPTH" val="0"/>
  <p:tag name="Z_TEXTGLOW" val="0"/>
  <p:tag name="Z_TEXTLINEDASHSTYLE" val="msoLineDashStyleMixed"/>
  <p:tag name="Z_TEXTLINEFILLBACKCOLOR" val="System.__ComObject"/>
  <p:tag name="Z_TEXTLINEFILLTRANSPARENCY" val="0"/>
  <p:tag name="Z_TEXTLINEFORECOLOR" val="System.__ComObject"/>
  <p:tag name="Z_TEXTLINEWEIGHT" val="-2.147484E+09"/>
  <p:tag name="Z_TEXTREFLECTION" val="0"/>
  <p:tag name="Z_TEXTTHREEDVISIBLE" val="1"/>
  <p:tag name="Z_TEXTTHREEDZ" val="0"/>
  <p:tag name="Z_TOP" val="196.615"/>
  <p:tag name="Z_WIDTH" val="291.2968"/>
  <p:tag name="Z_ZOOM_18" val="1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Z_FONTBOLD" val="msoFalse"/>
  <p:tag name="Z_FONTCOLOR" val="System.__ComObject"/>
  <p:tag name="Z_FONTITALIC" val="msoFalse"/>
  <p:tag name="Z_FONTNAME" val="思源黑体 CN"/>
  <p:tag name="Z_FONTNAMEASCII" val="思源黑体 CN"/>
  <p:tag name="Z_FONTSIZE" val="18"/>
  <p:tag name="Z_FONTSPACING" val="0"/>
  <p:tag name="Z_FONTUNDERLINE" val="msoFalse"/>
  <p:tag name="Z_HASTEXT" val="1"/>
  <p:tag name="Z_HEIGHT" val="161.7147"/>
  <p:tag name="Z_LEFT" val="112.7624"/>
  <p:tag name="Z_LINERULEBEFORE" val="msoTrue"/>
  <p:tag name="Z_LINEWEIGHT" val="-2.147484E+09"/>
  <p:tag name="Z_MARGINBOTTOM" val="3.6"/>
  <p:tag name="Z_MARGINLEFT" val="7.2"/>
  <p:tag name="Z_MARGINRIGHT" val="7.2"/>
  <p:tag name="Z_MARGINTOP" val="3.6"/>
  <p:tag name="Z_NAMECOMPLEXSCRIPT" val="思源黑体 CN"/>
  <p:tag name="Z_NAMEFAREAST" val="思源黑体 CN"/>
  <p:tag name="Z_SPACEAFTER" val="0"/>
  <p:tag name="Z_SPACEBEFORE" val="0"/>
  <p:tag name="Z_SPACEWITHIN" val="1.5"/>
  <p:tag name="Z_TEXT" val="在这“一丘之貉”的罗刹国的岁月长河中，有一个苟苟营，什么是“苟苟营”？即蝇营狗苟！意为像狗一样无耻，像苍蝇一样逐臭，比喻罗刹国到处钻营,无道德底线，而且手段卑劣。"/>
  <p:tag name="Z_TEXTALIGNMENT" val="ppAlignLeft"/>
  <p:tag name="Z_TEXTBEVELBOTTOMDEPTH" val="0"/>
  <p:tag name="Z_TEXTBEVELTOPDEPTH" val="0"/>
  <p:tag name="Z_TEXTBEVELTOPINSET" val="0"/>
  <p:tag name="Z_TEXTCONTOURWIDTH" val="1"/>
  <p:tag name="Z_TEXTDEPTH" val="0"/>
  <p:tag name="Z_TEXTGLOW" val="0"/>
  <p:tag name="Z_TEXTLINEDASHSTYLE" val="msoLineDashStyleMixed"/>
  <p:tag name="Z_TEXTLINEFILLBACKCOLOR" val="System.__ComObject"/>
  <p:tag name="Z_TEXTLINEFILLTRANSPARENCY" val="0"/>
  <p:tag name="Z_TEXTLINEFORECOLOR" val="System.__ComObject"/>
  <p:tag name="Z_TEXTLINEWEIGHT" val="-2.147484E+09"/>
  <p:tag name="Z_TEXTREFLECTION" val="0"/>
  <p:tag name="Z_TEXTTHREEDVISIBLE" val="1"/>
  <p:tag name="Z_TEXTTHREEDZ" val="0"/>
  <p:tag name="Z_TOP" val="180.8342"/>
  <p:tag name="Z_WIDTH" val="291.2968"/>
  <p:tag name="Z_ZOOM_13" val="1"/>
</p:tagLst>
</file>

<file path=ppt/tags/tag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heme/theme1.xml><?xml version="1.0" encoding="utf-8"?>
<a:theme xmlns:a="http://schemas.openxmlformats.org/drawingml/2006/main" name="第一PPT，www.1ppt.com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0A477A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1a0ecvek">
      <a:majorFont>
        <a:latin typeface="思源黑体 CN"/>
        <a:ea typeface="思源黑体 CN"/>
        <a:cs typeface="Arial"/>
      </a:majorFont>
      <a:minorFont>
        <a:latin typeface="思源黑体 CN"/>
        <a:ea typeface="思源黑体 CN"/>
        <a:cs typeface="Arial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第一PPT，www.1ppt.com 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宋体"/>
        <a:cs typeface="Arial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宋体"/>
        <a:cs typeface="Arial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等线 Light"/>
        <a:cs typeface="Arial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等线"/>
        <a:cs typeface="Arial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Calibri Light"/>
        <a:cs typeface="Arial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Calibri"/>
        <a:cs typeface="Arial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1</Template>
  <TotalTime>15</TotalTime>
  <Words>3998</Words>
  <Application>Microsoft Office PowerPoint</Application>
  <PresentationFormat>宽屏</PresentationFormat>
  <Paragraphs>285</Paragraphs>
  <Slides>31</Slides>
  <Notes>1</Notes>
  <HiddenSlides>0</HiddenSlides>
  <MMClips>0</MMClips>
  <ScaleCrop>false</ScaleCrop>
  <HeadingPairs>
    <vt:vector size="6" baseType="variant">
      <vt:variant>
        <vt:lpstr>已用的字体</vt:lpstr>
      </vt:variant>
      <vt:variant>
        <vt:i4>6</vt:i4>
      </vt:variant>
      <vt:variant>
        <vt:lpstr>主题</vt:lpstr>
      </vt:variant>
      <vt:variant>
        <vt:i4>2</vt:i4>
      </vt:variant>
      <vt:variant>
        <vt:lpstr>幻灯片标题</vt:lpstr>
      </vt:variant>
      <vt:variant>
        <vt:i4>31</vt:i4>
      </vt:variant>
    </vt:vector>
  </HeadingPairs>
  <TitlesOfParts>
    <vt:vector size="39" baseType="lpstr">
      <vt:lpstr>等线</vt:lpstr>
      <vt:lpstr>汉仪行楷简</vt:lpstr>
      <vt:lpstr>微软雅黑</vt:lpstr>
      <vt:lpstr>Arial</vt:lpstr>
      <vt:lpstr>Calibri</vt:lpstr>
      <vt:lpstr>Wingdings</vt:lpstr>
      <vt:lpstr>第一PPT，www.1ppt.com</vt:lpstr>
      <vt:lpstr>第一PPT，www.1ppt.com </vt:lpstr>
      <vt:lpstr>PowerPoint 演示文稿</vt:lpstr>
      <vt:lpstr>PowerPoint 演示文稿</vt:lpstr>
      <vt:lpstr>PowerPoint 演示文稿</vt:lpstr>
      <vt:lpstr>（一）《长安三万里》的唐诗盛会</vt:lpstr>
      <vt:lpstr>（二）《长安三万里》的人生启迪</vt:lpstr>
      <vt:lpstr>（二）《长安三万里》的人生启迪</vt:lpstr>
      <vt:lpstr>（三）《封神》里的神话故事</vt:lpstr>
      <vt:lpstr>（四）《封神》里的文化元素</vt:lpstr>
      <vt:lpstr>（四）《封神》里的文化元素</vt:lpstr>
      <vt:lpstr>（五）《罗刹海市》里的人性思考</vt:lpstr>
      <vt:lpstr>（五）《罗刹海市》里的人性思考</vt:lpstr>
      <vt:lpstr>（五）《罗刹海市》里的人性思考</vt:lpstr>
      <vt:lpstr>（五）《罗刹海市》里的人性思考</vt:lpstr>
      <vt:lpstr>影音里的文学元素，与语文有何关联？</vt:lpstr>
      <vt:lpstr>语文是什么</vt:lpstr>
      <vt:lpstr>PowerPoint 演示文稿</vt:lpstr>
      <vt:lpstr>（一）含义之美</vt:lpstr>
      <vt:lpstr>(二)语言之美</vt:lpstr>
      <vt:lpstr>(二)语言之美</vt:lpstr>
      <vt:lpstr>PowerPoint 演示文稿</vt:lpstr>
      <vt:lpstr>（一）小初语文之别</vt:lpstr>
      <vt:lpstr>（一）小初语文之别</vt:lpstr>
      <vt:lpstr>（二）初中语文学习方法</vt:lpstr>
      <vt:lpstr>（二）初中语文学习方法</vt:lpstr>
      <vt:lpstr>（二）初中语文学习方法</vt:lpstr>
      <vt:lpstr>（二）初中语文学习方法</vt:lpstr>
      <vt:lpstr>（二）初中语文学习方法</vt:lpstr>
      <vt:lpstr>（三）七上语文基本框架</vt:lpstr>
      <vt:lpstr>（四）语文课堂基本要求</vt:lpstr>
      <vt:lpstr>PowerPoint 演示文稿</vt:lpstr>
      <vt:lpstr>PowerPoint 演示文稿</vt:lpstr>
    </vt:vector>
  </TitlesOfParts>
  <Manager>第一PPT</Manager>
  <Company>第一PPT，www.1ppt.com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开学第一课</dc:title>
  <dc:creator>第一PPT</dc:creator>
  <cp:keywords>www.1ppt.com</cp:keywords>
  <dc:description>www.1ppt.com</dc:description>
  <cp:lastModifiedBy>PC</cp:lastModifiedBy>
  <cp:revision>8</cp:revision>
  <dcterms:created xsi:type="dcterms:W3CDTF">2024-08-24T03:02:00Z</dcterms:created>
  <dcterms:modified xsi:type="dcterms:W3CDTF">2026-08-05T05:28:13Z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EE3144E2514B4CDBB048F45C63E5AED2_12</vt:lpwstr>
  </property>
  <property fmtid="{D5CDD505-2E9C-101B-9397-08002B2CF9AE}" pid="3" name="KSOProductBuildVer">
    <vt:lpwstr>2052-12.1.0.26375</vt:lpwstr>
  </property>
</Properties>
</file>